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2" r:id="rId5"/>
    <p:sldMasterId id="2147483819" r:id="rId6"/>
  </p:sldMasterIdLst>
  <p:notesMasterIdLst>
    <p:notesMasterId r:id="rId28"/>
  </p:notesMasterIdLst>
  <p:sldIdLst>
    <p:sldId id="401" r:id="rId7"/>
    <p:sldId id="430" r:id="rId8"/>
    <p:sldId id="442" r:id="rId9"/>
    <p:sldId id="439" r:id="rId10"/>
    <p:sldId id="440" r:id="rId11"/>
    <p:sldId id="441" r:id="rId12"/>
    <p:sldId id="443" r:id="rId13"/>
    <p:sldId id="444" r:id="rId14"/>
    <p:sldId id="445" r:id="rId15"/>
    <p:sldId id="446" r:id="rId16"/>
    <p:sldId id="447" r:id="rId17"/>
    <p:sldId id="448" r:id="rId18"/>
    <p:sldId id="449" r:id="rId19"/>
    <p:sldId id="450" r:id="rId20"/>
    <p:sldId id="452" r:id="rId21"/>
    <p:sldId id="451" r:id="rId22"/>
    <p:sldId id="453" r:id="rId23"/>
    <p:sldId id="454" r:id="rId24"/>
    <p:sldId id="455" r:id="rId25"/>
    <p:sldId id="456" r:id="rId26"/>
    <p:sldId id="26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 with sample content" id="{4ADCAC6E-76FB-4742-A84B-05DC4F58187F}">
          <p14:sldIdLst>
            <p14:sldId id="401"/>
            <p14:sldId id="430"/>
            <p14:sldId id="442"/>
            <p14:sldId id="439"/>
            <p14:sldId id="440"/>
            <p14:sldId id="441"/>
            <p14:sldId id="443"/>
            <p14:sldId id="444"/>
            <p14:sldId id="445"/>
            <p14:sldId id="446"/>
            <p14:sldId id="447"/>
            <p14:sldId id="448"/>
            <p14:sldId id="449"/>
            <p14:sldId id="450"/>
            <p14:sldId id="452"/>
            <p14:sldId id="451"/>
            <p14:sldId id="453"/>
            <p14:sldId id="454"/>
            <p14:sldId id="455"/>
            <p14:sldId id="456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B2DE82"/>
    <a:srgbClr val="FFE07D"/>
    <a:srgbClr val="FFE699"/>
    <a:srgbClr val="FFFFFF"/>
    <a:srgbClr val="FF6600"/>
    <a:srgbClr val="FF9900"/>
    <a:srgbClr val="F2F2F2"/>
    <a:srgbClr val="475A64"/>
    <a:srgbClr val="81A2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C4730B-E37F-4C57-A6A2-1A53AB63E12D}" v="12" dt="2022-08-04T08:43:24.7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82" autoAdjust="0"/>
  </p:normalViewPr>
  <p:slideViewPr>
    <p:cSldViewPr snapToGrid="0" snapToObjects="1">
      <p:cViewPr varScale="1">
        <p:scale>
          <a:sx n="83" d="100"/>
          <a:sy n="83" d="100"/>
        </p:scale>
        <p:origin x="686" y="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5" d="100"/>
          <a:sy n="65" d="100"/>
        </p:scale>
        <p:origin x="287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viewProps" Target="viewProps.xml"/><Relationship Id="rId8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4BF96E-0FD9-44E8-B1E4-643E94EF1061}" type="doc">
      <dgm:prSet loTypeId="urn:microsoft.com/office/officeart/2005/8/layout/radial6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CE73C0C-08C6-411D-8D38-14F558CFC52F}">
      <dgm:prSet phldrT="[Text]" custT="1"/>
      <dgm:spPr/>
      <dgm:t>
        <a:bodyPr/>
        <a:lstStyle/>
        <a:p>
          <a:r>
            <a:rPr lang="en-US" sz="2000" dirty="0"/>
            <a:t>Hardware-In-Loop</a:t>
          </a:r>
        </a:p>
      </dgm:t>
    </dgm:pt>
    <dgm:pt modelId="{8EE24656-9E8E-4FF4-BE28-1FAE6AD7F0BC}" type="parTrans" cxnId="{EB9A075C-8F77-4222-B196-977A0F24CC58}">
      <dgm:prSet/>
      <dgm:spPr/>
      <dgm:t>
        <a:bodyPr/>
        <a:lstStyle/>
        <a:p>
          <a:endParaRPr lang="en-US"/>
        </a:p>
      </dgm:t>
    </dgm:pt>
    <dgm:pt modelId="{9C69EE88-C5F5-44A5-9D37-C44024F31EC0}" type="sibTrans" cxnId="{EB9A075C-8F77-4222-B196-977A0F24CC58}">
      <dgm:prSet/>
      <dgm:spPr/>
      <dgm:t>
        <a:bodyPr/>
        <a:lstStyle/>
        <a:p>
          <a:endParaRPr lang="en-US"/>
        </a:p>
      </dgm:t>
    </dgm:pt>
    <dgm:pt modelId="{A577C0ED-441A-4947-8CC8-774EA87B0DD6}">
      <dgm:prSet phldrT="[Text]" custT="1"/>
      <dgm:spPr/>
      <dgm:t>
        <a:bodyPr/>
        <a:lstStyle/>
        <a:p>
          <a:r>
            <a:rPr lang="en-US" sz="1600" dirty="0"/>
            <a:t>Validation</a:t>
          </a:r>
        </a:p>
      </dgm:t>
    </dgm:pt>
    <dgm:pt modelId="{FB8DFD53-109C-4592-BD2B-04AB5B8586AD}" type="parTrans" cxnId="{0262ABA0-3835-43C5-A29E-85CE5EDB368C}">
      <dgm:prSet/>
      <dgm:spPr/>
      <dgm:t>
        <a:bodyPr/>
        <a:lstStyle/>
        <a:p>
          <a:endParaRPr lang="en-US"/>
        </a:p>
      </dgm:t>
    </dgm:pt>
    <dgm:pt modelId="{5B33DAFA-5EFB-445E-9EC5-7ADAAE9B0681}" type="sibTrans" cxnId="{0262ABA0-3835-43C5-A29E-85CE5EDB368C}">
      <dgm:prSet/>
      <dgm:spPr/>
      <dgm:t>
        <a:bodyPr/>
        <a:lstStyle/>
        <a:p>
          <a:endParaRPr lang="en-US"/>
        </a:p>
      </dgm:t>
    </dgm:pt>
    <dgm:pt modelId="{ABE9754A-E0BF-4650-BCD5-39116AFB6D06}">
      <dgm:prSet phldrT="[Text]" custT="1"/>
      <dgm:spPr/>
      <dgm:t>
        <a:bodyPr/>
        <a:lstStyle/>
        <a:p>
          <a:r>
            <a:rPr lang="en-US" sz="1600" dirty="0"/>
            <a:t>Systems</a:t>
          </a:r>
        </a:p>
      </dgm:t>
    </dgm:pt>
    <dgm:pt modelId="{ED060AD5-6E5D-446F-8FF1-1C1A1C3F754D}" type="parTrans" cxnId="{11CEB322-2618-429A-92AF-7FC0E8DAE118}">
      <dgm:prSet/>
      <dgm:spPr/>
      <dgm:t>
        <a:bodyPr/>
        <a:lstStyle/>
        <a:p>
          <a:endParaRPr lang="en-US"/>
        </a:p>
      </dgm:t>
    </dgm:pt>
    <dgm:pt modelId="{950CAB2C-6900-4BDB-8F4A-B5BB6A83A685}" type="sibTrans" cxnId="{11CEB322-2618-429A-92AF-7FC0E8DAE118}">
      <dgm:prSet/>
      <dgm:spPr/>
      <dgm:t>
        <a:bodyPr/>
        <a:lstStyle/>
        <a:p>
          <a:endParaRPr lang="en-US"/>
        </a:p>
      </dgm:t>
    </dgm:pt>
    <dgm:pt modelId="{87A90B89-64B9-434D-9B80-5A4535ECC94E}">
      <dgm:prSet phldrT="[Text]" custT="1"/>
      <dgm:spPr/>
      <dgm:t>
        <a:bodyPr/>
        <a:lstStyle/>
        <a:p>
          <a:r>
            <a:rPr lang="en-US" sz="1600" dirty="0"/>
            <a:t>Core Sensor </a:t>
          </a:r>
        </a:p>
      </dgm:t>
    </dgm:pt>
    <dgm:pt modelId="{9F042570-22D4-425C-9A56-02505AD761F7}" type="parTrans" cxnId="{9579F097-C0A2-431E-A9B6-97AE9AC595A1}">
      <dgm:prSet/>
      <dgm:spPr/>
      <dgm:t>
        <a:bodyPr/>
        <a:lstStyle/>
        <a:p>
          <a:endParaRPr lang="en-US"/>
        </a:p>
      </dgm:t>
    </dgm:pt>
    <dgm:pt modelId="{8B156A5F-CDDF-4C45-B4E2-F3E0446496F3}" type="sibTrans" cxnId="{9579F097-C0A2-431E-A9B6-97AE9AC595A1}">
      <dgm:prSet/>
      <dgm:spPr/>
      <dgm:t>
        <a:bodyPr/>
        <a:lstStyle/>
        <a:p>
          <a:endParaRPr lang="en-US"/>
        </a:p>
      </dgm:t>
    </dgm:pt>
    <dgm:pt modelId="{545F46D5-9CE9-4A61-8A65-B06F5343D282}">
      <dgm:prSet phldrT="[Text]"/>
      <dgm:spPr/>
      <dgm:t>
        <a:bodyPr/>
        <a:lstStyle/>
        <a:p>
          <a:r>
            <a:rPr lang="en-US" dirty="0"/>
            <a:t>Customer </a:t>
          </a:r>
          <a:br>
            <a:rPr lang="en-US" dirty="0"/>
          </a:br>
          <a:r>
            <a:rPr lang="en-US" dirty="0"/>
            <a:t>(Fusion, KPIs)</a:t>
          </a:r>
        </a:p>
      </dgm:t>
    </dgm:pt>
    <dgm:pt modelId="{814B84A7-C4A9-4B0C-A252-4282701091ED}" type="parTrans" cxnId="{FDE71308-F206-4E7C-AC06-7E78BD5C5FB1}">
      <dgm:prSet/>
      <dgm:spPr/>
      <dgm:t>
        <a:bodyPr/>
        <a:lstStyle/>
        <a:p>
          <a:endParaRPr lang="en-US"/>
        </a:p>
      </dgm:t>
    </dgm:pt>
    <dgm:pt modelId="{24822640-C1DE-45B8-989A-D169C2DE40CC}" type="sibTrans" cxnId="{FDE71308-F206-4E7C-AC06-7E78BD5C5FB1}">
      <dgm:prSet/>
      <dgm:spPr/>
      <dgm:t>
        <a:bodyPr/>
        <a:lstStyle/>
        <a:p>
          <a:endParaRPr lang="en-US"/>
        </a:p>
      </dgm:t>
    </dgm:pt>
    <dgm:pt modelId="{6A619035-5162-41B9-A555-4329057D138A}" type="pres">
      <dgm:prSet presAssocID="{A84BF96E-0FD9-44E8-B1E4-643E94EF1061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C389F1EE-0802-43E7-A704-912C682E4ADB}" type="pres">
      <dgm:prSet presAssocID="{FCE73C0C-08C6-411D-8D38-14F558CFC52F}" presName="centerShape" presStyleLbl="node0" presStyleIdx="0" presStyleCnt="1"/>
      <dgm:spPr/>
    </dgm:pt>
    <dgm:pt modelId="{C71F27E3-DCA8-473A-A297-D3FDE710E22A}" type="pres">
      <dgm:prSet presAssocID="{A577C0ED-441A-4947-8CC8-774EA87B0DD6}" presName="node" presStyleLbl="node1" presStyleIdx="0" presStyleCnt="4" custScaleX="113385">
        <dgm:presLayoutVars>
          <dgm:bulletEnabled val="1"/>
        </dgm:presLayoutVars>
      </dgm:prSet>
      <dgm:spPr/>
    </dgm:pt>
    <dgm:pt modelId="{3189F502-5EB0-405E-8D46-1FCEBB841251}" type="pres">
      <dgm:prSet presAssocID="{A577C0ED-441A-4947-8CC8-774EA87B0DD6}" presName="dummy" presStyleCnt="0"/>
      <dgm:spPr/>
    </dgm:pt>
    <dgm:pt modelId="{4A18AD0E-2055-40B1-B265-85356E5D1D1A}" type="pres">
      <dgm:prSet presAssocID="{5B33DAFA-5EFB-445E-9EC5-7ADAAE9B0681}" presName="sibTrans" presStyleLbl="sibTrans2D1" presStyleIdx="0" presStyleCnt="4"/>
      <dgm:spPr/>
    </dgm:pt>
    <dgm:pt modelId="{27592D7C-98B4-4055-92A7-BC850C1DF573}" type="pres">
      <dgm:prSet presAssocID="{ABE9754A-E0BF-4650-BCD5-39116AFB6D06}" presName="node" presStyleLbl="node1" presStyleIdx="1" presStyleCnt="4">
        <dgm:presLayoutVars>
          <dgm:bulletEnabled val="1"/>
        </dgm:presLayoutVars>
      </dgm:prSet>
      <dgm:spPr/>
    </dgm:pt>
    <dgm:pt modelId="{C8E2FACD-38E8-4049-A77F-7F18F2174FAA}" type="pres">
      <dgm:prSet presAssocID="{ABE9754A-E0BF-4650-BCD5-39116AFB6D06}" presName="dummy" presStyleCnt="0"/>
      <dgm:spPr/>
    </dgm:pt>
    <dgm:pt modelId="{3A4A1165-49FE-495F-874D-C95E1A453DCA}" type="pres">
      <dgm:prSet presAssocID="{950CAB2C-6900-4BDB-8F4A-B5BB6A83A685}" presName="sibTrans" presStyleLbl="sibTrans2D1" presStyleIdx="1" presStyleCnt="4"/>
      <dgm:spPr/>
    </dgm:pt>
    <dgm:pt modelId="{7970332F-01B5-4741-86AD-6FFBC7A08D3C}" type="pres">
      <dgm:prSet presAssocID="{87A90B89-64B9-434D-9B80-5A4535ECC94E}" presName="node" presStyleLbl="node1" presStyleIdx="2" presStyleCnt="4">
        <dgm:presLayoutVars>
          <dgm:bulletEnabled val="1"/>
        </dgm:presLayoutVars>
      </dgm:prSet>
      <dgm:spPr/>
    </dgm:pt>
    <dgm:pt modelId="{F771678D-D55C-41C1-AE23-37D39AD7090F}" type="pres">
      <dgm:prSet presAssocID="{87A90B89-64B9-434D-9B80-5A4535ECC94E}" presName="dummy" presStyleCnt="0"/>
      <dgm:spPr/>
    </dgm:pt>
    <dgm:pt modelId="{1C53E685-8D55-427F-BA7A-ED3F30884FAE}" type="pres">
      <dgm:prSet presAssocID="{8B156A5F-CDDF-4C45-B4E2-F3E0446496F3}" presName="sibTrans" presStyleLbl="sibTrans2D1" presStyleIdx="2" presStyleCnt="4"/>
      <dgm:spPr/>
    </dgm:pt>
    <dgm:pt modelId="{F29CA479-4C2A-413A-8E91-A2C4A05877C1}" type="pres">
      <dgm:prSet presAssocID="{545F46D5-9CE9-4A61-8A65-B06F5343D282}" presName="node" presStyleLbl="node1" presStyleIdx="3" presStyleCnt="4">
        <dgm:presLayoutVars>
          <dgm:bulletEnabled val="1"/>
        </dgm:presLayoutVars>
      </dgm:prSet>
      <dgm:spPr/>
    </dgm:pt>
    <dgm:pt modelId="{6C61A17F-DE62-4E01-A30C-EDAE7D3899B7}" type="pres">
      <dgm:prSet presAssocID="{545F46D5-9CE9-4A61-8A65-B06F5343D282}" presName="dummy" presStyleCnt="0"/>
      <dgm:spPr/>
    </dgm:pt>
    <dgm:pt modelId="{5DBC8A6F-446B-4ECB-8B44-CAD44FE9A2B8}" type="pres">
      <dgm:prSet presAssocID="{24822640-C1DE-45B8-989A-D169C2DE40CC}" presName="sibTrans" presStyleLbl="sibTrans2D1" presStyleIdx="3" presStyleCnt="4"/>
      <dgm:spPr/>
    </dgm:pt>
  </dgm:ptLst>
  <dgm:cxnLst>
    <dgm:cxn modelId="{FDE71308-F206-4E7C-AC06-7E78BD5C5FB1}" srcId="{FCE73C0C-08C6-411D-8D38-14F558CFC52F}" destId="{545F46D5-9CE9-4A61-8A65-B06F5343D282}" srcOrd="3" destOrd="0" parTransId="{814B84A7-C4A9-4B0C-A252-4282701091ED}" sibTransId="{24822640-C1DE-45B8-989A-D169C2DE40CC}"/>
    <dgm:cxn modelId="{FE274D15-7C38-4121-9A9C-0CC927B9B251}" type="presOf" srcId="{A577C0ED-441A-4947-8CC8-774EA87B0DD6}" destId="{C71F27E3-DCA8-473A-A297-D3FDE710E22A}" srcOrd="0" destOrd="0" presId="urn:microsoft.com/office/officeart/2005/8/layout/radial6"/>
    <dgm:cxn modelId="{11CEB322-2618-429A-92AF-7FC0E8DAE118}" srcId="{FCE73C0C-08C6-411D-8D38-14F558CFC52F}" destId="{ABE9754A-E0BF-4650-BCD5-39116AFB6D06}" srcOrd="1" destOrd="0" parTransId="{ED060AD5-6E5D-446F-8FF1-1C1A1C3F754D}" sibTransId="{950CAB2C-6900-4BDB-8F4A-B5BB6A83A685}"/>
    <dgm:cxn modelId="{8F76CE2B-A827-4B60-92F7-184E4D6C8252}" type="presOf" srcId="{950CAB2C-6900-4BDB-8F4A-B5BB6A83A685}" destId="{3A4A1165-49FE-495F-874D-C95E1A453DCA}" srcOrd="0" destOrd="0" presId="urn:microsoft.com/office/officeart/2005/8/layout/radial6"/>
    <dgm:cxn modelId="{EB9A075C-8F77-4222-B196-977A0F24CC58}" srcId="{A84BF96E-0FD9-44E8-B1E4-643E94EF1061}" destId="{FCE73C0C-08C6-411D-8D38-14F558CFC52F}" srcOrd="0" destOrd="0" parTransId="{8EE24656-9E8E-4FF4-BE28-1FAE6AD7F0BC}" sibTransId="{9C69EE88-C5F5-44A5-9D37-C44024F31EC0}"/>
    <dgm:cxn modelId="{00F34274-B6F5-4560-B7EE-8D067DED57DB}" type="presOf" srcId="{5B33DAFA-5EFB-445E-9EC5-7ADAAE9B0681}" destId="{4A18AD0E-2055-40B1-B265-85356E5D1D1A}" srcOrd="0" destOrd="0" presId="urn:microsoft.com/office/officeart/2005/8/layout/radial6"/>
    <dgm:cxn modelId="{384C5C57-3631-4106-8219-1C31252145D9}" type="presOf" srcId="{FCE73C0C-08C6-411D-8D38-14F558CFC52F}" destId="{C389F1EE-0802-43E7-A704-912C682E4ADB}" srcOrd="0" destOrd="0" presId="urn:microsoft.com/office/officeart/2005/8/layout/radial6"/>
    <dgm:cxn modelId="{B7AD3B80-2592-453B-A490-549C8ABB2675}" type="presOf" srcId="{A84BF96E-0FD9-44E8-B1E4-643E94EF1061}" destId="{6A619035-5162-41B9-A555-4329057D138A}" srcOrd="0" destOrd="0" presId="urn:microsoft.com/office/officeart/2005/8/layout/radial6"/>
    <dgm:cxn modelId="{4971A992-82DB-41DB-9182-004CB6C37A70}" type="presOf" srcId="{545F46D5-9CE9-4A61-8A65-B06F5343D282}" destId="{F29CA479-4C2A-413A-8E91-A2C4A05877C1}" srcOrd="0" destOrd="0" presId="urn:microsoft.com/office/officeart/2005/8/layout/radial6"/>
    <dgm:cxn modelId="{9579F097-C0A2-431E-A9B6-97AE9AC595A1}" srcId="{FCE73C0C-08C6-411D-8D38-14F558CFC52F}" destId="{87A90B89-64B9-434D-9B80-5A4535ECC94E}" srcOrd="2" destOrd="0" parTransId="{9F042570-22D4-425C-9A56-02505AD761F7}" sibTransId="{8B156A5F-CDDF-4C45-B4E2-F3E0446496F3}"/>
    <dgm:cxn modelId="{4184E39D-4378-427C-B18B-545938EBAD64}" type="presOf" srcId="{8B156A5F-CDDF-4C45-B4E2-F3E0446496F3}" destId="{1C53E685-8D55-427F-BA7A-ED3F30884FAE}" srcOrd="0" destOrd="0" presId="urn:microsoft.com/office/officeart/2005/8/layout/radial6"/>
    <dgm:cxn modelId="{0262ABA0-3835-43C5-A29E-85CE5EDB368C}" srcId="{FCE73C0C-08C6-411D-8D38-14F558CFC52F}" destId="{A577C0ED-441A-4947-8CC8-774EA87B0DD6}" srcOrd="0" destOrd="0" parTransId="{FB8DFD53-109C-4592-BD2B-04AB5B8586AD}" sibTransId="{5B33DAFA-5EFB-445E-9EC5-7ADAAE9B0681}"/>
    <dgm:cxn modelId="{8BFED7B2-00F1-4C0D-84F7-73E271CF8DAC}" type="presOf" srcId="{87A90B89-64B9-434D-9B80-5A4535ECC94E}" destId="{7970332F-01B5-4741-86AD-6FFBC7A08D3C}" srcOrd="0" destOrd="0" presId="urn:microsoft.com/office/officeart/2005/8/layout/radial6"/>
    <dgm:cxn modelId="{F60251D8-2C4B-4396-8A3C-D914DD52556F}" type="presOf" srcId="{ABE9754A-E0BF-4650-BCD5-39116AFB6D06}" destId="{27592D7C-98B4-4055-92A7-BC850C1DF573}" srcOrd="0" destOrd="0" presId="urn:microsoft.com/office/officeart/2005/8/layout/radial6"/>
    <dgm:cxn modelId="{A12B9EE5-ADD4-4172-935F-3A246B583C6C}" type="presOf" srcId="{24822640-C1DE-45B8-989A-D169C2DE40CC}" destId="{5DBC8A6F-446B-4ECB-8B44-CAD44FE9A2B8}" srcOrd="0" destOrd="0" presId="urn:microsoft.com/office/officeart/2005/8/layout/radial6"/>
    <dgm:cxn modelId="{4ED49E7E-8406-43A9-AB97-85BA9FAD8371}" type="presParOf" srcId="{6A619035-5162-41B9-A555-4329057D138A}" destId="{C389F1EE-0802-43E7-A704-912C682E4ADB}" srcOrd="0" destOrd="0" presId="urn:microsoft.com/office/officeart/2005/8/layout/radial6"/>
    <dgm:cxn modelId="{5A8C852D-69B6-4F8B-92DD-1ABECB97892B}" type="presParOf" srcId="{6A619035-5162-41B9-A555-4329057D138A}" destId="{C71F27E3-DCA8-473A-A297-D3FDE710E22A}" srcOrd="1" destOrd="0" presId="urn:microsoft.com/office/officeart/2005/8/layout/radial6"/>
    <dgm:cxn modelId="{72D4D018-A9E9-44AC-8688-05DEA6B07261}" type="presParOf" srcId="{6A619035-5162-41B9-A555-4329057D138A}" destId="{3189F502-5EB0-405E-8D46-1FCEBB841251}" srcOrd="2" destOrd="0" presId="urn:microsoft.com/office/officeart/2005/8/layout/radial6"/>
    <dgm:cxn modelId="{4801C046-58F4-48A4-B12F-63C74C18B8FC}" type="presParOf" srcId="{6A619035-5162-41B9-A555-4329057D138A}" destId="{4A18AD0E-2055-40B1-B265-85356E5D1D1A}" srcOrd="3" destOrd="0" presId="urn:microsoft.com/office/officeart/2005/8/layout/radial6"/>
    <dgm:cxn modelId="{48935436-102A-433E-AD72-F13D0C32C42C}" type="presParOf" srcId="{6A619035-5162-41B9-A555-4329057D138A}" destId="{27592D7C-98B4-4055-92A7-BC850C1DF573}" srcOrd="4" destOrd="0" presId="urn:microsoft.com/office/officeart/2005/8/layout/radial6"/>
    <dgm:cxn modelId="{56C5AD1E-07C7-4E9A-9956-BC216B1B7F91}" type="presParOf" srcId="{6A619035-5162-41B9-A555-4329057D138A}" destId="{C8E2FACD-38E8-4049-A77F-7F18F2174FAA}" srcOrd="5" destOrd="0" presId="urn:microsoft.com/office/officeart/2005/8/layout/radial6"/>
    <dgm:cxn modelId="{71F8F28B-0A68-47BA-86C7-CB5616F3546F}" type="presParOf" srcId="{6A619035-5162-41B9-A555-4329057D138A}" destId="{3A4A1165-49FE-495F-874D-C95E1A453DCA}" srcOrd="6" destOrd="0" presId="urn:microsoft.com/office/officeart/2005/8/layout/radial6"/>
    <dgm:cxn modelId="{AB3A55C1-0790-4FCD-AB61-75F01D502226}" type="presParOf" srcId="{6A619035-5162-41B9-A555-4329057D138A}" destId="{7970332F-01B5-4741-86AD-6FFBC7A08D3C}" srcOrd="7" destOrd="0" presId="urn:microsoft.com/office/officeart/2005/8/layout/radial6"/>
    <dgm:cxn modelId="{C96572A0-E982-4D88-92D9-4FFC07C7ED07}" type="presParOf" srcId="{6A619035-5162-41B9-A555-4329057D138A}" destId="{F771678D-D55C-41C1-AE23-37D39AD7090F}" srcOrd="8" destOrd="0" presId="urn:microsoft.com/office/officeart/2005/8/layout/radial6"/>
    <dgm:cxn modelId="{79A4AA45-84B4-44FD-92A1-91E1A3C534D7}" type="presParOf" srcId="{6A619035-5162-41B9-A555-4329057D138A}" destId="{1C53E685-8D55-427F-BA7A-ED3F30884FAE}" srcOrd="9" destOrd="0" presId="urn:microsoft.com/office/officeart/2005/8/layout/radial6"/>
    <dgm:cxn modelId="{A3E13B5C-AB78-49D9-A172-44CB2856FB55}" type="presParOf" srcId="{6A619035-5162-41B9-A555-4329057D138A}" destId="{F29CA479-4C2A-413A-8E91-A2C4A05877C1}" srcOrd="10" destOrd="0" presId="urn:microsoft.com/office/officeart/2005/8/layout/radial6"/>
    <dgm:cxn modelId="{4FAF3A00-F1C3-4E06-AD1F-8D59E1911A6F}" type="presParOf" srcId="{6A619035-5162-41B9-A555-4329057D138A}" destId="{6C61A17F-DE62-4E01-A30C-EDAE7D3899B7}" srcOrd="11" destOrd="0" presId="urn:microsoft.com/office/officeart/2005/8/layout/radial6"/>
    <dgm:cxn modelId="{08A31DDA-7E45-4255-97CC-A5200FF0503D}" type="presParOf" srcId="{6A619035-5162-41B9-A555-4329057D138A}" destId="{5DBC8A6F-446B-4ECB-8B44-CAD44FE9A2B8}" srcOrd="12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BC8A6F-446B-4ECB-8B44-CAD44FE9A2B8}">
      <dsp:nvSpPr>
        <dsp:cNvPr id="0" name=""/>
        <dsp:cNvSpPr/>
      </dsp:nvSpPr>
      <dsp:spPr>
        <a:xfrm>
          <a:off x="699372" y="568728"/>
          <a:ext cx="3790305" cy="3790305"/>
        </a:xfrm>
        <a:prstGeom prst="blockArc">
          <a:avLst>
            <a:gd name="adj1" fmla="val 10800000"/>
            <a:gd name="adj2" fmla="val 16200000"/>
            <a:gd name="adj3" fmla="val 464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53E685-8D55-427F-BA7A-ED3F30884FAE}">
      <dsp:nvSpPr>
        <dsp:cNvPr id="0" name=""/>
        <dsp:cNvSpPr/>
      </dsp:nvSpPr>
      <dsp:spPr>
        <a:xfrm>
          <a:off x="699372" y="568728"/>
          <a:ext cx="3790305" cy="3790305"/>
        </a:xfrm>
        <a:prstGeom prst="blockArc">
          <a:avLst>
            <a:gd name="adj1" fmla="val 5400000"/>
            <a:gd name="adj2" fmla="val 10800000"/>
            <a:gd name="adj3" fmla="val 464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4A1165-49FE-495F-874D-C95E1A453DCA}">
      <dsp:nvSpPr>
        <dsp:cNvPr id="0" name=""/>
        <dsp:cNvSpPr/>
      </dsp:nvSpPr>
      <dsp:spPr>
        <a:xfrm>
          <a:off x="699372" y="568728"/>
          <a:ext cx="3790305" cy="3790305"/>
        </a:xfrm>
        <a:prstGeom prst="blockArc">
          <a:avLst>
            <a:gd name="adj1" fmla="val 0"/>
            <a:gd name="adj2" fmla="val 5400000"/>
            <a:gd name="adj3" fmla="val 464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18AD0E-2055-40B1-B265-85356E5D1D1A}">
      <dsp:nvSpPr>
        <dsp:cNvPr id="0" name=""/>
        <dsp:cNvSpPr/>
      </dsp:nvSpPr>
      <dsp:spPr>
        <a:xfrm>
          <a:off x="699372" y="568728"/>
          <a:ext cx="3790305" cy="3790305"/>
        </a:xfrm>
        <a:prstGeom prst="blockArc">
          <a:avLst>
            <a:gd name="adj1" fmla="val 16200000"/>
            <a:gd name="adj2" fmla="val 0"/>
            <a:gd name="adj3" fmla="val 464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89F1EE-0802-43E7-A704-912C682E4ADB}">
      <dsp:nvSpPr>
        <dsp:cNvPr id="0" name=""/>
        <dsp:cNvSpPr/>
      </dsp:nvSpPr>
      <dsp:spPr>
        <a:xfrm>
          <a:off x="1721659" y="1591015"/>
          <a:ext cx="1745730" cy="174573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Hardware-In-Loop</a:t>
          </a:r>
        </a:p>
      </dsp:txBody>
      <dsp:txXfrm>
        <a:off x="1977315" y="1846671"/>
        <a:ext cx="1234418" cy="1234418"/>
      </dsp:txXfrm>
    </dsp:sp>
    <dsp:sp modelId="{C71F27E3-DCA8-473A-A297-D3FDE710E22A}">
      <dsp:nvSpPr>
        <dsp:cNvPr id="0" name=""/>
        <dsp:cNvSpPr/>
      </dsp:nvSpPr>
      <dsp:spPr>
        <a:xfrm>
          <a:off x="1901736" y="1715"/>
          <a:ext cx="1385577" cy="122201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Validation</a:t>
          </a:r>
        </a:p>
      </dsp:txBody>
      <dsp:txXfrm>
        <a:off x="2104649" y="180674"/>
        <a:ext cx="979751" cy="864093"/>
      </dsp:txXfrm>
    </dsp:sp>
    <dsp:sp modelId="{27592D7C-98B4-4055-92A7-BC850C1DF573}">
      <dsp:nvSpPr>
        <dsp:cNvPr id="0" name=""/>
        <dsp:cNvSpPr/>
      </dsp:nvSpPr>
      <dsp:spPr>
        <a:xfrm>
          <a:off x="3834679" y="1852875"/>
          <a:ext cx="1222011" cy="122201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Systems</a:t>
          </a:r>
        </a:p>
      </dsp:txBody>
      <dsp:txXfrm>
        <a:off x="4013638" y="2031834"/>
        <a:ext cx="864093" cy="864093"/>
      </dsp:txXfrm>
    </dsp:sp>
    <dsp:sp modelId="{7970332F-01B5-4741-86AD-6FFBC7A08D3C}">
      <dsp:nvSpPr>
        <dsp:cNvPr id="0" name=""/>
        <dsp:cNvSpPr/>
      </dsp:nvSpPr>
      <dsp:spPr>
        <a:xfrm>
          <a:off x="1983519" y="3704035"/>
          <a:ext cx="1222011" cy="122201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Core Sensor </a:t>
          </a:r>
        </a:p>
      </dsp:txBody>
      <dsp:txXfrm>
        <a:off x="2162478" y="3882994"/>
        <a:ext cx="864093" cy="864093"/>
      </dsp:txXfrm>
    </dsp:sp>
    <dsp:sp modelId="{F29CA479-4C2A-413A-8E91-A2C4A05877C1}">
      <dsp:nvSpPr>
        <dsp:cNvPr id="0" name=""/>
        <dsp:cNvSpPr/>
      </dsp:nvSpPr>
      <dsp:spPr>
        <a:xfrm>
          <a:off x="132359" y="1852875"/>
          <a:ext cx="1222011" cy="122201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Customer </a:t>
          </a:r>
          <a:br>
            <a:rPr lang="en-US" sz="1500" kern="1200" dirty="0"/>
          </a:br>
          <a:r>
            <a:rPr lang="en-US" sz="1500" kern="1200" dirty="0"/>
            <a:t>(Fusion, KPIs)</a:t>
          </a:r>
        </a:p>
      </dsp:txBody>
      <dsp:txXfrm>
        <a:off x="311318" y="2031834"/>
        <a:ext cx="864093" cy="8640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F63C2B-7622-0048-9737-00D777C842A4}" type="datetimeFigureOut">
              <a:rPr lang="en-US" smtClean="0"/>
              <a:t>3/10/2024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80450-3FB4-A045-97DC-2269F700E0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781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/>
          <p:cNvSpPr/>
          <p:nvPr userDrawn="1"/>
        </p:nvSpPr>
        <p:spPr>
          <a:xfrm>
            <a:off x="-241739" y="1718442"/>
            <a:ext cx="491358" cy="49135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609600" y="1600200"/>
            <a:ext cx="7010400" cy="3352800"/>
          </a:xfrm>
        </p:spPr>
        <p:txBody>
          <a:bodyPr>
            <a:normAutofit/>
          </a:bodyPr>
          <a:lstStyle>
            <a:lvl1pPr>
              <a:defRPr sz="4800" cap="all" spc="200" baseline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0872" y="6141573"/>
            <a:ext cx="2289401" cy="51563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381000"/>
            <a:ext cx="2743200" cy="304800"/>
          </a:xfrm>
        </p:spPr>
        <p:txBody>
          <a:bodyPr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657600" y="381000"/>
            <a:ext cx="3962400" cy="304800"/>
          </a:xfrm>
        </p:spPr>
        <p:txBody>
          <a:bodyPr>
            <a:normAutofit/>
          </a:bodyPr>
          <a:lstStyle>
            <a:lvl1pPr>
              <a:defRPr sz="1800" b="1"/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685800"/>
            <a:ext cx="3962400" cy="304800"/>
          </a:xfrm>
        </p:spPr>
        <p:txBody>
          <a:bodyPr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en-US" dirty="0"/>
              <a:t>Presenter Title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1908" y="6141328"/>
            <a:ext cx="2290482" cy="515875"/>
          </a:xfrm>
          <a:prstGeom prst="rect">
            <a:avLst/>
          </a:prstGeom>
        </p:spPr>
      </p:pic>
      <p:sp>
        <p:nvSpPr>
          <p:cNvPr id="15" name="Oval 14"/>
          <p:cNvSpPr/>
          <p:nvPr userDrawn="1"/>
        </p:nvSpPr>
        <p:spPr>
          <a:xfrm>
            <a:off x="-241739" y="1718442"/>
            <a:ext cx="491358" cy="49135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609600" y="1600200"/>
            <a:ext cx="7010400" cy="3352800"/>
          </a:xfrm>
        </p:spPr>
        <p:txBody>
          <a:bodyPr>
            <a:normAutofit/>
          </a:bodyPr>
          <a:lstStyle>
            <a:lvl1pPr>
              <a:defRPr sz="4800" cap="all" spc="200" baseline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381000"/>
            <a:ext cx="2743200" cy="304800"/>
          </a:xfrm>
        </p:spPr>
        <p:txBody>
          <a:bodyPr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657600" y="381000"/>
            <a:ext cx="3962400" cy="304800"/>
          </a:xfrm>
        </p:spPr>
        <p:txBody>
          <a:bodyPr>
            <a:normAutofit/>
          </a:bodyPr>
          <a:lstStyle>
            <a:lvl1pPr>
              <a:defRPr sz="1800" b="1"/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685800"/>
            <a:ext cx="3962400" cy="304800"/>
          </a:xfrm>
        </p:spPr>
        <p:txBody>
          <a:bodyPr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en-US" dirty="0"/>
              <a:t>Presenter Title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+ imag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5867400"/>
          </a:xfrm>
          <a:solidFill>
            <a:schemeClr val="accent4"/>
          </a:solidFill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609600" y="1600200"/>
            <a:ext cx="7010400" cy="3352800"/>
          </a:xfrm>
        </p:spPr>
        <p:txBody>
          <a:bodyPr>
            <a:normAutofit/>
          </a:bodyPr>
          <a:lstStyle>
            <a:lvl1pPr>
              <a:defRPr sz="4800" cap="all" spc="200" baseline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0872" y="6141573"/>
            <a:ext cx="2289401" cy="515630"/>
          </a:xfrm>
          <a:prstGeom prst="rect">
            <a:avLst/>
          </a:prstGeom>
        </p:spPr>
      </p:pic>
      <p:sp>
        <p:nvSpPr>
          <p:cNvPr id="8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09600" y="381000"/>
            <a:ext cx="2743200" cy="304800"/>
          </a:xfrm>
        </p:spPr>
        <p:txBody>
          <a:bodyPr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381000"/>
            <a:ext cx="3962400" cy="304800"/>
          </a:xfrm>
        </p:spPr>
        <p:txBody>
          <a:bodyPr>
            <a:normAutofit/>
          </a:bodyPr>
          <a:lstStyle>
            <a:lvl1pPr>
              <a:defRPr sz="1800" b="1"/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3657600" y="685800"/>
            <a:ext cx="3962400" cy="304800"/>
          </a:xfrm>
        </p:spPr>
        <p:txBody>
          <a:bodyPr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en-US" dirty="0"/>
              <a:t>Presenter Title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7059581"/>
            <a:ext cx="4804898" cy="184666"/>
            <a:chOff x="6311590" y="7118434"/>
            <a:chExt cx="4796677" cy="184666"/>
          </a:xfrm>
        </p:grpSpPr>
        <p:sp>
          <p:nvSpPr>
            <p:cNvPr id="12" name="Rectangle 11"/>
            <p:cNvSpPr/>
            <p:nvPr userDrawn="1"/>
          </p:nvSpPr>
          <p:spPr>
            <a:xfrm>
              <a:off x="6311590" y="7118434"/>
              <a:ext cx="457200" cy="1692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l"/>
              <a:r>
                <a:rPr lang="en-US" sz="1100" b="1" baseline="0" dirty="0">
                  <a:solidFill>
                    <a:srgbClr val="929D96"/>
                  </a:solidFill>
                </a:rPr>
                <a:t>Note</a:t>
              </a:r>
              <a:endParaRPr lang="en-US" sz="1100" baseline="0" dirty="0">
                <a:solidFill>
                  <a:srgbClr val="929D96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793974" y="7133823"/>
              <a:ext cx="4314293" cy="16927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en-US" sz="1100" baseline="0" dirty="0">
                  <a:solidFill>
                    <a:srgbClr val="929D96"/>
                  </a:solidFill>
                  <a:sym typeface="Wingdings 3" panose="05040102010807070707" pitchFamily="18" charset="2"/>
                </a:rPr>
                <a:t>Use this slide with a light colored image</a:t>
              </a:r>
            </a:p>
          </p:txBody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+ imag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5867400"/>
          </a:xfrm>
          <a:solidFill>
            <a:schemeClr val="accent4"/>
          </a:solidFill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1908" y="6141328"/>
            <a:ext cx="2290482" cy="515875"/>
          </a:xfrm>
          <a:prstGeom prst="rect">
            <a:avLst/>
          </a:prstGeom>
        </p:spPr>
      </p:pic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609600" y="1600200"/>
            <a:ext cx="7010400" cy="335280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>
              <a:defRPr sz="4800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09600" y="381000"/>
            <a:ext cx="2743200" cy="304800"/>
          </a:xfrm>
        </p:spPr>
        <p:txBody>
          <a:bodyPr>
            <a:normAutofit/>
          </a:bodyPr>
          <a:lstStyle>
            <a:lvl1pPr>
              <a:defRPr sz="18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381000"/>
            <a:ext cx="3962400" cy="304800"/>
          </a:xfrm>
        </p:spPr>
        <p:txBody>
          <a:bodyPr>
            <a:normAutofit/>
          </a:bodyPr>
          <a:lstStyle>
            <a:lvl1pPr>
              <a:defRPr sz="1800" b="1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3657600" y="685800"/>
            <a:ext cx="3962400" cy="304800"/>
          </a:xfrm>
        </p:spPr>
        <p:txBody>
          <a:bodyPr>
            <a:normAutofit/>
          </a:bodyPr>
          <a:lstStyle>
            <a:lvl1pPr>
              <a:defRPr sz="18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 dirty="0"/>
              <a:t>Presenter Title</a:t>
            </a: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7081353"/>
            <a:ext cx="4804898" cy="184666"/>
            <a:chOff x="6311590" y="7118434"/>
            <a:chExt cx="4796677" cy="184666"/>
          </a:xfrm>
        </p:grpSpPr>
        <p:sp>
          <p:nvSpPr>
            <p:cNvPr id="14" name="Rectangle 13"/>
            <p:cNvSpPr/>
            <p:nvPr userDrawn="1"/>
          </p:nvSpPr>
          <p:spPr>
            <a:xfrm>
              <a:off x="6311590" y="7118434"/>
              <a:ext cx="457200" cy="1692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l"/>
              <a:r>
                <a:rPr lang="en-US" sz="1100" b="1" baseline="0" dirty="0">
                  <a:solidFill>
                    <a:srgbClr val="929D96"/>
                  </a:solidFill>
                </a:rPr>
                <a:t>Note</a:t>
              </a:r>
              <a:endParaRPr lang="en-US" sz="1100" baseline="0" dirty="0">
                <a:solidFill>
                  <a:srgbClr val="929D96"/>
                </a:solidFill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793974" y="7133823"/>
              <a:ext cx="4314293" cy="16927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en-US" sz="1100" baseline="0" dirty="0">
                  <a:solidFill>
                    <a:srgbClr val="929D96"/>
                  </a:solidFill>
                  <a:sym typeface="Wingdings 3" panose="05040102010807070707" pitchFamily="18" charset="2"/>
                </a:rPr>
                <a:t>Use this slide with a dark colored image</a:t>
              </a: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609600" y="685800"/>
            <a:ext cx="5486400" cy="2743200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7843" y="6303831"/>
            <a:ext cx="1600200" cy="36040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609600" y="685800"/>
            <a:ext cx="5486400" cy="2743200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609600" y="685800"/>
            <a:ext cx="5486400" cy="2743200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609600" y="381000"/>
            <a:ext cx="10972800" cy="5791200"/>
          </a:xfrm>
          <a:solidFill>
            <a:schemeClr val="accent4"/>
          </a:solidFill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914400" y="685800"/>
            <a:ext cx="5181600" cy="2743200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call out +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381001"/>
            <a:ext cx="8229601" cy="9239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9600" y="1905000"/>
            <a:ext cx="8229600" cy="3962400"/>
          </a:xfrm>
        </p:spPr>
        <p:txBody>
          <a:bodyPr>
            <a:normAutofit/>
          </a:bodyPr>
          <a:lstStyle>
            <a:lvl1pPr>
              <a:defRPr sz="50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Oval 7"/>
          <p:cNvSpPr/>
          <p:nvPr userDrawn="1"/>
        </p:nvSpPr>
        <p:spPr>
          <a:xfrm>
            <a:off x="-241739" y="2050134"/>
            <a:ext cx="491358" cy="49135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call out no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9600" y="381000"/>
            <a:ext cx="8229600" cy="5486400"/>
          </a:xfrm>
        </p:spPr>
        <p:txBody>
          <a:bodyPr>
            <a:normAutofit/>
          </a:bodyPr>
          <a:lstStyle>
            <a:lvl1pPr>
              <a:defRPr sz="50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Oval 5"/>
          <p:cNvSpPr/>
          <p:nvPr userDrawn="1"/>
        </p:nvSpPr>
        <p:spPr>
          <a:xfrm>
            <a:off x="-241739" y="526132"/>
            <a:ext cx="491358" cy="49135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tex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09600" y="1905000"/>
            <a:ext cx="10969246" cy="3962400"/>
          </a:xfrm>
        </p:spPr>
        <p:txBody>
          <a:bodyPr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text wide +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09600" y="1905000"/>
            <a:ext cx="10969246" cy="3657600"/>
          </a:xfrm>
        </p:spPr>
        <p:txBody>
          <a:bodyPr bIns="18288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9"/>
          </p:nvPr>
        </p:nvSpPr>
        <p:spPr>
          <a:xfrm>
            <a:off x="609600" y="5562600"/>
            <a:ext cx="10969625" cy="609600"/>
          </a:xfrm>
          <a:solidFill>
            <a:schemeClr val="accent6"/>
          </a:solidFill>
        </p:spPr>
        <p:txBody>
          <a:bodyPr lIns="182880" tIns="182880" rIns="182880" bIns="182880" anchor="ctr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6397247" y="1905000"/>
            <a:ext cx="5181600" cy="3962400"/>
          </a:xfrm>
        </p:spPr>
        <p:txBody>
          <a:bodyPr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09600" y="1905000"/>
            <a:ext cx="5181600" cy="3962400"/>
          </a:xfrm>
        </p:spPr>
        <p:txBody>
          <a:bodyPr>
            <a:noAutofit/>
          </a:bodyPr>
          <a:lstStyle>
            <a:lvl7pPr>
              <a:defRPr baseline="0"/>
            </a:lvl7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 column +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6397247" y="1905000"/>
            <a:ext cx="5181600" cy="3657600"/>
          </a:xfrm>
        </p:spPr>
        <p:txBody>
          <a:bodyPr bIns="18288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09600" y="1905000"/>
            <a:ext cx="5181600" cy="3657600"/>
          </a:xfrm>
        </p:spPr>
        <p:txBody>
          <a:bodyPr bIns="182880">
            <a:noAutofit/>
          </a:bodyPr>
          <a:lstStyle>
            <a:lvl7pPr>
              <a:defRPr baseline="0"/>
            </a:lvl7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quarter" idx="19"/>
          </p:nvPr>
        </p:nvSpPr>
        <p:spPr>
          <a:xfrm>
            <a:off x="609600" y="5562600"/>
            <a:ext cx="10969625" cy="609600"/>
          </a:xfrm>
          <a:solidFill>
            <a:schemeClr val="tx2"/>
          </a:solidFill>
        </p:spPr>
        <p:txBody>
          <a:bodyPr lIns="182880" tIns="182880" rIns="182880" bIns="182880" anchor="ctr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09600" y="1905000"/>
            <a:ext cx="5181600" cy="3962400"/>
          </a:xfrm>
          <a:solidFill>
            <a:schemeClr val="accent4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6397247" y="1905000"/>
            <a:ext cx="5181600" cy="3962400"/>
          </a:xfrm>
        </p:spPr>
        <p:txBody>
          <a:bodyPr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609600" y="5282625"/>
            <a:ext cx="5181600" cy="584775"/>
          </a:xfrm>
        </p:spPr>
        <p:txBody>
          <a:bodyPr lIns="182880" tIns="182880" rIns="182880" bIns="182880" anchor="b">
            <a:noAutofit/>
          </a:bodyPr>
          <a:lstStyle>
            <a:lvl1pPr>
              <a:defRPr sz="1600" b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 dirty="0"/>
              <a:t>Image caption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397247" y="1905000"/>
            <a:ext cx="5181600" cy="3974128"/>
          </a:xfrm>
          <a:solidFill>
            <a:schemeClr val="accent4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609600" y="1905000"/>
            <a:ext cx="5181600" cy="3968264"/>
          </a:xfrm>
        </p:spPr>
        <p:txBody>
          <a:bodyPr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6397247" y="5263575"/>
            <a:ext cx="5181600" cy="615553"/>
          </a:xfrm>
        </p:spPr>
        <p:txBody>
          <a:bodyPr lIns="182880" tIns="182880" rIns="182880" bIns="182880" anchor="b">
            <a:noAutofit/>
          </a:bodyPr>
          <a:lstStyle>
            <a:lvl1pPr>
              <a:defRPr sz="1600" b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 dirty="0"/>
              <a:t>Image caption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 out + image le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09600" y="1905000"/>
            <a:ext cx="5181600" cy="3965448"/>
          </a:xfr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6397247" y="1905000"/>
            <a:ext cx="5181600" cy="3965448"/>
          </a:xfrm>
          <a:solidFill>
            <a:schemeClr val="tx2"/>
          </a:solidFill>
        </p:spPr>
        <p:txBody>
          <a:bodyPr lIns="365760" tIns="365760" rIns="365760" bIns="365760"/>
          <a:lstStyle>
            <a:lvl1pPr>
              <a:defRPr b="0">
                <a:solidFill>
                  <a:schemeClr val="bg1"/>
                </a:solidFill>
              </a:defRPr>
            </a:lvl1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609600" y="5285673"/>
            <a:ext cx="5181599" cy="584775"/>
          </a:xfrm>
        </p:spPr>
        <p:txBody>
          <a:bodyPr lIns="182880" tIns="182880" rIns="182880" bIns="182880">
            <a:noAutofit/>
          </a:bodyPr>
          <a:lstStyle>
            <a:lvl1pPr>
              <a:defRPr sz="16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 dirty="0"/>
              <a:t>Image caption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 out + image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397247" y="1910444"/>
            <a:ext cx="5181600" cy="3956955"/>
          </a:xfrm>
          <a:solidFill>
            <a:schemeClr val="accent4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6397247" y="5282625"/>
            <a:ext cx="5181600" cy="584775"/>
          </a:xfrm>
        </p:spPr>
        <p:txBody>
          <a:bodyPr lIns="182880" tIns="182880" rIns="182880" bIns="182880" anchor="b">
            <a:noAutofit/>
          </a:bodyPr>
          <a:lstStyle>
            <a:lvl1pPr>
              <a:defRPr sz="1400" b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 dirty="0"/>
              <a:t>Image caption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609600" y="1905000"/>
            <a:ext cx="5486400" cy="3962400"/>
          </a:xfrm>
          <a:solidFill>
            <a:schemeClr val="tx2"/>
          </a:solidFill>
        </p:spPr>
        <p:txBody>
          <a:bodyPr lIns="365760" tIns="365760" rIns="365760" bIns="365760"/>
          <a:lstStyle>
            <a:lvl1pPr>
              <a:defRPr b="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 baseline="0">
                <a:solidFill>
                  <a:schemeClr val="tx1"/>
                </a:solidFill>
              </a:defRPr>
            </a:lvl6pPr>
            <a:lvl7pPr>
              <a:defRPr baseline="0"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4417823" y="1905000"/>
            <a:ext cx="3356353" cy="3959994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09601" y="1905000"/>
            <a:ext cx="3352800" cy="3959994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8222494" y="1907406"/>
            <a:ext cx="3356353" cy="3959994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3 column +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4417823" y="1905000"/>
            <a:ext cx="3356353" cy="3657600"/>
          </a:xfrm>
        </p:spPr>
        <p:txBody>
          <a:bodyPr bIns="182880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09601" y="1905000"/>
            <a:ext cx="3352800" cy="3657600"/>
          </a:xfrm>
        </p:spPr>
        <p:txBody>
          <a:bodyPr bIns="182880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8222494" y="1907406"/>
            <a:ext cx="3356353" cy="3657600"/>
          </a:xfrm>
        </p:spPr>
        <p:txBody>
          <a:bodyPr bIns="182880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quarter" idx="20"/>
          </p:nvPr>
        </p:nvSpPr>
        <p:spPr>
          <a:xfrm>
            <a:off x="609600" y="5562600"/>
            <a:ext cx="10969625" cy="609600"/>
          </a:xfrm>
          <a:solidFill>
            <a:schemeClr val="accent6"/>
          </a:solidFill>
        </p:spPr>
        <p:txBody>
          <a:bodyPr lIns="182880" tIns="182880" rIns="182880" bIns="182880" anchor="ctr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607823" y="1905000"/>
            <a:ext cx="3352800" cy="3962400"/>
          </a:xfrm>
          <a:solidFill>
            <a:schemeClr val="accent4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4417823" y="1905000"/>
            <a:ext cx="3352800" cy="3962400"/>
          </a:xfrm>
          <a:solidFill>
            <a:schemeClr val="accent4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8229600" y="1905000"/>
            <a:ext cx="3352800" cy="3962400"/>
          </a:xfrm>
          <a:solidFill>
            <a:schemeClr val="accent4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607823" y="5282625"/>
            <a:ext cx="3352800" cy="584775"/>
          </a:xfrm>
        </p:spPr>
        <p:txBody>
          <a:bodyPr lIns="182880" tIns="182880" rIns="182880" bIns="182880" anchor="b">
            <a:noAutofit/>
          </a:bodyPr>
          <a:lstStyle>
            <a:lvl1pPr>
              <a:defRPr sz="14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 dirty="0"/>
              <a:t>Image caption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21" hasCustomPrompt="1"/>
          </p:nvPr>
        </p:nvSpPr>
        <p:spPr>
          <a:xfrm>
            <a:off x="4417823" y="5282625"/>
            <a:ext cx="3352800" cy="584775"/>
          </a:xfrm>
        </p:spPr>
        <p:txBody>
          <a:bodyPr lIns="182880" tIns="182880" rIns="182880" bIns="182880" anchor="b">
            <a:noAutofit/>
          </a:bodyPr>
          <a:lstStyle>
            <a:lvl1pPr>
              <a:defRPr sz="14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/>
              <a:t>Image caption</a:t>
            </a:r>
            <a:endParaRPr lang="en-US" dirty="0"/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22" hasCustomPrompt="1"/>
          </p:nvPr>
        </p:nvSpPr>
        <p:spPr>
          <a:xfrm>
            <a:off x="8226047" y="5282625"/>
            <a:ext cx="3352800" cy="584775"/>
          </a:xfrm>
        </p:spPr>
        <p:txBody>
          <a:bodyPr lIns="182880" tIns="182880" rIns="182880" bIns="182880" anchor="b">
            <a:noAutofit/>
          </a:bodyPr>
          <a:lstStyle>
            <a:lvl1pPr>
              <a:defRPr sz="14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 dirty="0"/>
              <a:t>Image caption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text + images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09601" y="1905000"/>
            <a:ext cx="3352800" cy="3970526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4419600" y="1905000"/>
            <a:ext cx="3352800" cy="3970526"/>
          </a:xfrm>
          <a:solidFill>
            <a:schemeClr val="accent4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8229600" y="1905000"/>
            <a:ext cx="3352800" cy="3970526"/>
          </a:xfrm>
          <a:solidFill>
            <a:schemeClr val="accent4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21" hasCustomPrompt="1"/>
          </p:nvPr>
        </p:nvSpPr>
        <p:spPr>
          <a:xfrm>
            <a:off x="4419600" y="5290751"/>
            <a:ext cx="3352800" cy="584775"/>
          </a:xfrm>
          <a:effectLst/>
        </p:spPr>
        <p:txBody>
          <a:bodyPr lIns="182880" tIns="182880" rIns="182880" bIns="182880" anchor="b">
            <a:normAutofit/>
          </a:bodyPr>
          <a:lstStyle>
            <a:lvl1pPr>
              <a:defRPr sz="14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 dirty="0"/>
              <a:t>Image caption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22" hasCustomPrompt="1"/>
          </p:nvPr>
        </p:nvSpPr>
        <p:spPr>
          <a:xfrm>
            <a:off x="8229600" y="5290751"/>
            <a:ext cx="3352800" cy="584775"/>
          </a:xfrm>
          <a:effectLst/>
        </p:spPr>
        <p:txBody>
          <a:bodyPr lIns="182880" tIns="182880" rIns="182880" bIns="182880" anchor="b">
            <a:normAutofit/>
          </a:bodyPr>
          <a:lstStyle>
            <a:lvl1pPr>
              <a:defRPr sz="14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/>
              <a:t>Image caption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text +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4417823" y="1905000"/>
            <a:ext cx="3356353" cy="3962400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09601" y="1905000"/>
            <a:ext cx="3352800" cy="3962400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8229600" y="1905000"/>
            <a:ext cx="3352800" cy="3962400"/>
          </a:xfrm>
          <a:solidFill>
            <a:schemeClr val="accent4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22" hasCustomPrompt="1"/>
          </p:nvPr>
        </p:nvSpPr>
        <p:spPr>
          <a:xfrm>
            <a:off x="8226047" y="5282626"/>
            <a:ext cx="3352800" cy="584775"/>
          </a:xfrm>
        </p:spPr>
        <p:txBody>
          <a:bodyPr lIns="182880" tIns="182880" rIns="182880" bIns="182880" anchor="b">
            <a:noAutofit/>
          </a:bodyPr>
          <a:lstStyle>
            <a:lvl1pPr>
              <a:defRPr sz="14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 dirty="0"/>
              <a:t>Image caption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3411224" y="1905000"/>
            <a:ext cx="2566737" cy="3962400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09601" y="1905000"/>
            <a:ext cx="2564020" cy="3962400"/>
          </a:xfrm>
        </p:spPr>
        <p:txBody>
          <a:bodyPr>
            <a:noAutofit/>
          </a:bodyPr>
          <a:lstStyle>
            <a:lvl1pPr>
              <a:defRPr sz="2800"/>
            </a:lvl1pPr>
            <a:lvl7pPr>
              <a:defRPr>
                <a:solidFill>
                  <a:srgbClr val="929D96"/>
                </a:solidFill>
              </a:defRPr>
            </a:lvl7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6215564" y="1905000"/>
            <a:ext cx="2566737" cy="3962400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9019903" y="1905000"/>
            <a:ext cx="2566737" cy="3962400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text +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3411224" y="1905000"/>
            <a:ext cx="2566737" cy="3657599"/>
          </a:xfrm>
        </p:spPr>
        <p:txBody>
          <a:bodyPr bIns="182880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09601" y="1905000"/>
            <a:ext cx="2564020" cy="3657599"/>
          </a:xfrm>
        </p:spPr>
        <p:txBody>
          <a:bodyPr>
            <a:noAutofit/>
          </a:bodyPr>
          <a:lstStyle>
            <a:lvl1pPr>
              <a:defRPr sz="2800"/>
            </a:lvl1pPr>
            <a:lvl7pPr>
              <a:defRPr>
                <a:solidFill>
                  <a:srgbClr val="929D96"/>
                </a:solidFill>
              </a:defRPr>
            </a:lvl7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6215564" y="1905000"/>
            <a:ext cx="2566737" cy="3657599"/>
          </a:xfrm>
        </p:spPr>
        <p:txBody>
          <a:bodyPr bIns="182880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9019903" y="1905000"/>
            <a:ext cx="2566737" cy="3657599"/>
          </a:xfrm>
        </p:spPr>
        <p:txBody>
          <a:bodyPr bIns="182880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quarter" idx="21"/>
          </p:nvPr>
        </p:nvSpPr>
        <p:spPr>
          <a:xfrm>
            <a:off x="609600" y="5562600"/>
            <a:ext cx="10969625" cy="609600"/>
          </a:xfrm>
          <a:solidFill>
            <a:schemeClr val="accent6"/>
          </a:solidFill>
        </p:spPr>
        <p:txBody>
          <a:bodyPr lIns="182880" tIns="182880" rIns="182880" bIns="182880" anchor="ctr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9016465" y="1905000"/>
            <a:ext cx="2566737" cy="3962400"/>
          </a:xfrm>
          <a:solidFill>
            <a:schemeClr val="accent4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3412981" y="1905000"/>
            <a:ext cx="2566737" cy="3962400"/>
          </a:xfrm>
          <a:solidFill>
            <a:schemeClr val="accent4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22" hasCustomPrompt="1"/>
          </p:nvPr>
        </p:nvSpPr>
        <p:spPr>
          <a:xfrm>
            <a:off x="9014688" y="5282626"/>
            <a:ext cx="2570290" cy="584775"/>
          </a:xfrm>
        </p:spPr>
        <p:txBody>
          <a:bodyPr lIns="182880" tIns="182880" rIns="182880" bIns="182880" anchor="b">
            <a:noAutofit/>
          </a:bodyPr>
          <a:lstStyle>
            <a:lvl1pPr>
              <a:defRPr sz="14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 dirty="0"/>
              <a:t>Image caption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23" hasCustomPrompt="1"/>
          </p:nvPr>
        </p:nvSpPr>
        <p:spPr>
          <a:xfrm>
            <a:off x="3411204" y="5282626"/>
            <a:ext cx="2570290" cy="584775"/>
          </a:xfrm>
        </p:spPr>
        <p:txBody>
          <a:bodyPr lIns="182880" tIns="182880" rIns="182880" bIns="182880" anchor="b">
            <a:noAutofit/>
          </a:bodyPr>
          <a:lstStyle>
            <a:lvl1pPr>
              <a:defRPr sz="14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 dirty="0"/>
              <a:t>Image caption</a:t>
            </a:r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13955" y="1905000"/>
            <a:ext cx="2566737" cy="3962400"/>
          </a:xfrm>
          <a:solidFill>
            <a:schemeClr val="accent4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5" hasCustomPrompt="1"/>
          </p:nvPr>
        </p:nvSpPr>
        <p:spPr>
          <a:xfrm>
            <a:off x="612178" y="5282626"/>
            <a:ext cx="2570290" cy="584775"/>
          </a:xfrm>
        </p:spPr>
        <p:txBody>
          <a:bodyPr lIns="182880" tIns="182880" rIns="182880" bIns="182880" anchor="b">
            <a:noAutofit/>
          </a:bodyPr>
          <a:lstStyle>
            <a:lvl1pPr>
              <a:defRPr sz="14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 dirty="0"/>
              <a:t>Image caption</a:t>
            </a:r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217439" y="1905000"/>
            <a:ext cx="2566737" cy="3962400"/>
          </a:xfrm>
          <a:solidFill>
            <a:schemeClr val="accent4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8"/>
          <p:cNvSpPr>
            <a:spLocks noGrp="1"/>
          </p:cNvSpPr>
          <p:nvPr>
            <p:ph type="body" sz="quarter" idx="27" hasCustomPrompt="1"/>
          </p:nvPr>
        </p:nvSpPr>
        <p:spPr>
          <a:xfrm>
            <a:off x="6215662" y="5282626"/>
            <a:ext cx="2570290" cy="584775"/>
          </a:xfrm>
        </p:spPr>
        <p:txBody>
          <a:bodyPr lIns="182880" tIns="182880" rIns="182880" bIns="182880" anchor="b">
            <a:noAutofit/>
          </a:bodyPr>
          <a:lstStyle>
            <a:lvl1pPr>
              <a:defRPr sz="14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 dirty="0"/>
              <a:t>Image caption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text +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09601" y="1905000"/>
            <a:ext cx="2564020" cy="3962400"/>
          </a:xfr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6210368" y="1905000"/>
            <a:ext cx="2566737" cy="3962400"/>
          </a:xfr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9012110" y="1905000"/>
            <a:ext cx="2566737" cy="3962400"/>
          </a:xfrm>
          <a:solidFill>
            <a:schemeClr val="accent4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3408626" y="1905000"/>
            <a:ext cx="2566737" cy="3962400"/>
          </a:xfrm>
          <a:solidFill>
            <a:schemeClr val="accent4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22" hasCustomPrompt="1"/>
          </p:nvPr>
        </p:nvSpPr>
        <p:spPr>
          <a:xfrm>
            <a:off x="9014688" y="5282626"/>
            <a:ext cx="2570290" cy="584775"/>
          </a:xfrm>
        </p:spPr>
        <p:txBody>
          <a:bodyPr lIns="182880" tIns="182880" rIns="182880" bIns="182880" anchor="b">
            <a:noAutofit/>
          </a:bodyPr>
          <a:lstStyle>
            <a:lvl1pPr>
              <a:defRPr sz="14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 dirty="0"/>
              <a:t>Image caption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3" hasCustomPrompt="1"/>
          </p:nvPr>
        </p:nvSpPr>
        <p:spPr>
          <a:xfrm>
            <a:off x="3411204" y="5282626"/>
            <a:ext cx="2570290" cy="584775"/>
          </a:xfrm>
        </p:spPr>
        <p:txBody>
          <a:bodyPr lIns="182880" tIns="182880" rIns="182880" bIns="182880" anchor="b">
            <a:noAutofit/>
          </a:bodyPr>
          <a:lstStyle>
            <a:lvl1pPr>
              <a:defRPr sz="14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 dirty="0"/>
              <a:t>Image caption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har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09600" y="1905000"/>
            <a:ext cx="5181600" cy="3962400"/>
          </a:xfrm>
        </p:spPr>
        <p:txBody>
          <a:bodyPr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hart Placeholder 6"/>
          <p:cNvSpPr>
            <a:spLocks noGrp="1"/>
          </p:cNvSpPr>
          <p:nvPr>
            <p:ph type="chart" sz="quarter" idx="17"/>
          </p:nvPr>
        </p:nvSpPr>
        <p:spPr>
          <a:xfrm>
            <a:off x="6400800" y="1905000"/>
            <a:ext cx="5178425" cy="396240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hart right +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09600" y="1905000"/>
            <a:ext cx="5181600" cy="3657600"/>
          </a:xfrm>
        </p:spPr>
        <p:txBody>
          <a:bodyPr bIns="18288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hart Placeholder 6"/>
          <p:cNvSpPr>
            <a:spLocks noGrp="1"/>
          </p:cNvSpPr>
          <p:nvPr>
            <p:ph type="chart" sz="quarter" idx="17"/>
          </p:nvPr>
        </p:nvSpPr>
        <p:spPr>
          <a:xfrm>
            <a:off x="6400800" y="1905000"/>
            <a:ext cx="5178425" cy="3657600"/>
          </a:xfrm>
        </p:spPr>
        <p:txBody>
          <a:bodyPr bIns="182880"/>
          <a:lstStyle/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quarter" idx="21"/>
          </p:nvPr>
        </p:nvSpPr>
        <p:spPr>
          <a:xfrm>
            <a:off x="609600" y="5562600"/>
            <a:ext cx="10969625" cy="609600"/>
          </a:xfrm>
          <a:solidFill>
            <a:schemeClr val="accent6"/>
          </a:solidFill>
        </p:spPr>
        <p:txBody>
          <a:bodyPr lIns="182880" tIns="182880" rIns="182880" bIns="182880" anchor="ctr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har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397247" y="1905000"/>
            <a:ext cx="5181600" cy="3962400"/>
          </a:xfrm>
        </p:spPr>
        <p:txBody>
          <a:bodyPr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hart Placeholder 6"/>
          <p:cNvSpPr>
            <a:spLocks noGrp="1"/>
          </p:cNvSpPr>
          <p:nvPr>
            <p:ph type="chart" sz="quarter" idx="17"/>
          </p:nvPr>
        </p:nvSpPr>
        <p:spPr>
          <a:xfrm>
            <a:off x="612775" y="1905000"/>
            <a:ext cx="5178425" cy="396240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hart left +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397247" y="1905000"/>
            <a:ext cx="5181600" cy="3657599"/>
          </a:xfrm>
        </p:spPr>
        <p:txBody>
          <a:bodyPr bIns="18288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hart Placeholder 6"/>
          <p:cNvSpPr>
            <a:spLocks noGrp="1"/>
          </p:cNvSpPr>
          <p:nvPr>
            <p:ph type="chart" sz="quarter" idx="17"/>
          </p:nvPr>
        </p:nvSpPr>
        <p:spPr>
          <a:xfrm>
            <a:off x="612775" y="1905000"/>
            <a:ext cx="5178425" cy="3657599"/>
          </a:xfrm>
        </p:spPr>
        <p:txBody>
          <a:bodyPr bIns="182880"/>
          <a:lstStyle/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quarter" idx="21"/>
          </p:nvPr>
        </p:nvSpPr>
        <p:spPr>
          <a:xfrm>
            <a:off x="609600" y="5562600"/>
            <a:ext cx="10969625" cy="609600"/>
          </a:xfrm>
          <a:solidFill>
            <a:schemeClr val="accent6"/>
          </a:solidFill>
        </p:spPr>
        <p:txBody>
          <a:bodyPr lIns="182880" tIns="182880" rIns="182880" bIns="182880" anchor="ctr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art Placeholder 6"/>
          <p:cNvSpPr>
            <a:spLocks noGrp="1"/>
          </p:cNvSpPr>
          <p:nvPr>
            <p:ph type="chart" sz="quarter" idx="17"/>
          </p:nvPr>
        </p:nvSpPr>
        <p:spPr>
          <a:xfrm>
            <a:off x="6400800" y="1905000"/>
            <a:ext cx="5178425" cy="396240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8" name="Chart Placeholder 6"/>
          <p:cNvSpPr>
            <a:spLocks noGrp="1"/>
          </p:cNvSpPr>
          <p:nvPr>
            <p:ph type="chart" sz="quarter" idx="18"/>
          </p:nvPr>
        </p:nvSpPr>
        <p:spPr>
          <a:xfrm>
            <a:off x="609600" y="1905000"/>
            <a:ext cx="5178425" cy="396240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s +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art Placeholder 6"/>
          <p:cNvSpPr>
            <a:spLocks noGrp="1"/>
          </p:cNvSpPr>
          <p:nvPr>
            <p:ph type="chart" sz="quarter" idx="17"/>
          </p:nvPr>
        </p:nvSpPr>
        <p:spPr>
          <a:xfrm>
            <a:off x="6400800" y="1905000"/>
            <a:ext cx="5178425" cy="365760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8" name="Chart Placeholder 6"/>
          <p:cNvSpPr>
            <a:spLocks noGrp="1"/>
          </p:cNvSpPr>
          <p:nvPr>
            <p:ph type="chart" sz="quarter" idx="18"/>
          </p:nvPr>
        </p:nvSpPr>
        <p:spPr>
          <a:xfrm>
            <a:off x="609600" y="1905000"/>
            <a:ext cx="5178425" cy="365760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quarter" idx="21"/>
          </p:nvPr>
        </p:nvSpPr>
        <p:spPr>
          <a:xfrm>
            <a:off x="609600" y="5562600"/>
            <a:ext cx="10969625" cy="609600"/>
          </a:xfrm>
          <a:solidFill>
            <a:schemeClr val="accent6"/>
          </a:solidFill>
        </p:spPr>
        <p:txBody>
          <a:bodyPr lIns="182880" tIns="182880" rIns="182880" bIns="182880" anchor="ctr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hart Placeholder 5"/>
          <p:cNvSpPr>
            <a:spLocks noGrp="1"/>
          </p:cNvSpPr>
          <p:nvPr>
            <p:ph type="chart" sz="quarter" idx="13"/>
          </p:nvPr>
        </p:nvSpPr>
        <p:spPr>
          <a:xfrm>
            <a:off x="609600" y="1905000"/>
            <a:ext cx="10969625" cy="396240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chart +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hart Placeholder 5"/>
          <p:cNvSpPr>
            <a:spLocks noGrp="1"/>
          </p:cNvSpPr>
          <p:nvPr>
            <p:ph type="chart" sz="quarter" idx="13"/>
          </p:nvPr>
        </p:nvSpPr>
        <p:spPr>
          <a:xfrm>
            <a:off x="609600" y="1905000"/>
            <a:ext cx="10969625" cy="3657599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quarter" idx="21"/>
          </p:nvPr>
        </p:nvSpPr>
        <p:spPr>
          <a:xfrm>
            <a:off x="609600" y="5562600"/>
            <a:ext cx="10969625" cy="609600"/>
          </a:xfrm>
          <a:solidFill>
            <a:schemeClr val="accent6"/>
          </a:solidFill>
        </p:spPr>
        <p:txBody>
          <a:bodyPr lIns="182880" tIns="182880" rIns="182880" bIns="182880" anchor="ctr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3"/>
          </p:nvPr>
        </p:nvSpPr>
        <p:spPr>
          <a:xfrm>
            <a:off x="609600" y="1905000"/>
            <a:ext cx="10969625" cy="396240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ig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2494923" y="2443159"/>
            <a:ext cx="3450771" cy="2743200"/>
          </a:xfrm>
          <a:solidFill>
            <a:schemeClr val="accent5"/>
          </a:solidFill>
        </p:spPr>
        <p:txBody>
          <a:bodyPr lIns="274320" tIns="274320" rIns="274320" bIns="274320">
            <a:noAutofit/>
          </a:bodyPr>
          <a:lstStyle>
            <a:lvl1pPr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255937" y="2443159"/>
            <a:ext cx="3450771" cy="2743200"/>
          </a:xfrm>
          <a:solidFill>
            <a:schemeClr val="accent5"/>
          </a:solidFill>
        </p:spPr>
        <p:txBody>
          <a:bodyPr lIns="274320" tIns="274320" rIns="274320" bIns="274320">
            <a:noAutofit/>
          </a:bodyPr>
          <a:lstStyle>
            <a:lvl1pPr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big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6047" y="2443159"/>
            <a:ext cx="3450771" cy="2743200"/>
          </a:xfrm>
          <a:solidFill>
            <a:schemeClr val="accent5"/>
          </a:solidFill>
        </p:spPr>
        <p:txBody>
          <a:bodyPr lIns="274320" tIns="274320" rIns="274320" bIns="274320">
            <a:noAutofit/>
          </a:bodyPr>
          <a:lstStyle>
            <a:lvl1pPr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367061" y="2443159"/>
            <a:ext cx="3450771" cy="2743200"/>
          </a:xfrm>
          <a:solidFill>
            <a:srgbClr val="475A64"/>
          </a:solidFill>
        </p:spPr>
        <p:txBody>
          <a:bodyPr lIns="274320" tIns="274320" rIns="274320" bIns="274320">
            <a:noAutofit/>
          </a:bodyPr>
          <a:lstStyle>
            <a:lvl1pPr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8128076" y="2443159"/>
            <a:ext cx="3450771" cy="2743200"/>
          </a:xfrm>
          <a:solidFill>
            <a:schemeClr val="accent6"/>
          </a:solidFill>
        </p:spPr>
        <p:txBody>
          <a:bodyPr lIns="274320" tIns="274320" rIns="274320" bIns="274320">
            <a:noAutofit/>
          </a:bodyPr>
          <a:lstStyle>
            <a:lvl1pPr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ig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6047" y="2443159"/>
            <a:ext cx="2468880" cy="2743200"/>
          </a:xfrm>
          <a:solidFill>
            <a:schemeClr val="accent5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275327" y="2443159"/>
            <a:ext cx="2468880" cy="2743200"/>
          </a:xfrm>
          <a:solidFill>
            <a:schemeClr val="accent6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9109967" y="2443159"/>
            <a:ext cx="2468880" cy="2743200"/>
          </a:xfrm>
          <a:solidFill>
            <a:srgbClr val="81A2AA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3440687" y="2443159"/>
            <a:ext cx="2468880" cy="2743200"/>
          </a:xfrm>
          <a:solidFill>
            <a:srgbClr val="475A64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big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9600" y="1606063"/>
            <a:ext cx="3450771" cy="1999287"/>
          </a:xfrm>
          <a:solidFill>
            <a:schemeClr val="accent5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370614" y="1606063"/>
            <a:ext cx="3450771" cy="1999287"/>
          </a:xfrm>
          <a:solidFill>
            <a:srgbClr val="475A64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8131629" y="1606063"/>
            <a:ext cx="3450771" cy="1999287"/>
          </a:xfrm>
          <a:solidFill>
            <a:schemeClr val="accent6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609600" y="3920366"/>
            <a:ext cx="3450771" cy="1947034"/>
          </a:xfrm>
          <a:solidFill>
            <a:schemeClr val="accent5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4370614" y="3920366"/>
            <a:ext cx="3450771" cy="1947034"/>
          </a:xfrm>
          <a:solidFill>
            <a:srgbClr val="475A64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ig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9600" y="1606063"/>
            <a:ext cx="3450771" cy="1999287"/>
          </a:xfrm>
          <a:solidFill>
            <a:schemeClr val="accent5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370614" y="1606063"/>
            <a:ext cx="3450771" cy="1999287"/>
          </a:xfrm>
          <a:solidFill>
            <a:srgbClr val="475A64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8131629" y="1606063"/>
            <a:ext cx="3450771" cy="1999287"/>
          </a:xfrm>
          <a:solidFill>
            <a:schemeClr val="accent6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609600" y="3920366"/>
            <a:ext cx="3450771" cy="1947034"/>
          </a:xfrm>
          <a:solidFill>
            <a:schemeClr val="accent5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4370614" y="3920366"/>
            <a:ext cx="3450771" cy="1947034"/>
          </a:xfrm>
          <a:solidFill>
            <a:srgbClr val="475A64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18"/>
          </p:nvPr>
        </p:nvSpPr>
        <p:spPr>
          <a:xfrm>
            <a:off x="8128076" y="3920366"/>
            <a:ext cx="3450771" cy="1947034"/>
          </a:xfrm>
          <a:solidFill>
            <a:schemeClr val="accent6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big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5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6047" y="1600200"/>
            <a:ext cx="2532888" cy="1975104"/>
          </a:xfrm>
          <a:solidFill>
            <a:schemeClr val="accent5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236251" y="1600200"/>
            <a:ext cx="2532888" cy="1975104"/>
          </a:xfrm>
          <a:solidFill>
            <a:schemeClr val="accent6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9051352" y="1600200"/>
            <a:ext cx="2532888" cy="1975104"/>
          </a:xfrm>
          <a:solidFill>
            <a:srgbClr val="81A2AA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8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3421149" y="1600200"/>
            <a:ext cx="2532888" cy="1975104"/>
          </a:xfrm>
          <a:solidFill>
            <a:srgbClr val="475A64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9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609600" y="3892731"/>
            <a:ext cx="2532888" cy="1975104"/>
          </a:xfrm>
          <a:solidFill>
            <a:schemeClr val="accent5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6"/>
          <p:cNvSpPr>
            <a:spLocks noGrp="1"/>
          </p:cNvSpPr>
          <p:nvPr>
            <p:ph type="body" sz="quarter" idx="18"/>
          </p:nvPr>
        </p:nvSpPr>
        <p:spPr>
          <a:xfrm>
            <a:off x="6239804" y="3892731"/>
            <a:ext cx="2532888" cy="1975104"/>
          </a:xfrm>
          <a:solidFill>
            <a:schemeClr val="accent6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Text Placeholder 6"/>
          <p:cNvSpPr>
            <a:spLocks noGrp="1"/>
          </p:cNvSpPr>
          <p:nvPr>
            <p:ph type="body" sz="quarter" idx="20"/>
          </p:nvPr>
        </p:nvSpPr>
        <p:spPr>
          <a:xfrm>
            <a:off x="3424702" y="3892731"/>
            <a:ext cx="2532888" cy="1975104"/>
          </a:xfrm>
          <a:solidFill>
            <a:srgbClr val="475A64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big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6047" y="1600200"/>
            <a:ext cx="2532888" cy="1975104"/>
          </a:xfrm>
          <a:solidFill>
            <a:schemeClr val="accent5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236251" y="1600200"/>
            <a:ext cx="2532888" cy="1975104"/>
          </a:xfrm>
          <a:solidFill>
            <a:schemeClr val="accent6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9051352" y="1600200"/>
            <a:ext cx="2532888" cy="1975104"/>
          </a:xfrm>
          <a:solidFill>
            <a:srgbClr val="81A2AA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3421149" y="1600200"/>
            <a:ext cx="2532888" cy="1975104"/>
          </a:xfrm>
          <a:solidFill>
            <a:srgbClr val="475A64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609600" y="3892731"/>
            <a:ext cx="2532888" cy="1975104"/>
          </a:xfrm>
          <a:solidFill>
            <a:schemeClr val="accent5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18"/>
          </p:nvPr>
        </p:nvSpPr>
        <p:spPr>
          <a:xfrm>
            <a:off x="6239804" y="3892731"/>
            <a:ext cx="2532888" cy="1975104"/>
          </a:xfrm>
          <a:solidFill>
            <a:schemeClr val="accent6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9054905" y="3892731"/>
            <a:ext cx="2532888" cy="1975104"/>
          </a:xfrm>
          <a:solidFill>
            <a:srgbClr val="81A2AA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0"/>
          </p:nvPr>
        </p:nvSpPr>
        <p:spPr>
          <a:xfrm>
            <a:off x="3424702" y="3892731"/>
            <a:ext cx="2532888" cy="1975104"/>
          </a:xfrm>
          <a:solidFill>
            <a:srgbClr val="475A64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69816" y="2830068"/>
            <a:ext cx="3051552" cy="3035456"/>
          </a:xfrm>
          <a:noFill/>
        </p:spPr>
        <p:txBody>
          <a:bodyPr lIns="0" tIns="91440" rIns="0" bIns="0">
            <a:noAutofit/>
          </a:bodyPr>
          <a:lstStyle>
            <a:lvl1pPr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699694" y="2830068"/>
            <a:ext cx="3051552" cy="3035456"/>
          </a:xfrm>
          <a:noFill/>
        </p:spPr>
        <p:txBody>
          <a:bodyPr lIns="0" tIns="91440" rIns="0" bIns="0">
            <a:noAutofit/>
          </a:bodyPr>
          <a:lstStyle>
            <a:lvl1pPr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8529572" y="2830068"/>
            <a:ext cx="3051552" cy="3035456"/>
          </a:xfrm>
          <a:noFill/>
        </p:spPr>
        <p:txBody>
          <a:bodyPr lIns="0" tIns="91440" rIns="0" bIns="0">
            <a:noAutofit/>
          </a:bodyPr>
          <a:lstStyle>
            <a:lvl1pPr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619225" y="1600200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4439812" y="1600200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8270950" y="1600201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3</a:t>
            </a:r>
          </a:p>
        </p:txBody>
      </p:sp>
      <p:cxnSp>
        <p:nvCxnSpPr>
          <p:cNvPr id="8" name="Straight Connector 7"/>
          <p:cNvCxnSpPr>
            <a:stCxn id="5" idx="6"/>
            <a:endCxn id="14" idx="2"/>
          </p:cNvCxnSpPr>
          <p:nvPr userDrawn="1"/>
        </p:nvCxnSpPr>
        <p:spPr>
          <a:xfrm>
            <a:off x="1138989" y="1859876"/>
            <a:ext cx="330082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5" idx="4"/>
          </p:cNvCxnSpPr>
          <p:nvPr userDrawn="1"/>
        </p:nvCxnSpPr>
        <p:spPr>
          <a:xfrm>
            <a:off x="879107" y="2119551"/>
            <a:ext cx="0" cy="699849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 userDrawn="1"/>
        </p:nvCxnSpPr>
        <p:spPr>
          <a:xfrm>
            <a:off x="4699694" y="2119550"/>
            <a:ext cx="0" cy="699849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 userDrawn="1"/>
        </p:nvCxnSpPr>
        <p:spPr>
          <a:xfrm>
            <a:off x="8529572" y="2119550"/>
            <a:ext cx="0" cy="699849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14" idx="6"/>
            <a:endCxn id="16" idx="2"/>
          </p:cNvCxnSpPr>
          <p:nvPr userDrawn="1"/>
        </p:nvCxnSpPr>
        <p:spPr>
          <a:xfrm>
            <a:off x="4959576" y="1859876"/>
            <a:ext cx="3311374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195" y="2819402"/>
            <a:ext cx="2246651" cy="3047998"/>
          </a:xfrm>
        </p:spPr>
        <p:txBody>
          <a:bodyPr tIns="91440">
            <a:noAutofit/>
          </a:bodyPr>
          <a:lstStyle>
            <a:lvl1pPr>
              <a:defRPr sz="2000" b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671201" y="2819402"/>
            <a:ext cx="2246651" cy="3047998"/>
          </a:xfrm>
        </p:spPr>
        <p:txBody>
          <a:bodyPr tIns="91440">
            <a:noAutofit/>
          </a:bodyPr>
          <a:lstStyle>
            <a:lvl1pPr>
              <a:defRPr sz="2000" b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502743" y="2819398"/>
            <a:ext cx="2246651" cy="3048002"/>
          </a:xfrm>
        </p:spPr>
        <p:txBody>
          <a:bodyPr tIns="91440">
            <a:noAutofit/>
          </a:bodyPr>
          <a:lstStyle>
            <a:lvl1pPr>
              <a:defRPr sz="2000" b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9335749" y="2819398"/>
            <a:ext cx="2246651" cy="3048002"/>
          </a:xfrm>
        </p:spPr>
        <p:txBody>
          <a:bodyPr tIns="91440">
            <a:noAutofit/>
          </a:bodyPr>
          <a:lstStyle>
            <a:lvl1pPr>
              <a:defRPr sz="2000" b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619225" y="1600200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3446056" y="1600198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6274148" y="1600200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3</a:t>
            </a:r>
          </a:p>
        </p:txBody>
      </p:sp>
      <p:cxnSp>
        <p:nvCxnSpPr>
          <p:cNvPr id="24" name="Straight Connector 23"/>
          <p:cNvCxnSpPr/>
          <p:nvPr userDrawn="1"/>
        </p:nvCxnSpPr>
        <p:spPr>
          <a:xfrm>
            <a:off x="879107" y="2119551"/>
            <a:ext cx="0" cy="699849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 userDrawn="1"/>
        </p:nvCxnSpPr>
        <p:spPr>
          <a:xfrm>
            <a:off x="3705938" y="2119548"/>
            <a:ext cx="0" cy="699849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 userDrawn="1"/>
        </p:nvCxnSpPr>
        <p:spPr>
          <a:xfrm>
            <a:off x="6532770" y="2119549"/>
            <a:ext cx="0" cy="699849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1" name="Straight Connector 610"/>
          <p:cNvCxnSpPr>
            <a:stCxn id="14" idx="6"/>
            <a:endCxn id="16" idx="2"/>
          </p:cNvCxnSpPr>
          <p:nvPr userDrawn="1"/>
        </p:nvCxnSpPr>
        <p:spPr>
          <a:xfrm flipV="1">
            <a:off x="1138989" y="1859874"/>
            <a:ext cx="2307067" cy="2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4" name="TextBox 613"/>
          <p:cNvSpPr txBox="1"/>
          <p:nvPr userDrawn="1"/>
        </p:nvSpPr>
        <p:spPr>
          <a:xfrm>
            <a:off x="9100979" y="1609940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4</a:t>
            </a:r>
          </a:p>
        </p:txBody>
      </p:sp>
      <p:cxnSp>
        <p:nvCxnSpPr>
          <p:cNvPr id="615" name="Straight Connector 614"/>
          <p:cNvCxnSpPr/>
          <p:nvPr userDrawn="1"/>
        </p:nvCxnSpPr>
        <p:spPr>
          <a:xfrm>
            <a:off x="9359601" y="2129289"/>
            <a:ext cx="0" cy="699849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stCxn id="16" idx="6"/>
            <a:endCxn id="19" idx="2"/>
          </p:cNvCxnSpPr>
          <p:nvPr userDrawn="1"/>
        </p:nvCxnSpPr>
        <p:spPr>
          <a:xfrm>
            <a:off x="3965820" y="1859874"/>
            <a:ext cx="2308328" cy="2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19" idx="6"/>
            <a:endCxn id="614" idx="2"/>
          </p:cNvCxnSpPr>
          <p:nvPr userDrawn="1"/>
        </p:nvCxnSpPr>
        <p:spPr>
          <a:xfrm>
            <a:off x="6793912" y="1859876"/>
            <a:ext cx="2307067" cy="974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75156" y="1610136"/>
            <a:ext cx="3054096" cy="1517904"/>
          </a:xfrm>
        </p:spPr>
        <p:txBody>
          <a:bodyPr tIns="0" bIns="91440" anchor="b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8547651" y="1610136"/>
            <a:ext cx="3054096" cy="1517904"/>
          </a:xfrm>
        </p:spPr>
        <p:txBody>
          <a:bodyPr tIns="0" bIns="91440" anchor="b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635414" y="3601728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2550160" y="3601728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4464906" y="3601728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3</a:t>
            </a:r>
          </a:p>
        </p:txBody>
      </p:sp>
      <p:cxnSp>
        <p:nvCxnSpPr>
          <p:cNvPr id="24" name="Straight Connector 23"/>
          <p:cNvCxnSpPr/>
          <p:nvPr userDrawn="1"/>
        </p:nvCxnSpPr>
        <p:spPr>
          <a:xfrm flipV="1">
            <a:off x="895296" y="3145387"/>
            <a:ext cx="0" cy="457200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 userDrawn="1"/>
        </p:nvCxnSpPr>
        <p:spPr>
          <a:xfrm>
            <a:off x="2810042" y="4118716"/>
            <a:ext cx="0" cy="457200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4" name="TextBox 613"/>
          <p:cNvSpPr txBox="1"/>
          <p:nvPr userDrawn="1"/>
        </p:nvSpPr>
        <p:spPr>
          <a:xfrm>
            <a:off x="6379652" y="3601728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4</a:t>
            </a:r>
          </a:p>
        </p:txBody>
      </p:sp>
      <p:cxnSp>
        <p:nvCxnSpPr>
          <p:cNvPr id="615" name="Straight Connector 614"/>
          <p:cNvCxnSpPr/>
          <p:nvPr userDrawn="1"/>
        </p:nvCxnSpPr>
        <p:spPr>
          <a:xfrm>
            <a:off x="6639534" y="4118716"/>
            <a:ext cx="0" cy="457200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 userDrawn="1"/>
        </p:nvCxnSpPr>
        <p:spPr>
          <a:xfrm flipV="1">
            <a:off x="4724788" y="3145387"/>
            <a:ext cx="0" cy="457200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4711404" y="1610136"/>
            <a:ext cx="3054096" cy="1517904"/>
          </a:xfrm>
        </p:spPr>
        <p:txBody>
          <a:bodyPr tIns="0" bIns="91440" anchor="b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TextBox 29"/>
          <p:cNvSpPr txBox="1"/>
          <p:nvPr userDrawn="1"/>
        </p:nvSpPr>
        <p:spPr>
          <a:xfrm>
            <a:off x="8294396" y="3601728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5</a:t>
            </a:r>
          </a:p>
        </p:txBody>
      </p:sp>
      <p:cxnSp>
        <p:nvCxnSpPr>
          <p:cNvPr id="31" name="Straight Connector 30"/>
          <p:cNvCxnSpPr/>
          <p:nvPr userDrawn="1"/>
        </p:nvCxnSpPr>
        <p:spPr>
          <a:xfrm flipV="1">
            <a:off x="8554278" y="3145387"/>
            <a:ext cx="0" cy="457200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Placeholder 6"/>
          <p:cNvSpPr>
            <a:spLocks noGrp="1"/>
          </p:cNvSpPr>
          <p:nvPr>
            <p:ph type="body" sz="quarter" idx="18"/>
          </p:nvPr>
        </p:nvSpPr>
        <p:spPr>
          <a:xfrm>
            <a:off x="2801904" y="4594767"/>
            <a:ext cx="3054096" cy="1517904"/>
          </a:xfrm>
        </p:spPr>
        <p:txBody>
          <a:bodyPr tIns="91440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3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6638152" y="4594767"/>
            <a:ext cx="3054096" cy="1517904"/>
          </a:xfrm>
        </p:spPr>
        <p:txBody>
          <a:bodyPr tIns="91440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8" name="Straight Connector 7"/>
          <p:cNvCxnSpPr>
            <a:stCxn id="14" idx="6"/>
            <a:endCxn id="16" idx="2"/>
          </p:cNvCxnSpPr>
          <p:nvPr userDrawn="1"/>
        </p:nvCxnSpPr>
        <p:spPr>
          <a:xfrm>
            <a:off x="1155178" y="3861404"/>
            <a:ext cx="1394982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16" idx="6"/>
            <a:endCxn id="19" idx="2"/>
          </p:cNvCxnSpPr>
          <p:nvPr userDrawn="1"/>
        </p:nvCxnSpPr>
        <p:spPr>
          <a:xfrm>
            <a:off x="3069924" y="3861404"/>
            <a:ext cx="1394982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19" idx="6"/>
            <a:endCxn id="614" idx="2"/>
          </p:cNvCxnSpPr>
          <p:nvPr userDrawn="1"/>
        </p:nvCxnSpPr>
        <p:spPr>
          <a:xfrm>
            <a:off x="4984670" y="3861404"/>
            <a:ext cx="1394982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614" idx="6"/>
            <a:endCxn id="30" idx="2"/>
          </p:cNvCxnSpPr>
          <p:nvPr userDrawn="1"/>
        </p:nvCxnSpPr>
        <p:spPr>
          <a:xfrm>
            <a:off x="6899416" y="3861404"/>
            <a:ext cx="13949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81407" y="1611081"/>
            <a:ext cx="2562557" cy="1517904"/>
          </a:xfrm>
        </p:spPr>
        <p:txBody>
          <a:bodyPr tIns="0" bIns="91440" anchor="b">
            <a:noAutofit/>
          </a:bodyPr>
          <a:lstStyle>
            <a:lvl1pPr>
              <a:defRPr sz="1600" b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7389315" y="1611081"/>
            <a:ext cx="2562557" cy="1517904"/>
          </a:xfrm>
        </p:spPr>
        <p:txBody>
          <a:bodyPr tIns="0" bIns="91440" anchor="b">
            <a:noAutofit/>
          </a:bodyPr>
          <a:lstStyle>
            <a:lvl1pPr>
              <a:defRPr sz="1600" b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635414" y="3600547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2263193" y="3600547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3890972" y="3600547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3</a:t>
            </a:r>
          </a:p>
        </p:txBody>
      </p:sp>
      <p:cxnSp>
        <p:nvCxnSpPr>
          <p:cNvPr id="24" name="Straight Connector 23"/>
          <p:cNvCxnSpPr/>
          <p:nvPr userDrawn="1"/>
        </p:nvCxnSpPr>
        <p:spPr>
          <a:xfrm flipV="1">
            <a:off x="895296" y="3145387"/>
            <a:ext cx="0" cy="457200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 userDrawn="1"/>
        </p:nvCxnSpPr>
        <p:spPr>
          <a:xfrm>
            <a:off x="2508384" y="4118716"/>
            <a:ext cx="0" cy="457200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4" name="TextBox 613"/>
          <p:cNvSpPr txBox="1"/>
          <p:nvPr userDrawn="1"/>
        </p:nvSpPr>
        <p:spPr>
          <a:xfrm>
            <a:off x="5518751" y="3600547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4</a:t>
            </a:r>
          </a:p>
        </p:txBody>
      </p:sp>
      <p:cxnSp>
        <p:nvCxnSpPr>
          <p:cNvPr id="615" name="Straight Connector 614"/>
          <p:cNvCxnSpPr/>
          <p:nvPr userDrawn="1"/>
        </p:nvCxnSpPr>
        <p:spPr>
          <a:xfrm>
            <a:off x="5773725" y="4118716"/>
            <a:ext cx="0" cy="457200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 userDrawn="1"/>
        </p:nvCxnSpPr>
        <p:spPr>
          <a:xfrm flipV="1">
            <a:off x="4155763" y="3143024"/>
            <a:ext cx="0" cy="457200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4135361" y="1611081"/>
            <a:ext cx="2562557" cy="1517904"/>
          </a:xfrm>
        </p:spPr>
        <p:txBody>
          <a:bodyPr tIns="0" bIns="91440" anchor="b">
            <a:noAutofit/>
          </a:bodyPr>
          <a:lstStyle>
            <a:lvl1pPr>
              <a:defRPr sz="1600" b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TextBox 29"/>
          <p:cNvSpPr txBox="1"/>
          <p:nvPr userDrawn="1"/>
        </p:nvSpPr>
        <p:spPr>
          <a:xfrm>
            <a:off x="7146530" y="3600547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5</a:t>
            </a:r>
          </a:p>
        </p:txBody>
      </p:sp>
      <p:cxnSp>
        <p:nvCxnSpPr>
          <p:cNvPr id="31" name="Straight Connector 30"/>
          <p:cNvCxnSpPr/>
          <p:nvPr userDrawn="1"/>
        </p:nvCxnSpPr>
        <p:spPr>
          <a:xfrm flipV="1">
            <a:off x="7416229" y="3143024"/>
            <a:ext cx="0" cy="457200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Placeholder 6"/>
          <p:cNvSpPr>
            <a:spLocks noGrp="1"/>
          </p:cNvSpPr>
          <p:nvPr>
            <p:ph type="body" sz="quarter" idx="18"/>
          </p:nvPr>
        </p:nvSpPr>
        <p:spPr>
          <a:xfrm>
            <a:off x="2508384" y="4595712"/>
            <a:ext cx="2562557" cy="1517904"/>
          </a:xfrm>
        </p:spPr>
        <p:txBody>
          <a:bodyPr tIns="91440">
            <a:noAutofit/>
          </a:bodyPr>
          <a:lstStyle>
            <a:lvl1pPr>
              <a:defRPr sz="1600" b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3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5762338" y="4595712"/>
            <a:ext cx="2562557" cy="1517904"/>
          </a:xfrm>
        </p:spPr>
        <p:txBody>
          <a:bodyPr tIns="91440">
            <a:noAutofit/>
          </a:bodyPr>
          <a:lstStyle>
            <a:lvl1pPr>
              <a:defRPr sz="1600" b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8" name="Straight Connector 7"/>
          <p:cNvCxnSpPr>
            <a:stCxn id="14" idx="6"/>
            <a:endCxn id="16" idx="2"/>
          </p:cNvCxnSpPr>
          <p:nvPr userDrawn="1"/>
        </p:nvCxnSpPr>
        <p:spPr>
          <a:xfrm>
            <a:off x="1155178" y="3860223"/>
            <a:ext cx="1108015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16" idx="6"/>
            <a:endCxn id="19" idx="2"/>
          </p:cNvCxnSpPr>
          <p:nvPr userDrawn="1"/>
        </p:nvCxnSpPr>
        <p:spPr>
          <a:xfrm>
            <a:off x="2782957" y="3860223"/>
            <a:ext cx="1108015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19" idx="6"/>
            <a:endCxn id="614" idx="2"/>
          </p:cNvCxnSpPr>
          <p:nvPr userDrawn="1"/>
        </p:nvCxnSpPr>
        <p:spPr>
          <a:xfrm>
            <a:off x="4410736" y="3860223"/>
            <a:ext cx="1108015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614" idx="6"/>
            <a:endCxn id="30" idx="2"/>
          </p:cNvCxnSpPr>
          <p:nvPr userDrawn="1"/>
        </p:nvCxnSpPr>
        <p:spPr>
          <a:xfrm>
            <a:off x="6038515" y="3860223"/>
            <a:ext cx="1108015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 userDrawn="1"/>
        </p:nvSpPr>
        <p:spPr>
          <a:xfrm>
            <a:off x="8774308" y="3600547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6</a:t>
            </a: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9034190" y="4121025"/>
            <a:ext cx="0" cy="457200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 Placeholder 6"/>
          <p:cNvSpPr>
            <a:spLocks noGrp="1"/>
          </p:cNvSpPr>
          <p:nvPr>
            <p:ph type="body" sz="quarter" idx="20"/>
          </p:nvPr>
        </p:nvSpPr>
        <p:spPr>
          <a:xfrm>
            <a:off x="9016290" y="4575916"/>
            <a:ext cx="2562557" cy="1517904"/>
          </a:xfrm>
        </p:spPr>
        <p:txBody>
          <a:bodyPr tIns="91440">
            <a:noAutofit/>
          </a:bodyPr>
          <a:lstStyle>
            <a:lvl1pPr>
              <a:defRPr sz="1600" b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22" name="Straight Connector 21"/>
          <p:cNvCxnSpPr>
            <a:stCxn id="30" idx="6"/>
            <a:endCxn id="26" idx="2"/>
          </p:cNvCxnSpPr>
          <p:nvPr userDrawn="1"/>
        </p:nvCxnSpPr>
        <p:spPr>
          <a:xfrm>
            <a:off x="7666294" y="3860223"/>
            <a:ext cx="1108014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Right Image Full Ble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6000" cy="6858000"/>
          </a:xfrm>
          <a:solidFill>
            <a:schemeClr val="accent4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0" y="381001"/>
            <a:ext cx="5181600" cy="9239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9"/>
          </p:nvPr>
        </p:nvSpPr>
        <p:spPr>
          <a:xfrm>
            <a:off x="6400800" y="1905000"/>
            <a:ext cx="5181600" cy="3962400"/>
          </a:xfrm>
        </p:spPr>
        <p:txBody>
          <a:bodyPr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7843" y="6303831"/>
            <a:ext cx="1600200" cy="360405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 Out + Right Image Full Ble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6000" cy="6858000"/>
          </a:xfrm>
          <a:solidFill>
            <a:schemeClr val="accent4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9"/>
          </p:nvPr>
        </p:nvSpPr>
        <p:spPr>
          <a:xfrm>
            <a:off x="6400800" y="685800"/>
            <a:ext cx="5181600" cy="5486400"/>
          </a:xfrm>
        </p:spPr>
        <p:txBody>
          <a:bodyPr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7843" y="6303831"/>
            <a:ext cx="1600200" cy="360405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7843" y="6303831"/>
            <a:ext cx="1600200" cy="360405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 white +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3"/>
          <p:cNvSpPr>
            <a:spLocks noGrp="1"/>
          </p:cNvSpPr>
          <p:nvPr>
            <p:ph sz="quarter" idx="21"/>
          </p:nvPr>
        </p:nvSpPr>
        <p:spPr>
          <a:xfrm>
            <a:off x="609600" y="5562600"/>
            <a:ext cx="10969625" cy="609600"/>
          </a:xfrm>
          <a:solidFill>
            <a:schemeClr val="accent6"/>
          </a:solidFill>
        </p:spPr>
        <p:txBody>
          <a:bodyPr lIns="182880" tIns="182880" rIns="182880" bIns="182880" anchor="ctr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7843" y="6303831"/>
            <a:ext cx="1600200" cy="360405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790" y="-114300"/>
            <a:ext cx="11584411" cy="11096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300570" y="1116682"/>
            <a:ext cx="11586633" cy="5150771"/>
          </a:xfrm>
          <a:prstGeom prst="rect">
            <a:avLst/>
          </a:prstGeom>
        </p:spPr>
        <p:txBody>
          <a:bodyPr vert="horz" lIns="108632" tIns="54317" rIns="108632" bIns="54317" rtlCol="0">
            <a:noAutofit/>
          </a:bodyPr>
          <a:lstStyle>
            <a:lvl1pPr>
              <a:defRPr lang="en-US" sz="2400" dirty="0" smtClean="0">
                <a:solidFill>
                  <a:srgbClr val="080808"/>
                </a:solidFill>
              </a:defRPr>
            </a:lvl1pPr>
            <a:lvl2pPr>
              <a:spcAft>
                <a:spcPts val="713"/>
              </a:spcAft>
              <a:defRPr lang="en-US" sz="2100" dirty="0" smtClean="0">
                <a:solidFill>
                  <a:srgbClr val="080808"/>
                </a:solidFill>
              </a:defRPr>
            </a:lvl2pPr>
            <a:lvl3pPr>
              <a:defRPr lang="en-US" sz="1700" dirty="0" smtClean="0">
                <a:solidFill>
                  <a:srgbClr val="080808"/>
                </a:solidFill>
              </a:defRPr>
            </a:lvl3pPr>
            <a:lvl4pPr>
              <a:defRPr lang="en-US" sz="1400" dirty="0" smtClean="0">
                <a:solidFill>
                  <a:srgbClr val="080808"/>
                </a:solidFill>
              </a:defRPr>
            </a:lvl4pPr>
            <a:lvl5pPr>
              <a:defRPr lang="en-US" sz="1400" dirty="0">
                <a:solidFill>
                  <a:srgbClr val="080808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-94073" y="6496386"/>
            <a:ext cx="538574" cy="365125"/>
          </a:xfrm>
          <a:prstGeom prst="rect">
            <a:avLst/>
          </a:prstGeom>
        </p:spPr>
        <p:txBody>
          <a:bodyPr vert="horz" lIns="108632" tIns="54317" rIns="108632" bIns="54317" rtlCol="0" anchor="ctr"/>
          <a:lstStyle>
            <a:lvl1pPr algn="r">
              <a:defRPr sz="10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pPr>
              <a:defRPr/>
            </a:pPr>
            <a:fld id="{DFA4C17B-29C1-405C-856F-7A27754D1385}" type="slidenum">
              <a:rPr lang="en-US" smtClean="0">
                <a:solidFill>
                  <a:srgbClr val="0072DD">
                    <a:lumMod val="60000"/>
                    <a:lumOff val="40000"/>
                  </a:srgbClr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72DD">
                  <a:lumMod val="60000"/>
                  <a:lumOff val="40000"/>
                </a:srgbClr>
              </a:solidFill>
            </a:endParaRP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02791" y="6287966"/>
            <a:ext cx="9265845" cy="342900"/>
          </a:xfrm>
        </p:spPr>
        <p:txBody>
          <a:bodyPr vert="horz" lIns="108632" tIns="54317" rIns="108632" bIns="54317" rtlCol="0" anchor="b" anchorCtr="0">
            <a:noAutofit/>
          </a:bodyPr>
          <a:lstStyle>
            <a:lvl1pPr marL="316842" indent="-316842">
              <a:lnSpc>
                <a:spcPts val="1070"/>
              </a:lnSpc>
              <a:spcBef>
                <a:spcPts val="119"/>
              </a:spcBef>
              <a:spcAft>
                <a:spcPts val="0"/>
              </a:spcAft>
              <a:buNone/>
              <a:defRPr lang="en-CA" sz="1000" baseline="0" dirty="0"/>
            </a:lvl1pPr>
          </a:lstStyle>
          <a:p>
            <a:pPr marL="0" lvl="0" indent="0"/>
            <a:r>
              <a:rPr lang="en-US" dirty="0"/>
              <a:t>Click to add footnotes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72396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tiv Master 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609600" y="396060"/>
            <a:ext cx="3959352" cy="30175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b="1" dirty="0">
                <a:solidFill>
                  <a:schemeClr val="bg1">
                    <a:lumMod val="65000"/>
                  </a:schemeClr>
                </a:solidFill>
              </a:rPr>
              <a:t>PowerPoint Template Quick Reference Guide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609600" y="697811"/>
            <a:ext cx="8229600" cy="60350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Introduction to your template</a:t>
            </a:r>
            <a:endParaRPr lang="en-US" sz="3600" dirty="0"/>
          </a:p>
        </p:txBody>
      </p:sp>
      <p:sp>
        <p:nvSpPr>
          <p:cNvPr id="18" name="TextBox 17"/>
          <p:cNvSpPr txBox="1"/>
          <p:nvPr userDrawn="1"/>
        </p:nvSpPr>
        <p:spPr>
          <a:xfrm>
            <a:off x="609601" y="1924295"/>
            <a:ext cx="5181600" cy="426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Your template is called Aptiv Master Theme 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You can access your master theme from the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View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tab by selecting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Master Slide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The Aptiv Master Theme contains all of the layouts for building your presentations. 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 is not recommended that you make modifications to your slide layouts from this section. </a:t>
            </a:r>
            <a:r>
              <a:rPr kumimoji="0" lang="en-US" sz="15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Also, never add content in Master Slide view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Instead, choose layouts from the Aptiv Master Theme and add content from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Normal View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Use this quick reference guide to help choose your layouts, add content, and format text and content elements. 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Easy color and margin guides are built into your themes, however these will not be viewable in Slide Show mode, when printed or exported to PDF.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301" b="20078"/>
          <a:stretch/>
        </p:blipFill>
        <p:spPr>
          <a:xfrm>
            <a:off x="6095999" y="1924295"/>
            <a:ext cx="5486401" cy="39431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25000"/>
              </a:prstClr>
            </a:outerShdw>
          </a:effectLst>
        </p:spPr>
      </p:pic>
      <p:sp>
        <p:nvSpPr>
          <p:cNvPr id="11" name="Rectangle 10"/>
          <p:cNvSpPr/>
          <p:nvPr userDrawn="1"/>
        </p:nvSpPr>
        <p:spPr>
          <a:xfrm>
            <a:off x="7648516" y="2351426"/>
            <a:ext cx="423873" cy="58097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6095999" y="2351426"/>
            <a:ext cx="423873" cy="58097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tting sta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609600" y="396060"/>
            <a:ext cx="3959352" cy="30175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b="1" dirty="0">
                <a:solidFill>
                  <a:schemeClr val="bg1">
                    <a:lumMod val="65000"/>
                  </a:schemeClr>
                </a:solidFill>
              </a:rPr>
              <a:t>PowerPoint Template Quick Reference Guide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609600" y="697811"/>
            <a:ext cx="8229600" cy="60350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Getting started</a:t>
            </a:r>
            <a:endParaRPr lang="en-US" sz="3600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4200918" y="910701"/>
            <a:ext cx="736068" cy="1777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lvl1pPr indent="0" defTabSz="806846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charset="0"/>
              <a:buNone/>
              <a:defRPr sz="1100" b="0" i="0">
                <a:latin typeface="Landor Corp S" charset="0"/>
                <a:ea typeface="Landor Corp S" charset="0"/>
                <a:cs typeface="Landor Corp S" charset="0"/>
              </a:defRPr>
            </a:lvl1pPr>
            <a:lvl2pPr marL="121026" indent="-121026" defTabSz="806846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•"/>
              <a:defRPr sz="1400" b="0" i="0">
                <a:latin typeface="Landor Corp S" charset="0"/>
                <a:ea typeface="Landor Corp S" charset="0"/>
                <a:cs typeface="Landor Corp S" charset="0"/>
              </a:defRPr>
            </a:lvl2pPr>
            <a:lvl3pPr marL="121026" indent="0" defTabSz="806846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Font typeface="Wingdings" charset="2"/>
              <a:buNone/>
              <a:defRPr sz="1400" b="0" i="0">
                <a:latin typeface="Landor Corp S" charset="0"/>
                <a:ea typeface="Landor Corp S" charset="0"/>
                <a:cs typeface="Landor Corp S" charset="0"/>
              </a:defRPr>
            </a:lvl3pPr>
            <a:lvl4pPr marL="242054" indent="-121026" defTabSz="806846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•"/>
              <a:defRPr sz="1400" b="0" i="0">
                <a:latin typeface="Landor Corp S" charset="0"/>
                <a:ea typeface="Landor Corp S" charset="0"/>
                <a:cs typeface="Landor Corp S" charset="0"/>
              </a:defRPr>
            </a:lvl4pPr>
            <a:lvl5pPr marL="0" lvl="4" indent="0" defTabSz="806846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Font typeface="Wingdings" charset="2"/>
              <a:buNone/>
              <a:defRPr sz="1100" b="1" i="0">
                <a:latin typeface="Landor Corp S" charset="0"/>
                <a:ea typeface="Landor Corp S" charset="0"/>
                <a:cs typeface="Landor Corp S" charset="0"/>
              </a:defRPr>
            </a:lvl5pPr>
            <a:lvl6pPr marL="0" lvl="5" indent="0" defTabSz="806846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charset="0"/>
              <a:buNone/>
              <a:defRPr b="1" i="0">
                <a:latin typeface="Landor Corp S" charset="0"/>
                <a:ea typeface="Landor Corp S" charset="0"/>
                <a:cs typeface="Landor Corp S" charset="0"/>
              </a:defRPr>
            </a:lvl6pPr>
            <a:lvl7pPr marL="0" indent="0" defTabSz="806846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charset="0"/>
              <a:buNone/>
              <a:defRPr sz="2000" b="1" i="0">
                <a:latin typeface="Landor Corp S" charset="0"/>
                <a:ea typeface="Landor Corp S" charset="0"/>
                <a:cs typeface="Landor Corp S" charset="0"/>
              </a:defRPr>
            </a:lvl7pPr>
            <a:lvl8pPr marL="0" indent="0" defTabSz="806846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charset="0"/>
              <a:buNone/>
              <a:defRPr sz="2800" b="1" i="0">
                <a:latin typeface="Landor Corp S" charset="0"/>
                <a:ea typeface="Landor Corp S" charset="0"/>
                <a:cs typeface="Landor Corp S" charset="0"/>
              </a:defRPr>
            </a:lvl8pPr>
            <a:lvl9pPr marL="0" indent="0" defTabSz="806846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charset="0"/>
              <a:buNone/>
              <a:defRPr b="0" i="0">
                <a:latin typeface="Landor Corp S" charset="0"/>
                <a:ea typeface="Landor Corp S" charset="0"/>
                <a:cs typeface="Landor Corp S" charset="0"/>
              </a:defRPr>
            </a:lvl9pPr>
          </a:lstStyle>
          <a:p>
            <a:r>
              <a:rPr lang="en-US" sz="900" b="1" dirty="0">
                <a:solidFill>
                  <a:schemeClr val="accent1"/>
                </a:solidFill>
                <a:latin typeface="Arial Regular" charset="0"/>
                <a:ea typeface="Arial Regular" charset="0"/>
                <a:cs typeface="Arial Regular" charset="0"/>
              </a:rPr>
              <a:t>Slide title  </a:t>
            </a:r>
            <a:r>
              <a:rPr lang="en-US" sz="900" dirty="0">
                <a:solidFill>
                  <a:schemeClr val="accent1"/>
                </a:solidFill>
                <a:latin typeface="Arial Regular" charset="0"/>
                <a:ea typeface="Arial Regular" charset="0"/>
                <a:cs typeface="Arial Regular" charset="0"/>
              </a:rPr>
              <a:t>Arial 36 pt Bold, Black</a:t>
            </a:r>
          </a:p>
        </p:txBody>
      </p:sp>
      <p:cxnSp>
        <p:nvCxnSpPr>
          <p:cNvPr id="13" name="Straight Arrow Connector 12"/>
          <p:cNvCxnSpPr/>
          <p:nvPr userDrawn="1"/>
        </p:nvCxnSpPr>
        <p:spPr>
          <a:xfrm flipH="1">
            <a:off x="3930267" y="999563"/>
            <a:ext cx="232996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 userDrawn="1"/>
        </p:nvSpPr>
        <p:spPr>
          <a:xfrm>
            <a:off x="609601" y="1921248"/>
            <a:ext cx="5181600" cy="19697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Selecting and changing your layout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On the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Home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tab, click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New Slide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and select the layout from the Aptiv Master Theme which appears to best suit your content. 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 change your layout, click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Layout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and select a new option from your Aptiv Master Theme. Your slide will adopt the newly selected format.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257" b="67871"/>
          <a:stretch/>
        </p:blipFill>
        <p:spPr>
          <a:xfrm>
            <a:off x="609600" y="4051065"/>
            <a:ext cx="5486400" cy="181633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25000"/>
              </a:prstClr>
            </a:outerShdw>
          </a:effectLst>
        </p:spPr>
      </p:pic>
      <p:sp>
        <p:nvSpPr>
          <p:cNvPr id="19" name="Rectangle 18"/>
          <p:cNvSpPr/>
          <p:nvPr userDrawn="1"/>
        </p:nvSpPr>
        <p:spPr>
          <a:xfrm>
            <a:off x="1670006" y="4427458"/>
            <a:ext cx="1152543" cy="644559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6408549" y="1927674"/>
            <a:ext cx="5181600" cy="4201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anatomy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Headers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Placeholders for section titles and slide titles exist on most slides. Do not rearrange or reformat these placeholders. If you do so accidentally, </a:t>
            </a:r>
            <a:r>
              <a:rPr kumimoji="0" lang="en-US" sz="15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any reformatting can be returned to it’s original style by clicking </a:t>
            </a:r>
            <a:r>
              <a:rPr kumimoji="0" lang="en-US" sz="15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Reset</a:t>
            </a:r>
            <a:r>
              <a:rPr kumimoji="0" lang="en-US" sz="15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in the </a:t>
            </a:r>
            <a:r>
              <a:rPr kumimoji="0" lang="en-US" sz="15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Home</a:t>
            </a:r>
            <a:r>
              <a:rPr kumimoji="0" lang="en-US" sz="15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tab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Footers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Do not edit footers on individual slides. </a:t>
            </a:r>
            <a:r>
              <a:rPr kumimoji="0" lang="en-US" sz="15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lang="en-US" sz="1500" u="sng" dirty="0"/>
              <a:t>nsure footers</a:t>
            </a:r>
            <a:r>
              <a:rPr lang="en-US" sz="1500" u="sng" baseline="0" dirty="0"/>
              <a:t> are consistent by building your presentation from only one theme</a:t>
            </a:r>
            <a:r>
              <a:rPr lang="en-US" sz="1500" baseline="0" dirty="0"/>
              <a:t>. Then, add/edit footers from the </a:t>
            </a:r>
            <a:r>
              <a:rPr lang="en-US" sz="1500" b="1" dirty="0"/>
              <a:t>Insert</a:t>
            </a:r>
            <a:r>
              <a:rPr lang="en-US" sz="1500" b="1" baseline="0" dirty="0"/>
              <a:t> </a:t>
            </a:r>
            <a:r>
              <a:rPr lang="en-US" sz="1500" b="0" baseline="0" dirty="0"/>
              <a:t>tab and clicking</a:t>
            </a:r>
            <a:r>
              <a:rPr lang="en-US" sz="1500" b="1" baseline="0" dirty="0"/>
              <a:t> </a:t>
            </a:r>
            <a:r>
              <a:rPr lang="en-US" sz="1500" b="1" dirty="0"/>
              <a:t>Header &amp; Footer</a:t>
            </a:r>
            <a:r>
              <a:rPr lang="en-US" sz="1500" b="0" dirty="0"/>
              <a:t>.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Content   </a:t>
            </a:r>
            <a:r>
              <a:rPr kumimoji="0" lang="en-US" sz="15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Avoid resizing or rearranging elements in your slides to ensure margins and spacing remain consistent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Instead, try to select a layout from your Master theme which best suits your content. If you must add or adjust content elements, refer to margins and guidelines built into your theme.</a:t>
            </a:r>
          </a:p>
        </p:txBody>
      </p:sp>
      <p:sp>
        <p:nvSpPr>
          <p:cNvPr id="25" name="TextBox 24"/>
          <p:cNvSpPr txBox="1"/>
          <p:nvPr userDrawn="1"/>
        </p:nvSpPr>
        <p:spPr>
          <a:xfrm>
            <a:off x="6891639" y="6408685"/>
            <a:ext cx="736068" cy="1777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lvl1pPr indent="0" defTabSz="806846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charset="0"/>
              <a:buNone/>
              <a:defRPr sz="1100" b="0" i="0">
                <a:latin typeface="Landor Corp S" charset="0"/>
                <a:ea typeface="Landor Corp S" charset="0"/>
                <a:cs typeface="Landor Corp S" charset="0"/>
              </a:defRPr>
            </a:lvl1pPr>
            <a:lvl2pPr marL="121026" indent="-121026" defTabSz="806846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•"/>
              <a:defRPr sz="1400" b="0" i="0">
                <a:latin typeface="Landor Corp S" charset="0"/>
                <a:ea typeface="Landor Corp S" charset="0"/>
                <a:cs typeface="Landor Corp S" charset="0"/>
              </a:defRPr>
            </a:lvl2pPr>
            <a:lvl3pPr marL="121026" indent="0" defTabSz="806846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Font typeface="Wingdings" charset="2"/>
              <a:buNone/>
              <a:defRPr sz="1400" b="0" i="0">
                <a:latin typeface="Landor Corp S" charset="0"/>
                <a:ea typeface="Landor Corp S" charset="0"/>
                <a:cs typeface="Landor Corp S" charset="0"/>
              </a:defRPr>
            </a:lvl3pPr>
            <a:lvl4pPr marL="242054" indent="-121026" defTabSz="806846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•"/>
              <a:defRPr sz="1400" b="0" i="0">
                <a:latin typeface="Landor Corp S" charset="0"/>
                <a:ea typeface="Landor Corp S" charset="0"/>
                <a:cs typeface="Landor Corp S" charset="0"/>
              </a:defRPr>
            </a:lvl4pPr>
            <a:lvl5pPr marL="0" lvl="4" indent="0" defTabSz="806846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Font typeface="Wingdings" charset="2"/>
              <a:buNone/>
              <a:defRPr sz="1100" b="1" i="0">
                <a:latin typeface="Landor Corp S" charset="0"/>
                <a:ea typeface="Landor Corp S" charset="0"/>
                <a:cs typeface="Landor Corp S" charset="0"/>
              </a:defRPr>
            </a:lvl5pPr>
            <a:lvl6pPr marL="0" lvl="5" indent="0" defTabSz="806846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charset="0"/>
              <a:buNone/>
              <a:defRPr b="1" i="0">
                <a:latin typeface="Landor Corp S" charset="0"/>
                <a:ea typeface="Landor Corp S" charset="0"/>
                <a:cs typeface="Landor Corp S" charset="0"/>
              </a:defRPr>
            </a:lvl6pPr>
            <a:lvl7pPr marL="0" indent="0" defTabSz="806846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charset="0"/>
              <a:buNone/>
              <a:defRPr sz="2000" b="1" i="0">
                <a:latin typeface="Landor Corp S" charset="0"/>
                <a:ea typeface="Landor Corp S" charset="0"/>
                <a:cs typeface="Landor Corp S" charset="0"/>
              </a:defRPr>
            </a:lvl7pPr>
            <a:lvl8pPr marL="0" indent="0" defTabSz="806846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charset="0"/>
              <a:buNone/>
              <a:defRPr sz="2800" b="1" i="0">
                <a:latin typeface="Landor Corp S" charset="0"/>
                <a:ea typeface="Landor Corp S" charset="0"/>
                <a:cs typeface="Landor Corp S" charset="0"/>
              </a:defRPr>
            </a:lvl8pPr>
            <a:lvl9pPr marL="0" indent="0" defTabSz="806846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charset="0"/>
              <a:buNone/>
              <a:defRPr b="0" i="0">
                <a:latin typeface="Landor Corp S" charset="0"/>
                <a:ea typeface="Landor Corp S" charset="0"/>
                <a:cs typeface="Landor Corp S" charset="0"/>
              </a:defRPr>
            </a:lvl9pPr>
          </a:lstStyle>
          <a:p>
            <a:pPr algn="ctr"/>
            <a:r>
              <a:rPr lang="en-US" sz="900" b="1" dirty="0">
                <a:solidFill>
                  <a:schemeClr val="accent1"/>
                </a:solidFill>
                <a:latin typeface="Arial Regular" charset="0"/>
                <a:ea typeface="Arial Regular" charset="0"/>
                <a:cs typeface="Arial Regular" charset="0"/>
              </a:rPr>
              <a:t>Footer</a:t>
            </a:r>
            <a:endParaRPr lang="en-US" sz="900" dirty="0">
              <a:solidFill>
                <a:schemeClr val="accent1"/>
              </a:solidFill>
              <a:latin typeface="Arial Regular" charset="0"/>
              <a:ea typeface="Arial Regular" charset="0"/>
              <a:cs typeface="Arial Regular" charset="0"/>
            </a:endParaRPr>
          </a:p>
        </p:txBody>
      </p:sp>
      <p:cxnSp>
        <p:nvCxnSpPr>
          <p:cNvPr id="26" name="Straight Arrow Connector 25"/>
          <p:cNvCxnSpPr/>
          <p:nvPr userDrawn="1"/>
        </p:nvCxnSpPr>
        <p:spPr>
          <a:xfrm flipH="1">
            <a:off x="4295276" y="6497547"/>
            <a:ext cx="2651760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 userDrawn="1"/>
        </p:nvCxnSpPr>
        <p:spPr>
          <a:xfrm>
            <a:off x="7548975" y="6497548"/>
            <a:ext cx="2468880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ding content to your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609600" y="396060"/>
            <a:ext cx="3959352" cy="30175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b="1" dirty="0">
                <a:solidFill>
                  <a:schemeClr val="bg1">
                    <a:lumMod val="65000"/>
                  </a:schemeClr>
                </a:solidFill>
              </a:rPr>
              <a:t>PowerPoint Template Quick Reference Guide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609600" y="697811"/>
            <a:ext cx="8229600" cy="60350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Adding content to your slides</a:t>
            </a:r>
            <a:endParaRPr lang="en-US" sz="3600" dirty="0"/>
          </a:p>
        </p:txBody>
      </p:sp>
      <p:sp>
        <p:nvSpPr>
          <p:cNvPr id="18" name="TextBox 17"/>
          <p:cNvSpPr txBox="1"/>
          <p:nvPr userDrawn="1"/>
        </p:nvSpPr>
        <p:spPr>
          <a:xfrm>
            <a:off x="609601" y="1900992"/>
            <a:ext cx="5181600" cy="13542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Margins and guidelines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When adding or resizing elements in your slide, refer to guidelines to maintain proper alignment, spacing and margins. To view guidelines, select the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View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tab, and check the checkbox next to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Guides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20" name="TextBox 19"/>
          <p:cNvSpPr txBox="1"/>
          <p:nvPr userDrawn="1"/>
        </p:nvSpPr>
        <p:spPr>
          <a:xfrm>
            <a:off x="6408549" y="1907418"/>
            <a:ext cx="5181600" cy="39599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Filling placeholders with content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you are adding text to your placeholder, simply click within the placeholder, then begin typing. Use the Indent tool to navigate preset text styles (see next slide).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simplest way to add content other than text to a placeholder is by clicking the icon at the center of the placeholder and choosing the content you want to add.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the icon is inaccessible (as with text overlaying a background image), you may also drag  an image file from your computer into the placeholder.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Furthermore, you may also right click on the placeholder and use the menu that appears to place (and even change existing) content into the placeholder.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51259"/>
          <a:stretch/>
        </p:blipFill>
        <p:spPr>
          <a:xfrm>
            <a:off x="609600" y="3429001"/>
            <a:ext cx="5486399" cy="2438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25000"/>
              </a:prstClr>
            </a:outerShdw>
          </a:effectLst>
        </p:spPr>
      </p:pic>
      <p:sp>
        <p:nvSpPr>
          <p:cNvPr id="13" name="Rectangle 12"/>
          <p:cNvSpPr/>
          <p:nvPr userDrawn="1"/>
        </p:nvSpPr>
        <p:spPr>
          <a:xfrm>
            <a:off x="3463870" y="4133285"/>
            <a:ext cx="658679" cy="281640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ding content to your slid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305" t="-1" r="9895" b="63111"/>
          <a:stretch/>
        </p:blipFill>
        <p:spPr>
          <a:xfrm>
            <a:off x="1363740" y="4202103"/>
            <a:ext cx="3205212" cy="17134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/>
          <p:cNvSpPr txBox="1"/>
          <p:nvPr userDrawn="1"/>
        </p:nvSpPr>
        <p:spPr>
          <a:xfrm>
            <a:off x="609600" y="396060"/>
            <a:ext cx="3959352" cy="30175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b="1" dirty="0">
                <a:solidFill>
                  <a:schemeClr val="bg1">
                    <a:lumMod val="65000"/>
                  </a:schemeClr>
                </a:solidFill>
              </a:rPr>
              <a:t>PowerPoint Template Quick Reference Guide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609600" y="697811"/>
            <a:ext cx="8229600" cy="60350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Adding content to your slides</a:t>
            </a:r>
            <a:endParaRPr lang="en-US" sz="3600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609600" y="1915320"/>
            <a:ext cx="5181600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Navigating text styles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Indent Less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and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Indent More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buttons in the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Home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tab to navigate between preset text styles.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63111"/>
          <a:stretch/>
        </p:blipFill>
        <p:spPr>
          <a:xfrm>
            <a:off x="609600" y="2971675"/>
            <a:ext cx="5173851" cy="6859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" name="Rectangle 16"/>
          <p:cNvSpPr/>
          <p:nvPr userDrawn="1"/>
        </p:nvSpPr>
        <p:spPr>
          <a:xfrm>
            <a:off x="2684689" y="4989399"/>
            <a:ext cx="934411" cy="43190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/>
          <p:cNvSpPr txBox="1"/>
          <p:nvPr userDrawn="1"/>
        </p:nvSpPr>
        <p:spPr>
          <a:xfrm>
            <a:off x="6400800" y="1905000"/>
            <a:ext cx="5181600" cy="39624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1 - Large heading/call out text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2 - Small heading text</a:t>
            </a:r>
          </a:p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3 - Paragraph text </a:t>
            </a:r>
          </a:p>
          <a:p>
            <a:pPr marL="285750" marR="0" lvl="3" indent="-28575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74018"/>
              </a:buClr>
              <a:buSzPct val="125000"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4 – Bullet tier one</a:t>
            </a:r>
          </a:p>
          <a:p>
            <a:pPr marL="457200" marR="0" lvl="4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5 – Bullet tier two</a:t>
            </a:r>
          </a:p>
          <a:p>
            <a:pPr marL="685800" marR="0" lvl="5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.AppleSystemUIFont" charset="-120"/>
              <a:buChar char="-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6 – Bullet tier three</a:t>
            </a:r>
          </a:p>
          <a:p>
            <a:pPr marL="685800" marR="0" lvl="5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.AppleSystemUIFont" charset="-120"/>
              <a:buChar char="-"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929D9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Footnotes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4" name="Straight Arrow Connector 3"/>
          <p:cNvCxnSpPr/>
          <p:nvPr userDrawn="1"/>
        </p:nvCxnSpPr>
        <p:spPr>
          <a:xfrm flipH="1">
            <a:off x="4267200" y="3429000"/>
            <a:ext cx="429928" cy="7249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ferrin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609600" y="396060"/>
            <a:ext cx="3959352" cy="30175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b="1" dirty="0">
                <a:solidFill>
                  <a:schemeClr val="bg1">
                    <a:lumMod val="65000"/>
                  </a:schemeClr>
                </a:solidFill>
              </a:rPr>
              <a:t>PowerPoint Template Quick Reference Guide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609600" y="697811"/>
            <a:ext cx="8229600" cy="60350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Transferring content from other presentations</a:t>
            </a:r>
            <a:endParaRPr lang="en-US" dirty="0"/>
          </a:p>
        </p:txBody>
      </p:sp>
      <p:sp>
        <p:nvSpPr>
          <p:cNvPr id="18" name="TextBox 17"/>
          <p:cNvSpPr txBox="1"/>
          <p:nvPr userDrawn="1"/>
        </p:nvSpPr>
        <p:spPr>
          <a:xfrm>
            <a:off x="609600" y="1918604"/>
            <a:ext cx="5181600" cy="4201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Rules of copy and paste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not drag and drop or copy/paste whole slides into your presentation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This will transfer a new Master theme (when using source formatting) or a new layout into your Master theme (when using destination theme), which often results in inconsistent headers, footers, margins and general formatting.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Instead, </a:t>
            </a:r>
            <a:r>
              <a:rPr kumimoji="0" lang="en-US" sz="15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always start by selecting a layout from your Master theme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then copy/paste bodies of text from a text box in your old presentation file to your new presentation file. Choose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 Destination Theme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or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Keep Text Only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then use Indent buttons to format text. This method will preserve the integrity of your Master theme.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not copy/paste images from one file to another. Instead, save the image on your computer, then upload the image to the image placeholder within your selected layout.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59"/>
          <a:stretch/>
        </p:blipFill>
        <p:spPr>
          <a:xfrm>
            <a:off x="6660016" y="1600200"/>
            <a:ext cx="4358367" cy="3672960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</p:pic>
      <p:sp>
        <p:nvSpPr>
          <p:cNvPr id="6" name="Rectangle 5"/>
          <p:cNvSpPr/>
          <p:nvPr userDrawn="1"/>
        </p:nvSpPr>
        <p:spPr>
          <a:xfrm>
            <a:off x="7336346" y="4634363"/>
            <a:ext cx="1395885" cy="672093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9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61.xml"/><Relationship Id="rId4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0" y="6992813"/>
            <a:ext cx="12191999" cy="578082"/>
            <a:chOff x="0" y="6992813"/>
            <a:chExt cx="12191999" cy="578082"/>
          </a:xfrm>
        </p:grpSpPr>
        <p:sp>
          <p:nvSpPr>
            <p:cNvPr id="42" name="Rectangle 41"/>
            <p:cNvSpPr/>
            <p:nvPr userDrawn="1"/>
          </p:nvSpPr>
          <p:spPr>
            <a:xfrm>
              <a:off x="0" y="6992813"/>
              <a:ext cx="12191999" cy="578082"/>
            </a:xfrm>
            <a:prstGeom prst="rect">
              <a:avLst/>
            </a:prstGeom>
            <a:solidFill>
              <a:srgbClr val="FFFFFF">
                <a:alpha val="60000"/>
              </a:srgb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878F84"/>
                </a:solidFill>
              </a:endParaRPr>
            </a:p>
          </p:txBody>
        </p:sp>
        <p:sp>
          <p:nvSpPr>
            <p:cNvPr id="47" name="TextBox 46"/>
            <p:cNvSpPr txBox="1"/>
            <p:nvPr userDrawn="1"/>
          </p:nvSpPr>
          <p:spPr>
            <a:xfrm>
              <a:off x="914400" y="7173243"/>
              <a:ext cx="1706193" cy="2693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en-US" sz="900" b="1" dirty="0">
                  <a:solidFill>
                    <a:srgbClr val="929D96"/>
                  </a:solidFill>
                  <a:latin typeface="+mn-lt"/>
                </a:rPr>
                <a:t>Data color order</a:t>
              </a:r>
              <a:r>
                <a:rPr lang="en-US" sz="900" b="1" baseline="0" dirty="0">
                  <a:solidFill>
                    <a:srgbClr val="929D96"/>
                  </a:solidFill>
                  <a:latin typeface="+mn-lt"/>
                </a:rPr>
                <a:t>:</a:t>
              </a:r>
              <a:endParaRPr lang="en-US" sz="900" b="1" dirty="0">
                <a:solidFill>
                  <a:srgbClr val="929D96"/>
                </a:solidFill>
                <a:latin typeface="+mn-lt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940682" y="7146735"/>
              <a:ext cx="195278" cy="19001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2420420" y="7146735"/>
              <a:ext cx="195278" cy="19001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2180551" y="7146735"/>
              <a:ext cx="195278" cy="19001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2660289" y="7146735"/>
              <a:ext cx="195278" cy="19001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2900158" y="7146735"/>
              <a:ext cx="195278" cy="190016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3140027" y="7146735"/>
              <a:ext cx="195278" cy="190016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3619765" y="7146735"/>
              <a:ext cx="195278" cy="190016"/>
            </a:xfrm>
            <a:prstGeom prst="rect">
              <a:avLst/>
            </a:prstGeom>
            <a:solidFill>
              <a:srgbClr val="D9F28B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3859634" y="7146735"/>
              <a:ext cx="195278" cy="190016"/>
            </a:xfrm>
            <a:prstGeom prst="rect">
              <a:avLst/>
            </a:prstGeom>
            <a:solidFill>
              <a:srgbClr val="3BC6EB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4099503" y="7146735"/>
              <a:ext cx="195278" cy="190016"/>
            </a:xfrm>
            <a:prstGeom prst="rect">
              <a:avLst/>
            </a:prstGeom>
            <a:solidFill>
              <a:srgbClr val="00AC9E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4339372" y="7146735"/>
              <a:ext cx="195278" cy="190016"/>
            </a:xfrm>
            <a:prstGeom prst="rect">
              <a:avLst/>
            </a:prstGeom>
            <a:solidFill>
              <a:srgbClr val="FFA211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grpSp>
          <p:nvGrpSpPr>
            <p:cNvPr id="44" name="Group 43"/>
            <p:cNvGrpSpPr/>
            <p:nvPr userDrawn="1"/>
          </p:nvGrpSpPr>
          <p:grpSpPr>
            <a:xfrm>
              <a:off x="6400801" y="7143354"/>
              <a:ext cx="4804898" cy="276999"/>
              <a:chOff x="6311590" y="7133823"/>
              <a:chExt cx="4796677" cy="276999"/>
            </a:xfrm>
          </p:grpSpPr>
          <p:sp>
            <p:nvSpPr>
              <p:cNvPr id="45" name="Rectangle 44"/>
              <p:cNvSpPr/>
              <p:nvPr userDrawn="1"/>
            </p:nvSpPr>
            <p:spPr>
              <a:xfrm>
                <a:off x="6311590" y="7133823"/>
                <a:ext cx="457200" cy="1384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spAutoFit/>
              </a:bodyPr>
              <a:lstStyle/>
              <a:p>
                <a:pPr algn="l"/>
                <a:r>
                  <a:rPr lang="en-US" sz="900" b="1" baseline="0" dirty="0">
                    <a:solidFill>
                      <a:srgbClr val="929D96"/>
                    </a:solidFill>
                  </a:rPr>
                  <a:t>Footer</a:t>
                </a:r>
                <a:endParaRPr lang="en-US" sz="900" baseline="0" dirty="0">
                  <a:solidFill>
                    <a:srgbClr val="929D96"/>
                  </a:solidFill>
                </a:endParaRPr>
              </a:p>
            </p:txBody>
          </p:sp>
          <p:sp>
            <p:nvSpPr>
              <p:cNvPr id="46" name="Rectangle 45"/>
              <p:cNvSpPr/>
              <p:nvPr userDrawn="1"/>
            </p:nvSpPr>
            <p:spPr>
              <a:xfrm>
                <a:off x="6793974" y="7133823"/>
                <a:ext cx="4314293" cy="276999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algn="l"/>
                <a:r>
                  <a:rPr lang="en-US" sz="900" baseline="0" dirty="0">
                    <a:solidFill>
                      <a:srgbClr val="929D96"/>
                    </a:solidFill>
                    <a:sym typeface="Wingdings 3" panose="05040102010807070707" pitchFamily="18" charset="2"/>
                  </a:rPr>
                  <a:t>Never change the footer text on individual slides. Change, t</a:t>
                </a:r>
                <a:r>
                  <a:rPr lang="en-US" sz="900" baseline="0" dirty="0">
                    <a:solidFill>
                      <a:srgbClr val="929D96"/>
                    </a:solidFill>
                  </a:rPr>
                  <a:t>urn on or off by using </a:t>
                </a:r>
              </a:p>
              <a:p>
                <a:pPr algn="l"/>
                <a:r>
                  <a:rPr lang="en-US" sz="900" baseline="0" dirty="0">
                    <a:solidFill>
                      <a:srgbClr val="929D96"/>
                    </a:solidFill>
                  </a:rPr>
                  <a:t>Insert </a:t>
                </a:r>
                <a:r>
                  <a:rPr lang="en-US" sz="900" baseline="0" dirty="0">
                    <a:solidFill>
                      <a:srgbClr val="929D96"/>
                    </a:solidFill>
                    <a:sym typeface="Wingdings 3" panose="05040102010807070707" pitchFamily="18" charset="2"/>
                  </a:rPr>
                  <a:t> Header &amp; Footer Enter / change text  Click Apply All. </a:t>
                </a:r>
                <a:endParaRPr lang="en-US" sz="900" baseline="0" dirty="0">
                  <a:solidFill>
                    <a:srgbClr val="929D96"/>
                  </a:solidFill>
                </a:endParaRPr>
              </a:p>
            </p:txBody>
          </p:sp>
        </p:grpSp>
        <p:sp>
          <p:nvSpPr>
            <p:cNvPr id="61" name="Rectangle 60"/>
            <p:cNvSpPr/>
            <p:nvPr userDrawn="1"/>
          </p:nvSpPr>
          <p:spPr>
            <a:xfrm>
              <a:off x="4579241" y="7146735"/>
              <a:ext cx="195278" cy="190016"/>
            </a:xfrm>
            <a:prstGeom prst="rect">
              <a:avLst/>
            </a:prstGeom>
            <a:solidFill>
              <a:srgbClr val="C13B33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62" name="Rectangle 61"/>
            <p:cNvSpPr/>
            <p:nvPr userDrawn="1"/>
          </p:nvSpPr>
          <p:spPr>
            <a:xfrm>
              <a:off x="4819110" y="7146735"/>
              <a:ext cx="195278" cy="190016"/>
            </a:xfrm>
            <a:prstGeom prst="rect">
              <a:avLst/>
            </a:prstGeom>
            <a:solidFill>
              <a:srgbClr val="297CE0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64" name="Rectangle 63"/>
            <p:cNvSpPr/>
            <p:nvPr userDrawn="1"/>
          </p:nvSpPr>
          <p:spPr>
            <a:xfrm>
              <a:off x="3379896" y="7146735"/>
              <a:ext cx="195278" cy="190016"/>
            </a:xfrm>
            <a:prstGeom prst="rect">
              <a:avLst/>
            </a:prstGeom>
            <a:solidFill>
              <a:srgbClr val="929D96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</p:grp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805" y="6304680"/>
            <a:ext cx="1600200" cy="36040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381001"/>
            <a:ext cx="10969247" cy="92392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904999"/>
            <a:ext cx="10969247" cy="396240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Level 1 - Large heading/call out text</a:t>
            </a:r>
          </a:p>
          <a:p>
            <a:pPr lvl="1"/>
            <a:r>
              <a:rPr lang="en-US" dirty="0"/>
              <a:t>Level 2 - Small heading text</a:t>
            </a:r>
          </a:p>
          <a:p>
            <a:pPr lvl="2"/>
            <a:r>
              <a:rPr lang="en-US" dirty="0"/>
              <a:t>Level 3 - </a:t>
            </a:r>
            <a:r>
              <a:rPr lang="en-US" dirty="0" err="1"/>
              <a:t>Paragrah</a:t>
            </a:r>
            <a:r>
              <a:rPr lang="en-US" dirty="0"/>
              <a:t> text </a:t>
            </a:r>
          </a:p>
          <a:p>
            <a:pPr lvl="3"/>
            <a:r>
              <a:rPr lang="en-US" dirty="0"/>
              <a:t>Level 4 - Bullet tier one</a:t>
            </a:r>
          </a:p>
          <a:p>
            <a:pPr lvl="4"/>
            <a:r>
              <a:rPr lang="en-US" dirty="0"/>
              <a:t>Bullet level one</a:t>
            </a:r>
          </a:p>
          <a:p>
            <a:pPr lvl="5"/>
            <a:r>
              <a:rPr lang="en-US" dirty="0"/>
              <a:t>Bullet level two</a:t>
            </a:r>
          </a:p>
          <a:p>
            <a:pPr lvl="6"/>
            <a:r>
              <a:rPr lang="en-US" dirty="0"/>
              <a:t>Footnotes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27266" y="6324599"/>
            <a:ext cx="3492500" cy="3048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i="1">
                <a:solidFill>
                  <a:srgbClr val="929D96"/>
                </a:solidFill>
              </a:defRPr>
            </a:lvl1pPr>
          </a:lstStyle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3284" y="6324599"/>
            <a:ext cx="624550" cy="30480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rgbClr val="929D96"/>
                </a:solidFill>
              </a:defRPr>
            </a:lvl1pPr>
          </a:lstStyle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-436811" y="5866678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 userDrawn="1"/>
        </p:nvSpPr>
        <p:spPr>
          <a:xfrm>
            <a:off x="-1505757" y="5700460"/>
            <a:ext cx="1167849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800" dirty="0">
                <a:solidFill>
                  <a:srgbClr val="878F84"/>
                </a:solidFill>
                <a:latin typeface="+mn-lt"/>
              </a:rPr>
              <a:t>No content below the line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-436812" y="1905582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-1505757" y="1959980"/>
            <a:ext cx="1167849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800" dirty="0">
                <a:solidFill>
                  <a:srgbClr val="878F84"/>
                </a:solidFill>
                <a:latin typeface="+mn-lt"/>
              </a:rPr>
              <a:t>No content above the line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-239002" y="1905000"/>
            <a:ext cx="0" cy="3956237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 userDrawn="1"/>
        </p:nvSpPr>
        <p:spPr>
          <a:xfrm>
            <a:off x="-1505756" y="3745636"/>
            <a:ext cx="11678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800" b="1" dirty="0">
                <a:solidFill>
                  <a:srgbClr val="878F84"/>
                </a:solidFill>
                <a:latin typeface="+mn-lt"/>
              </a:rPr>
              <a:t>Main content area</a:t>
            </a:r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-436812" y="1295400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-239002" y="389397"/>
            <a:ext cx="0" cy="906003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 userDrawn="1"/>
        </p:nvSpPr>
        <p:spPr>
          <a:xfrm>
            <a:off x="-1505757" y="776834"/>
            <a:ext cx="11678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800" b="1" dirty="0">
                <a:solidFill>
                  <a:srgbClr val="878F84"/>
                </a:solidFill>
                <a:latin typeface="+mn-lt"/>
              </a:rPr>
              <a:t>Slide title area</a:t>
            </a: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-436812" y="389397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 rot="5400000" flipH="1" flipV="1">
            <a:off x="461242" y="-198967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 userDrawn="1"/>
        </p:nvSpPr>
        <p:spPr>
          <a:xfrm>
            <a:off x="-731995" y="-256408"/>
            <a:ext cx="1280160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800" dirty="0">
                <a:solidFill>
                  <a:srgbClr val="878F84"/>
                </a:solidFill>
                <a:latin typeface="+mn-lt"/>
              </a:rPr>
              <a:t>No content left of the line</a:t>
            </a:r>
          </a:p>
        </p:txBody>
      </p:sp>
      <p:cxnSp>
        <p:nvCxnSpPr>
          <p:cNvPr id="23" name="Straight Connector 22"/>
          <p:cNvCxnSpPr/>
          <p:nvPr userDrawn="1"/>
        </p:nvCxnSpPr>
        <p:spPr>
          <a:xfrm rot="5400000" flipH="1" flipV="1">
            <a:off x="5947642" y="-198967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 userDrawn="1"/>
        </p:nvCxnSpPr>
        <p:spPr>
          <a:xfrm>
            <a:off x="12233190" y="1909404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 userDrawn="1"/>
        </p:nvCxnSpPr>
        <p:spPr>
          <a:xfrm>
            <a:off x="12220822" y="5866678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 userDrawn="1"/>
        </p:nvSpPr>
        <p:spPr>
          <a:xfrm>
            <a:off x="12523476" y="5700460"/>
            <a:ext cx="1167849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800" dirty="0">
                <a:solidFill>
                  <a:srgbClr val="878F84"/>
                </a:solidFill>
                <a:latin typeface="+mn-lt"/>
              </a:rPr>
              <a:t>No content below the line</a:t>
            </a:r>
          </a:p>
        </p:txBody>
      </p:sp>
      <p:sp>
        <p:nvSpPr>
          <p:cNvPr id="29" name="TextBox 28"/>
          <p:cNvSpPr txBox="1"/>
          <p:nvPr userDrawn="1"/>
        </p:nvSpPr>
        <p:spPr>
          <a:xfrm>
            <a:off x="12523476" y="1959980"/>
            <a:ext cx="1167849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800" dirty="0">
                <a:solidFill>
                  <a:srgbClr val="878F84"/>
                </a:solidFill>
                <a:latin typeface="+mn-lt"/>
              </a:rPr>
              <a:t>No content above the line</a:t>
            </a:r>
          </a:p>
        </p:txBody>
      </p:sp>
      <p:cxnSp>
        <p:nvCxnSpPr>
          <p:cNvPr id="30" name="Straight Connector 29"/>
          <p:cNvCxnSpPr/>
          <p:nvPr userDrawn="1"/>
        </p:nvCxnSpPr>
        <p:spPr>
          <a:xfrm>
            <a:off x="12418631" y="1905000"/>
            <a:ext cx="0" cy="3956237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 userDrawn="1"/>
        </p:nvSpPr>
        <p:spPr>
          <a:xfrm>
            <a:off x="12523477" y="3745636"/>
            <a:ext cx="11678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1" dirty="0">
                <a:solidFill>
                  <a:srgbClr val="878F84"/>
                </a:solidFill>
                <a:latin typeface="+mn-lt"/>
              </a:rPr>
              <a:t>Main content area</a:t>
            </a:r>
          </a:p>
        </p:txBody>
      </p:sp>
      <p:cxnSp>
        <p:nvCxnSpPr>
          <p:cNvPr id="33" name="Straight Connector 32"/>
          <p:cNvCxnSpPr/>
          <p:nvPr userDrawn="1"/>
        </p:nvCxnSpPr>
        <p:spPr>
          <a:xfrm>
            <a:off x="12220821" y="1295400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 userDrawn="1"/>
        </p:nvCxnSpPr>
        <p:spPr>
          <a:xfrm>
            <a:off x="12418631" y="389397"/>
            <a:ext cx="0" cy="906003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 userDrawn="1"/>
        </p:nvSpPr>
        <p:spPr>
          <a:xfrm>
            <a:off x="12523476" y="776834"/>
            <a:ext cx="11678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1" dirty="0">
                <a:solidFill>
                  <a:srgbClr val="878F84"/>
                </a:solidFill>
                <a:latin typeface="+mn-lt"/>
              </a:rPr>
              <a:t>Slide title</a:t>
            </a:r>
            <a:r>
              <a:rPr lang="en-US" sz="800" b="1" baseline="0" dirty="0">
                <a:solidFill>
                  <a:srgbClr val="878F84"/>
                </a:solidFill>
                <a:latin typeface="+mn-lt"/>
              </a:rPr>
              <a:t> area</a:t>
            </a:r>
            <a:endParaRPr lang="en-US" sz="800" b="1" dirty="0">
              <a:solidFill>
                <a:srgbClr val="878F84"/>
              </a:solidFill>
              <a:latin typeface="+mn-lt"/>
            </a:endParaRPr>
          </a:p>
        </p:txBody>
      </p:sp>
      <p:cxnSp>
        <p:nvCxnSpPr>
          <p:cNvPr id="36" name="Straight Connector 35"/>
          <p:cNvCxnSpPr/>
          <p:nvPr userDrawn="1"/>
        </p:nvCxnSpPr>
        <p:spPr>
          <a:xfrm>
            <a:off x="12220821" y="389397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 userDrawn="1"/>
        </p:nvCxnSpPr>
        <p:spPr>
          <a:xfrm rot="5400000" flipH="1" flipV="1">
            <a:off x="11439470" y="-198967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 userDrawn="1"/>
        </p:nvSpPr>
        <p:spPr>
          <a:xfrm>
            <a:off x="11649264" y="-276585"/>
            <a:ext cx="1280160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800" dirty="0">
                <a:solidFill>
                  <a:srgbClr val="878F84"/>
                </a:solidFill>
                <a:latin typeface="+mn-lt"/>
              </a:rPr>
              <a:t>No content right of the line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 rot="5400000" flipH="1" flipV="1">
            <a:off x="5947642" y="7038488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 userDrawn="1"/>
        </p:nvCxnSpPr>
        <p:spPr>
          <a:xfrm rot="5400000" flipH="1" flipV="1">
            <a:off x="461242" y="7038488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 userDrawn="1"/>
        </p:nvCxnSpPr>
        <p:spPr>
          <a:xfrm rot="5400000" flipH="1" flipV="1">
            <a:off x="11439470" y="7038488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4064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43" r:id="rId2"/>
    <p:sldLayoutId id="2147483803" r:id="rId3"/>
    <p:sldLayoutId id="2147483804" r:id="rId4"/>
    <p:sldLayoutId id="2147483772" r:id="rId5"/>
    <p:sldLayoutId id="2147483807" r:id="rId6"/>
    <p:sldLayoutId id="2147483747" r:id="rId7"/>
    <p:sldLayoutId id="2147483771" r:id="rId8"/>
    <p:sldLayoutId id="2147483749" r:id="rId9"/>
    <p:sldLayoutId id="2147483817" r:id="rId10"/>
    <p:sldLayoutId id="2147483786" r:id="rId11"/>
    <p:sldLayoutId id="2147483821" r:id="rId12"/>
    <p:sldLayoutId id="2147483774" r:id="rId13"/>
    <p:sldLayoutId id="2147483822" r:id="rId14"/>
    <p:sldLayoutId id="2147483669" r:id="rId15"/>
    <p:sldLayoutId id="2147483787" r:id="rId16"/>
    <p:sldLayoutId id="2147483773" r:id="rId17"/>
    <p:sldLayoutId id="2147483788" r:id="rId18"/>
    <p:sldLayoutId id="2147483775" r:id="rId19"/>
    <p:sldLayoutId id="2147483823" r:id="rId20"/>
    <p:sldLayoutId id="2147483776" r:id="rId21"/>
    <p:sldLayoutId id="2147483777" r:id="rId22"/>
    <p:sldLayoutId id="2147483778" r:id="rId23"/>
    <p:sldLayoutId id="2147483779" r:id="rId24"/>
    <p:sldLayoutId id="2147483824" r:id="rId25"/>
    <p:sldLayoutId id="2147483780" r:id="rId26"/>
    <p:sldLayoutId id="2147483781" r:id="rId27"/>
    <p:sldLayoutId id="2147483793" r:id="rId28"/>
    <p:sldLayoutId id="2147483826" r:id="rId29"/>
    <p:sldLayoutId id="2147483794" r:id="rId30"/>
    <p:sldLayoutId id="2147483827" r:id="rId31"/>
    <p:sldLayoutId id="2147483816" r:id="rId32"/>
    <p:sldLayoutId id="2147483828" r:id="rId33"/>
    <p:sldLayoutId id="2147483795" r:id="rId34"/>
    <p:sldLayoutId id="2147483829" r:id="rId35"/>
    <p:sldLayoutId id="2147483796" r:id="rId36"/>
    <p:sldLayoutId id="2147483783" r:id="rId37"/>
    <p:sldLayoutId id="2147483790" r:id="rId38"/>
    <p:sldLayoutId id="2147483784" r:id="rId39"/>
    <p:sldLayoutId id="2147483791" r:id="rId40"/>
    <p:sldLayoutId id="2147483789" r:id="rId41"/>
    <p:sldLayoutId id="2147483815" r:id="rId42"/>
    <p:sldLayoutId id="2147483792" r:id="rId43"/>
    <p:sldLayoutId id="2147483758" r:id="rId44"/>
    <p:sldLayoutId id="2147483759" r:id="rId45"/>
    <p:sldLayoutId id="2147483799" r:id="rId46"/>
    <p:sldLayoutId id="2147483800" r:id="rId47"/>
    <p:sldLayoutId id="2147483801" r:id="rId48"/>
    <p:sldLayoutId id="2147483818" r:id="rId49"/>
    <p:sldLayoutId id="2147483670" r:id="rId50"/>
    <p:sldLayoutId id="2147483797" r:id="rId51"/>
    <p:sldLayoutId id="2147483808" r:id="rId52"/>
    <p:sldLayoutId id="2147483830" r:id="rId53"/>
    <p:sldLayoutId id="2147483798" r:id="rId54"/>
    <p:sldLayoutId id="2147483809" r:id="rId55"/>
    <p:sldLayoutId id="2147483831" r:id="rId56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Tx/>
        <a:buNone/>
        <a:defRPr sz="36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600"/>
        </a:spcBef>
        <a:buFontTx/>
        <a:buNone/>
        <a:defRPr sz="2400" b="1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600"/>
        </a:spcBef>
        <a:buFontTx/>
        <a:buNone/>
        <a:defRPr sz="2400" b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285750" indent="-285750" algn="l" defTabSz="91440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125000"/>
        <a:buFont typeface="Arial" charset="0"/>
        <a:buChar char="•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457200" indent="-2286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SzPct val="100000"/>
        <a:buFont typeface="Arial" charset="0"/>
        <a:buChar char="•"/>
        <a:defRPr sz="22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685800" indent="-2286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SzPct val="100000"/>
        <a:buFont typeface=".AppleSystemUIFont" charset="-120"/>
        <a:buChar char="-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buFontTx/>
        <a:buNone/>
        <a:defRPr sz="1800" i="1" kern="1200">
          <a:solidFill>
            <a:srgbClr val="929D96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1200"/>
        </a:spcBef>
        <a:buFontTx/>
        <a:buNone/>
        <a:defRPr sz="1600" b="0" i="1" kern="1200" baseline="0">
          <a:solidFill>
            <a:schemeClr val="accent4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968">
          <p15:clr>
            <a:srgbClr val="A4A3A4"/>
          </p15:clr>
        </p15:guide>
        <p15:guide id="2" pos="4032">
          <p15:clr>
            <a:srgbClr val="A4A3A4"/>
          </p15:clr>
        </p15:guide>
        <p15:guide id="3" pos="3264">
          <p15:clr>
            <a:srgbClr val="A4A3A4"/>
          </p15:clr>
        </p15:guide>
        <p15:guide id="4" pos="4224">
          <p15:clr>
            <a:srgbClr val="A4A3A4"/>
          </p15:clr>
        </p15:guide>
        <p15:guide id="5" pos="3456">
          <p15:clr>
            <a:srgbClr val="A4A3A4"/>
          </p15:clr>
        </p15:guide>
        <p15:guide id="6" pos="4416">
          <p15:clr>
            <a:srgbClr val="A4A3A4"/>
          </p15:clr>
        </p15:guide>
        <p15:guide id="7" pos="3072">
          <p15:clr>
            <a:srgbClr val="A4A3A4"/>
          </p15:clr>
        </p15:guide>
        <p15:guide id="8" pos="4608">
          <p15:clr>
            <a:srgbClr val="A4A3A4"/>
          </p15:clr>
        </p15:guide>
        <p15:guide id="9" pos="2880">
          <p15:clr>
            <a:srgbClr val="A4A3A4"/>
          </p15:clr>
        </p15:guide>
        <p15:guide id="10" pos="4800">
          <p15:clr>
            <a:srgbClr val="A4A3A4"/>
          </p15:clr>
        </p15:guide>
        <p15:guide id="11" pos="2688">
          <p15:clr>
            <a:srgbClr val="A4A3A4"/>
          </p15:clr>
        </p15:guide>
        <p15:guide id="12" pos="4992">
          <p15:clr>
            <a:srgbClr val="A4A3A4"/>
          </p15:clr>
        </p15:guide>
        <p15:guide id="13" pos="2496">
          <p15:clr>
            <a:srgbClr val="A4A3A4"/>
          </p15:clr>
        </p15:guide>
        <p15:guide id="14" pos="5184">
          <p15:clr>
            <a:srgbClr val="A4A3A4"/>
          </p15:clr>
        </p15:guide>
        <p15:guide id="15" pos="2304">
          <p15:clr>
            <a:srgbClr val="A4A3A4"/>
          </p15:clr>
        </p15:guide>
        <p15:guide id="16" pos="5376">
          <p15:clr>
            <a:srgbClr val="A4A3A4"/>
          </p15:clr>
        </p15:guide>
        <p15:guide id="17" pos="2112" userDrawn="1">
          <p15:clr>
            <a:srgbClr val="F26B43"/>
          </p15:clr>
        </p15:guide>
        <p15:guide id="18" pos="5568" userDrawn="1">
          <p15:clr>
            <a:srgbClr val="F26B43"/>
          </p15:clr>
        </p15:guide>
        <p15:guide id="19" pos="1920">
          <p15:clr>
            <a:srgbClr val="A4A3A4"/>
          </p15:clr>
        </p15:guide>
        <p15:guide id="20" pos="5760">
          <p15:clr>
            <a:srgbClr val="A4A3A4"/>
          </p15:clr>
        </p15:guide>
        <p15:guide id="21" pos="1728">
          <p15:clr>
            <a:srgbClr val="A4A3A4"/>
          </p15:clr>
        </p15:guide>
        <p15:guide id="22" orient="horz" pos="1776">
          <p15:clr>
            <a:srgbClr val="A4A3A4"/>
          </p15:clr>
        </p15:guide>
        <p15:guide id="23" pos="5952">
          <p15:clr>
            <a:srgbClr val="A4A3A4"/>
          </p15:clr>
        </p15:guide>
        <p15:guide id="24" pos="1536">
          <p15:clr>
            <a:srgbClr val="A4A3A4"/>
          </p15:clr>
        </p15:guide>
        <p15:guide id="25" pos="6144">
          <p15:clr>
            <a:srgbClr val="A4A3A4"/>
          </p15:clr>
        </p15:guide>
        <p15:guide id="26" pos="1344">
          <p15:clr>
            <a:srgbClr val="A4A3A4"/>
          </p15:clr>
        </p15:guide>
        <p15:guide id="27" pos="6336">
          <p15:clr>
            <a:srgbClr val="A4A3A4"/>
          </p15:clr>
        </p15:guide>
        <p15:guide id="28" pos="1152">
          <p15:clr>
            <a:srgbClr val="A4A3A4"/>
          </p15:clr>
        </p15:guide>
        <p15:guide id="29" pos="6528">
          <p15:clr>
            <a:srgbClr val="A4A3A4"/>
          </p15:clr>
        </p15:guide>
        <p15:guide id="30" pos="960">
          <p15:clr>
            <a:srgbClr val="A4A3A4"/>
          </p15:clr>
        </p15:guide>
        <p15:guide id="31" pos="6720">
          <p15:clr>
            <a:srgbClr val="A4A3A4"/>
          </p15:clr>
        </p15:guide>
        <p15:guide id="32" pos="768">
          <p15:clr>
            <a:srgbClr val="A4A3A4"/>
          </p15:clr>
        </p15:guide>
        <p15:guide id="33" pos="6912">
          <p15:clr>
            <a:srgbClr val="A4A3A4"/>
          </p15:clr>
        </p15:guide>
        <p15:guide id="34" pos="576">
          <p15:clr>
            <a:srgbClr val="A4A3A4"/>
          </p15:clr>
        </p15:guide>
        <p15:guide id="35" pos="7104">
          <p15:clr>
            <a:srgbClr val="A4A3A4"/>
          </p15:clr>
        </p15:guide>
        <p15:guide id="36" pos="384" userDrawn="1">
          <p15:clr>
            <a:srgbClr val="F26B43"/>
          </p15:clr>
        </p15:guide>
        <p15:guide id="37" pos="7296" userDrawn="1">
          <p15:clr>
            <a:srgbClr val="F26B43"/>
          </p15:clr>
        </p15:guide>
        <p15:guide id="38" pos="192">
          <p15:clr>
            <a:srgbClr val="A4A3A4"/>
          </p15:clr>
        </p15:guide>
        <p15:guide id="39" pos="7488" userDrawn="1">
          <p15:clr>
            <a:srgbClr val="A4A3A4"/>
          </p15:clr>
        </p15:guide>
        <p15:guide id="41" orient="horz" pos="2544">
          <p15:clr>
            <a:srgbClr val="A4A3A4"/>
          </p15:clr>
        </p15:guide>
        <p15:guide id="42" orient="horz" pos="1584">
          <p15:clr>
            <a:srgbClr val="A4A3A4"/>
          </p15:clr>
        </p15:guide>
        <p15:guide id="43" orient="horz" pos="2736">
          <p15:clr>
            <a:srgbClr val="A4A3A4"/>
          </p15:clr>
        </p15:guide>
        <p15:guide id="44" orient="horz" pos="1392">
          <p15:clr>
            <a:srgbClr val="A4A3A4"/>
          </p15:clr>
        </p15:guide>
        <p15:guide id="45" orient="horz" pos="2928">
          <p15:clr>
            <a:srgbClr val="A4A3A4"/>
          </p15:clr>
        </p15:guide>
        <p15:guide id="46" orient="horz" pos="1200" userDrawn="1">
          <p15:clr>
            <a:srgbClr val="F26B43"/>
          </p15:clr>
        </p15:guide>
        <p15:guide id="47" orient="horz" pos="3120">
          <p15:clr>
            <a:srgbClr val="A4A3A4"/>
          </p15:clr>
        </p15:guide>
        <p15:guide id="48" orient="horz" pos="1008" userDrawn="1">
          <p15:clr>
            <a:srgbClr val="A4A3A4"/>
          </p15:clr>
        </p15:guide>
        <p15:guide id="49" orient="horz" pos="3312">
          <p15:clr>
            <a:srgbClr val="A4A3A4"/>
          </p15:clr>
        </p15:guide>
        <p15:guide id="50" orient="horz" pos="816" userDrawn="1">
          <p15:clr>
            <a:srgbClr val="F26B43"/>
          </p15:clr>
        </p15:guide>
        <p15:guide id="51" orient="horz" pos="3504">
          <p15:clr>
            <a:srgbClr val="A4A3A4"/>
          </p15:clr>
        </p15:guide>
        <p15:guide id="52" orient="horz" pos="624">
          <p15:clr>
            <a:srgbClr val="A4A3A4"/>
          </p15:clr>
        </p15:guide>
        <p15:guide id="53" orient="horz" pos="3696" userDrawn="1">
          <p15:clr>
            <a:srgbClr val="F26B43"/>
          </p15:clr>
        </p15:guide>
        <p15:guide id="54" orient="horz" pos="432" userDrawn="1">
          <p15:clr>
            <a:srgbClr val="A4A3A4"/>
          </p15:clr>
        </p15:guide>
        <p15:guide id="55" orient="horz" pos="3888" userDrawn="1">
          <p15:clr>
            <a:srgbClr val="A4A3A4"/>
          </p15:clr>
        </p15:guide>
        <p15:guide id="56" orient="horz" pos="240" userDrawn="1">
          <p15:clr>
            <a:srgbClr val="F26B43"/>
          </p15:clr>
        </p15:guide>
        <p15:guide id="57" orient="horz" pos="4080">
          <p15:clr>
            <a:srgbClr val="A4A3A4"/>
          </p15:clr>
        </p15:guide>
        <p15:guide id="58" orient="horz" pos="48">
          <p15:clr>
            <a:srgbClr val="A4A3A4"/>
          </p15:clr>
        </p15:guide>
        <p15:guide id="59" orient="horz" pos="4272">
          <p15:clr>
            <a:srgbClr val="A4A3A4"/>
          </p15:clr>
        </p15:guide>
        <p15:guide id="61" orient="horz" pos="2352">
          <p15:clr>
            <a:srgbClr val="A4A3A4"/>
          </p15:clr>
        </p15:guide>
        <p15:guide id="62" orient="horz" pos="2160" userDrawn="1">
          <p15:clr>
            <a:srgbClr val="F26B43"/>
          </p15:clr>
        </p15:guide>
        <p15:guide id="63" pos="3840" userDrawn="1">
          <p15:clr>
            <a:srgbClr val="F26B43"/>
          </p15:clr>
        </p15:guide>
        <p15:guide id="64" pos="3648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 userDrawn="1"/>
        </p:nvGrpSpPr>
        <p:grpSpPr>
          <a:xfrm>
            <a:off x="0" y="6992813"/>
            <a:ext cx="12191999" cy="578082"/>
            <a:chOff x="0" y="6992813"/>
            <a:chExt cx="12191999" cy="578082"/>
          </a:xfrm>
        </p:grpSpPr>
        <p:sp>
          <p:nvSpPr>
            <p:cNvPr id="66" name="Rectangle 65"/>
            <p:cNvSpPr/>
            <p:nvPr userDrawn="1"/>
          </p:nvSpPr>
          <p:spPr>
            <a:xfrm>
              <a:off x="0" y="6992813"/>
              <a:ext cx="12191999" cy="578082"/>
            </a:xfrm>
            <a:prstGeom prst="rect">
              <a:avLst/>
            </a:prstGeom>
            <a:solidFill>
              <a:srgbClr val="FFFFFF">
                <a:alpha val="60000"/>
              </a:srgb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878F84">
                    <a:alpha val="60000"/>
                  </a:srgbClr>
                </a:solidFill>
              </a:endParaRPr>
            </a:p>
          </p:txBody>
        </p:sp>
        <p:sp>
          <p:nvSpPr>
            <p:cNvPr id="67" name="TextBox 66"/>
            <p:cNvSpPr txBox="1"/>
            <p:nvPr userDrawn="1"/>
          </p:nvSpPr>
          <p:spPr>
            <a:xfrm>
              <a:off x="914400" y="7173243"/>
              <a:ext cx="1706193" cy="2693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en-US" sz="900" b="1" dirty="0">
                  <a:solidFill>
                    <a:srgbClr val="929D96"/>
                  </a:solidFill>
                  <a:latin typeface="+mn-lt"/>
                </a:rPr>
                <a:t>Data color order</a:t>
              </a:r>
              <a:r>
                <a:rPr lang="en-US" sz="900" b="1" baseline="0" dirty="0">
                  <a:solidFill>
                    <a:srgbClr val="929D96"/>
                  </a:solidFill>
                  <a:latin typeface="+mn-lt"/>
                </a:rPr>
                <a:t>:</a:t>
              </a:r>
              <a:endParaRPr lang="en-US" sz="900" b="1" dirty="0">
                <a:solidFill>
                  <a:srgbClr val="929D96"/>
                </a:solidFill>
                <a:latin typeface="+mn-lt"/>
              </a:endParaRP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940682" y="7146735"/>
              <a:ext cx="195278" cy="19001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2420420" y="7146735"/>
              <a:ext cx="195278" cy="19001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2180551" y="7146735"/>
              <a:ext cx="195278" cy="19001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2660289" y="7146735"/>
              <a:ext cx="195278" cy="19001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2900158" y="7146735"/>
              <a:ext cx="195278" cy="190016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3140027" y="7146735"/>
              <a:ext cx="195278" cy="190016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3619765" y="7146735"/>
              <a:ext cx="195278" cy="190016"/>
            </a:xfrm>
            <a:prstGeom prst="rect">
              <a:avLst/>
            </a:prstGeom>
            <a:solidFill>
              <a:srgbClr val="D9F28B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3859634" y="7146735"/>
              <a:ext cx="195278" cy="190016"/>
            </a:xfrm>
            <a:prstGeom prst="rect">
              <a:avLst/>
            </a:prstGeom>
            <a:solidFill>
              <a:srgbClr val="3BC6EB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4099503" y="7146735"/>
              <a:ext cx="195278" cy="190016"/>
            </a:xfrm>
            <a:prstGeom prst="rect">
              <a:avLst/>
            </a:prstGeom>
            <a:solidFill>
              <a:srgbClr val="00AC9E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77" name="Rectangle 76"/>
            <p:cNvSpPr/>
            <p:nvPr/>
          </p:nvSpPr>
          <p:spPr>
            <a:xfrm>
              <a:off x="4339372" y="7146735"/>
              <a:ext cx="195278" cy="190016"/>
            </a:xfrm>
            <a:prstGeom prst="rect">
              <a:avLst/>
            </a:prstGeom>
            <a:solidFill>
              <a:srgbClr val="FFA211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grpSp>
          <p:nvGrpSpPr>
            <p:cNvPr id="78" name="Group 77"/>
            <p:cNvGrpSpPr/>
            <p:nvPr userDrawn="1"/>
          </p:nvGrpSpPr>
          <p:grpSpPr>
            <a:xfrm>
              <a:off x="6400801" y="7143354"/>
              <a:ext cx="4804898" cy="276999"/>
              <a:chOff x="6311590" y="7133823"/>
              <a:chExt cx="4796677" cy="276999"/>
            </a:xfrm>
          </p:grpSpPr>
          <p:sp>
            <p:nvSpPr>
              <p:cNvPr id="82" name="Rectangle 81"/>
              <p:cNvSpPr/>
              <p:nvPr userDrawn="1"/>
            </p:nvSpPr>
            <p:spPr>
              <a:xfrm>
                <a:off x="6311590" y="7133823"/>
                <a:ext cx="457200" cy="1384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spAutoFit/>
              </a:bodyPr>
              <a:lstStyle/>
              <a:p>
                <a:pPr algn="l"/>
                <a:r>
                  <a:rPr lang="en-US" sz="900" b="1" baseline="0" dirty="0">
                    <a:solidFill>
                      <a:srgbClr val="929D96"/>
                    </a:solidFill>
                  </a:rPr>
                  <a:t>Footer</a:t>
                </a:r>
                <a:endParaRPr lang="en-US" sz="900" baseline="0" dirty="0">
                  <a:solidFill>
                    <a:srgbClr val="929D96"/>
                  </a:solidFill>
                </a:endParaRPr>
              </a:p>
            </p:txBody>
          </p:sp>
          <p:sp>
            <p:nvSpPr>
              <p:cNvPr id="83" name="Rectangle 82"/>
              <p:cNvSpPr/>
              <p:nvPr userDrawn="1"/>
            </p:nvSpPr>
            <p:spPr>
              <a:xfrm>
                <a:off x="6793974" y="7133823"/>
                <a:ext cx="4314293" cy="276999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algn="l"/>
                <a:r>
                  <a:rPr lang="en-US" sz="900" baseline="0" dirty="0">
                    <a:solidFill>
                      <a:srgbClr val="929D96"/>
                    </a:solidFill>
                    <a:sym typeface="Wingdings 3" panose="05040102010807070707" pitchFamily="18" charset="2"/>
                  </a:rPr>
                  <a:t>Never change the footer text on individual slides. Change, t</a:t>
                </a:r>
                <a:r>
                  <a:rPr lang="en-US" sz="900" baseline="0" dirty="0">
                    <a:solidFill>
                      <a:srgbClr val="929D96"/>
                    </a:solidFill>
                  </a:rPr>
                  <a:t>urn on or off by using </a:t>
                </a:r>
              </a:p>
              <a:p>
                <a:pPr algn="l"/>
                <a:r>
                  <a:rPr lang="en-US" sz="900" baseline="0" dirty="0">
                    <a:solidFill>
                      <a:srgbClr val="929D96"/>
                    </a:solidFill>
                  </a:rPr>
                  <a:t>Insert </a:t>
                </a:r>
                <a:r>
                  <a:rPr lang="en-US" sz="900" baseline="0" dirty="0">
                    <a:solidFill>
                      <a:srgbClr val="929D96"/>
                    </a:solidFill>
                    <a:sym typeface="Wingdings 3" panose="05040102010807070707" pitchFamily="18" charset="2"/>
                  </a:rPr>
                  <a:t> Header &amp; Footer Enter / change text  Click Apply All. </a:t>
                </a:r>
                <a:endParaRPr lang="en-US" sz="900" baseline="0" dirty="0">
                  <a:solidFill>
                    <a:srgbClr val="929D96"/>
                  </a:solidFill>
                </a:endParaRPr>
              </a:p>
            </p:txBody>
          </p:sp>
        </p:grpSp>
        <p:sp>
          <p:nvSpPr>
            <p:cNvPr id="79" name="Rectangle 78"/>
            <p:cNvSpPr/>
            <p:nvPr userDrawn="1"/>
          </p:nvSpPr>
          <p:spPr>
            <a:xfrm>
              <a:off x="4579241" y="7146735"/>
              <a:ext cx="195278" cy="190016"/>
            </a:xfrm>
            <a:prstGeom prst="rect">
              <a:avLst/>
            </a:prstGeom>
            <a:solidFill>
              <a:srgbClr val="C13B33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80" name="Rectangle 79"/>
            <p:cNvSpPr/>
            <p:nvPr userDrawn="1"/>
          </p:nvSpPr>
          <p:spPr>
            <a:xfrm>
              <a:off x="4819110" y="7146735"/>
              <a:ext cx="195278" cy="190016"/>
            </a:xfrm>
            <a:prstGeom prst="rect">
              <a:avLst/>
            </a:prstGeom>
            <a:solidFill>
              <a:srgbClr val="297CE0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81" name="Rectangle 80"/>
            <p:cNvSpPr/>
            <p:nvPr userDrawn="1"/>
          </p:nvSpPr>
          <p:spPr>
            <a:xfrm>
              <a:off x="3379896" y="7146735"/>
              <a:ext cx="195278" cy="190016"/>
            </a:xfrm>
            <a:prstGeom prst="rect">
              <a:avLst/>
            </a:prstGeom>
            <a:solidFill>
              <a:srgbClr val="929D96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 dirty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381001"/>
            <a:ext cx="10969247" cy="92392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904999"/>
            <a:ext cx="10969247" cy="396240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Level 1 - Large heading/call out text</a:t>
            </a:r>
          </a:p>
          <a:p>
            <a:pPr lvl="1"/>
            <a:r>
              <a:rPr lang="en-US" dirty="0"/>
              <a:t>Level 2 - Small heading text</a:t>
            </a:r>
          </a:p>
          <a:p>
            <a:pPr lvl="2"/>
            <a:r>
              <a:rPr lang="en-US" dirty="0"/>
              <a:t>Level 3 - </a:t>
            </a:r>
            <a:r>
              <a:rPr lang="en-US" dirty="0" err="1"/>
              <a:t>Paragrah</a:t>
            </a:r>
            <a:r>
              <a:rPr lang="en-US" dirty="0"/>
              <a:t> text </a:t>
            </a:r>
          </a:p>
          <a:p>
            <a:pPr lvl="3"/>
            <a:r>
              <a:rPr lang="en-US" dirty="0"/>
              <a:t>Level 4 - Bullet tier one</a:t>
            </a:r>
          </a:p>
          <a:p>
            <a:pPr lvl="4"/>
            <a:r>
              <a:rPr lang="en-US" dirty="0"/>
              <a:t>Bullet level one</a:t>
            </a:r>
          </a:p>
          <a:p>
            <a:pPr lvl="5"/>
            <a:r>
              <a:rPr lang="en-US" dirty="0"/>
              <a:t>Bullet level two</a:t>
            </a:r>
          </a:p>
          <a:p>
            <a:pPr lvl="6"/>
            <a:r>
              <a:rPr lang="en-US" dirty="0"/>
              <a:t>Footnotes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45929" y="6324599"/>
            <a:ext cx="3492500" cy="3048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i="1">
                <a:solidFill>
                  <a:srgbClr val="929D96"/>
                </a:solidFill>
              </a:defRPr>
            </a:lvl1pPr>
          </a:lstStyle>
          <a:p>
            <a:r>
              <a:rPr lang="en-US" dirty="0"/>
              <a:t>Presentation Title | Date | </a:t>
            </a:r>
            <a:r>
              <a:rPr lang="en-US" dirty="0" err="1"/>
              <a:t>Aptiv</a:t>
            </a:r>
            <a:r>
              <a:rPr lang="en-US" dirty="0"/>
              <a:t> Confidential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8473" y="6324599"/>
            <a:ext cx="624550" cy="30480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rgbClr val="929D96"/>
                </a:solidFill>
              </a:defRPr>
            </a:lvl1pPr>
          </a:lstStyle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7629" y="6304680"/>
            <a:ext cx="1600200" cy="360406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-436811" y="5866678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 userDrawn="1"/>
        </p:nvSpPr>
        <p:spPr>
          <a:xfrm>
            <a:off x="-1505757" y="5700460"/>
            <a:ext cx="1167849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800" dirty="0">
                <a:solidFill>
                  <a:srgbClr val="878F84"/>
                </a:solidFill>
                <a:latin typeface="+mn-lt"/>
              </a:rPr>
              <a:t>No content below the line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-436812" y="1905582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-1505757" y="1959980"/>
            <a:ext cx="1167849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800" dirty="0">
                <a:solidFill>
                  <a:srgbClr val="878F84"/>
                </a:solidFill>
                <a:latin typeface="+mn-lt"/>
              </a:rPr>
              <a:t>No content above the line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-239002" y="1905000"/>
            <a:ext cx="0" cy="3956237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 userDrawn="1"/>
        </p:nvSpPr>
        <p:spPr>
          <a:xfrm>
            <a:off x="-1505756" y="3745636"/>
            <a:ext cx="11678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800" b="1" dirty="0">
                <a:solidFill>
                  <a:srgbClr val="878F84"/>
                </a:solidFill>
                <a:latin typeface="+mn-lt"/>
              </a:rPr>
              <a:t>Main content area</a:t>
            </a:r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-436812" y="1295400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-239002" y="389397"/>
            <a:ext cx="0" cy="906003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 userDrawn="1"/>
        </p:nvSpPr>
        <p:spPr>
          <a:xfrm>
            <a:off x="-1505757" y="776834"/>
            <a:ext cx="11678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800" b="1" dirty="0">
                <a:solidFill>
                  <a:srgbClr val="878F84"/>
                </a:solidFill>
                <a:latin typeface="+mn-lt"/>
              </a:rPr>
              <a:t>Slide title area</a:t>
            </a: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-436812" y="389397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 rot="5400000" flipH="1" flipV="1">
            <a:off x="461242" y="-198967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 userDrawn="1"/>
        </p:nvSpPr>
        <p:spPr>
          <a:xfrm>
            <a:off x="-731995" y="-256408"/>
            <a:ext cx="1280160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800" dirty="0">
                <a:solidFill>
                  <a:srgbClr val="878F84"/>
                </a:solidFill>
                <a:latin typeface="+mn-lt"/>
              </a:rPr>
              <a:t>No content left of the line</a:t>
            </a:r>
          </a:p>
        </p:txBody>
      </p:sp>
      <p:cxnSp>
        <p:nvCxnSpPr>
          <p:cNvPr id="23" name="Straight Connector 22"/>
          <p:cNvCxnSpPr/>
          <p:nvPr userDrawn="1"/>
        </p:nvCxnSpPr>
        <p:spPr>
          <a:xfrm rot="5400000" flipH="1" flipV="1">
            <a:off x="5947642" y="-198967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 userDrawn="1"/>
        </p:nvCxnSpPr>
        <p:spPr>
          <a:xfrm>
            <a:off x="12233190" y="1909404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 userDrawn="1"/>
        </p:nvCxnSpPr>
        <p:spPr>
          <a:xfrm>
            <a:off x="12220822" y="5866678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 userDrawn="1"/>
        </p:nvSpPr>
        <p:spPr>
          <a:xfrm>
            <a:off x="12523476" y="5700460"/>
            <a:ext cx="1167849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800" dirty="0">
                <a:solidFill>
                  <a:srgbClr val="878F84"/>
                </a:solidFill>
                <a:latin typeface="+mn-lt"/>
              </a:rPr>
              <a:t>No content below the line</a:t>
            </a:r>
          </a:p>
        </p:txBody>
      </p:sp>
      <p:sp>
        <p:nvSpPr>
          <p:cNvPr id="29" name="TextBox 28"/>
          <p:cNvSpPr txBox="1"/>
          <p:nvPr userDrawn="1"/>
        </p:nvSpPr>
        <p:spPr>
          <a:xfrm>
            <a:off x="12523476" y="1959980"/>
            <a:ext cx="1167849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800" dirty="0">
                <a:solidFill>
                  <a:srgbClr val="878F84"/>
                </a:solidFill>
                <a:latin typeface="+mn-lt"/>
              </a:rPr>
              <a:t>No content above the line</a:t>
            </a:r>
          </a:p>
        </p:txBody>
      </p:sp>
      <p:cxnSp>
        <p:nvCxnSpPr>
          <p:cNvPr id="30" name="Straight Connector 29"/>
          <p:cNvCxnSpPr/>
          <p:nvPr userDrawn="1"/>
        </p:nvCxnSpPr>
        <p:spPr>
          <a:xfrm>
            <a:off x="12418631" y="1905000"/>
            <a:ext cx="0" cy="3956237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 userDrawn="1"/>
        </p:nvSpPr>
        <p:spPr>
          <a:xfrm>
            <a:off x="12523477" y="3745636"/>
            <a:ext cx="11678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1" dirty="0">
                <a:solidFill>
                  <a:srgbClr val="878F84"/>
                </a:solidFill>
                <a:latin typeface="+mn-lt"/>
              </a:rPr>
              <a:t>Main content area</a:t>
            </a:r>
          </a:p>
        </p:txBody>
      </p:sp>
      <p:cxnSp>
        <p:nvCxnSpPr>
          <p:cNvPr id="33" name="Straight Connector 32"/>
          <p:cNvCxnSpPr/>
          <p:nvPr userDrawn="1"/>
        </p:nvCxnSpPr>
        <p:spPr>
          <a:xfrm>
            <a:off x="12220821" y="1295400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 userDrawn="1"/>
        </p:nvCxnSpPr>
        <p:spPr>
          <a:xfrm>
            <a:off x="12418631" y="389397"/>
            <a:ext cx="0" cy="906003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 userDrawn="1"/>
        </p:nvSpPr>
        <p:spPr>
          <a:xfrm>
            <a:off x="12523476" y="776834"/>
            <a:ext cx="11678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1" dirty="0">
                <a:solidFill>
                  <a:srgbClr val="878F84"/>
                </a:solidFill>
                <a:latin typeface="+mn-lt"/>
              </a:rPr>
              <a:t>Slide title</a:t>
            </a:r>
            <a:r>
              <a:rPr lang="en-US" sz="800" b="1" baseline="0" dirty="0">
                <a:solidFill>
                  <a:srgbClr val="878F84"/>
                </a:solidFill>
                <a:latin typeface="+mn-lt"/>
              </a:rPr>
              <a:t> area</a:t>
            </a:r>
            <a:endParaRPr lang="en-US" sz="800" b="1" dirty="0">
              <a:solidFill>
                <a:srgbClr val="878F84"/>
              </a:solidFill>
              <a:latin typeface="+mn-lt"/>
            </a:endParaRPr>
          </a:p>
        </p:txBody>
      </p:sp>
      <p:cxnSp>
        <p:nvCxnSpPr>
          <p:cNvPr id="36" name="Straight Connector 35"/>
          <p:cNvCxnSpPr/>
          <p:nvPr userDrawn="1"/>
        </p:nvCxnSpPr>
        <p:spPr>
          <a:xfrm>
            <a:off x="12220821" y="389397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 userDrawn="1"/>
        </p:nvCxnSpPr>
        <p:spPr>
          <a:xfrm rot="5400000" flipH="1" flipV="1">
            <a:off x="11439470" y="-198967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 userDrawn="1"/>
        </p:nvSpPr>
        <p:spPr>
          <a:xfrm>
            <a:off x="11649264" y="-276585"/>
            <a:ext cx="1280160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800" dirty="0">
                <a:solidFill>
                  <a:srgbClr val="878F84"/>
                </a:solidFill>
                <a:latin typeface="+mn-lt"/>
              </a:rPr>
              <a:t>No content right of the line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 rot="5400000" flipH="1" flipV="1">
            <a:off x="5947642" y="7038488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 userDrawn="1"/>
        </p:nvCxnSpPr>
        <p:spPr>
          <a:xfrm rot="5400000" flipH="1" flipV="1">
            <a:off x="461242" y="7038488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 userDrawn="1"/>
        </p:nvCxnSpPr>
        <p:spPr>
          <a:xfrm rot="5400000" flipH="1" flipV="1">
            <a:off x="11439470" y="7038488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 userDrawn="1"/>
        </p:nvSpPr>
        <p:spPr>
          <a:xfrm>
            <a:off x="694907" y="-793618"/>
            <a:ext cx="10798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FOR INSTRUCTIONAL</a:t>
            </a:r>
            <a:r>
              <a:rPr lang="en-US" b="1" baseline="0" dirty="0">
                <a:solidFill>
                  <a:schemeClr val="accent1"/>
                </a:solidFill>
              </a:rPr>
              <a:t> USE ONLY. </a:t>
            </a:r>
            <a:r>
              <a:rPr lang="en-US" b="1" dirty="0">
                <a:solidFill>
                  <a:schemeClr val="accent1"/>
                </a:solidFill>
              </a:rPr>
              <a:t>DO NOT USE THIS</a:t>
            </a:r>
            <a:r>
              <a:rPr lang="en-US" b="1" baseline="0" dirty="0">
                <a:solidFill>
                  <a:schemeClr val="accent1"/>
                </a:solidFill>
              </a:rPr>
              <a:t> THEME TO CREATE YOUR PRESENTATION. </a:t>
            </a:r>
            <a:endParaRPr lang="en-US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4407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20" r:id="rId4"/>
    <p:sldLayoutId id="2147483814" r:id="rId5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Tx/>
        <a:buNone/>
        <a:defRPr sz="36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Tx/>
        <a:buNone/>
        <a:defRPr sz="2400" b="1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1200"/>
        </a:spcBef>
        <a:buFontTx/>
        <a:buNone/>
        <a:defRPr sz="2400" b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285750" indent="-285750" algn="l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SzPct val="125000"/>
        <a:buFont typeface="Arial" charset="0"/>
        <a:buChar char="•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457200" indent="-228600" algn="l" defTabSz="914400" rtl="0" eaLnBrk="1" latinLnBrk="0" hangingPunct="1">
        <a:lnSpc>
          <a:spcPct val="100000"/>
        </a:lnSpc>
        <a:spcBef>
          <a:spcPts val="1200"/>
        </a:spcBef>
        <a:buClr>
          <a:schemeClr val="tx1"/>
        </a:buClr>
        <a:buSzPct val="100000"/>
        <a:buFont typeface="Arial" charset="0"/>
        <a:buChar char="•"/>
        <a:defRPr sz="22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685800" indent="-228600" algn="l" defTabSz="914400" rtl="0" eaLnBrk="1" latinLnBrk="0" hangingPunct="1">
        <a:lnSpc>
          <a:spcPct val="100000"/>
        </a:lnSpc>
        <a:spcBef>
          <a:spcPts val="1200"/>
        </a:spcBef>
        <a:buClr>
          <a:schemeClr val="tx1"/>
        </a:buClr>
        <a:buSzPct val="100000"/>
        <a:buFont typeface=".AppleSystemUIFont" charset="-120"/>
        <a:buChar char="-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1200"/>
        </a:spcBef>
        <a:buFontTx/>
        <a:buNone/>
        <a:defRPr sz="1800" i="1" kern="1200">
          <a:solidFill>
            <a:srgbClr val="929D96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1200"/>
        </a:spcBef>
        <a:buFontTx/>
        <a:buNone/>
        <a:defRPr sz="1600" b="0" i="1" kern="1200" baseline="0">
          <a:solidFill>
            <a:schemeClr val="accent4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968">
          <p15:clr>
            <a:srgbClr val="A4A3A4"/>
          </p15:clr>
        </p15:guide>
        <p15:guide id="2" pos="4032">
          <p15:clr>
            <a:srgbClr val="A4A3A4"/>
          </p15:clr>
        </p15:guide>
        <p15:guide id="3" pos="3264">
          <p15:clr>
            <a:srgbClr val="A4A3A4"/>
          </p15:clr>
        </p15:guide>
        <p15:guide id="4" pos="4224">
          <p15:clr>
            <a:srgbClr val="A4A3A4"/>
          </p15:clr>
        </p15:guide>
        <p15:guide id="5" pos="3456">
          <p15:clr>
            <a:srgbClr val="A4A3A4"/>
          </p15:clr>
        </p15:guide>
        <p15:guide id="6" pos="4416">
          <p15:clr>
            <a:srgbClr val="A4A3A4"/>
          </p15:clr>
        </p15:guide>
        <p15:guide id="7" pos="3072">
          <p15:clr>
            <a:srgbClr val="A4A3A4"/>
          </p15:clr>
        </p15:guide>
        <p15:guide id="8" pos="4608">
          <p15:clr>
            <a:srgbClr val="A4A3A4"/>
          </p15:clr>
        </p15:guide>
        <p15:guide id="9" pos="2880">
          <p15:clr>
            <a:srgbClr val="A4A3A4"/>
          </p15:clr>
        </p15:guide>
        <p15:guide id="10" pos="4800">
          <p15:clr>
            <a:srgbClr val="A4A3A4"/>
          </p15:clr>
        </p15:guide>
        <p15:guide id="11" pos="2688">
          <p15:clr>
            <a:srgbClr val="A4A3A4"/>
          </p15:clr>
        </p15:guide>
        <p15:guide id="12" pos="4992">
          <p15:clr>
            <a:srgbClr val="A4A3A4"/>
          </p15:clr>
        </p15:guide>
        <p15:guide id="13" pos="2496">
          <p15:clr>
            <a:srgbClr val="A4A3A4"/>
          </p15:clr>
        </p15:guide>
        <p15:guide id="14" pos="5184">
          <p15:clr>
            <a:srgbClr val="A4A3A4"/>
          </p15:clr>
        </p15:guide>
        <p15:guide id="15" pos="2304">
          <p15:clr>
            <a:srgbClr val="A4A3A4"/>
          </p15:clr>
        </p15:guide>
        <p15:guide id="16" pos="5376">
          <p15:clr>
            <a:srgbClr val="A4A3A4"/>
          </p15:clr>
        </p15:guide>
        <p15:guide id="17" pos="2112">
          <p15:clr>
            <a:srgbClr val="F26B43"/>
          </p15:clr>
        </p15:guide>
        <p15:guide id="18" pos="5568">
          <p15:clr>
            <a:srgbClr val="F26B43"/>
          </p15:clr>
        </p15:guide>
        <p15:guide id="19" pos="1920">
          <p15:clr>
            <a:srgbClr val="A4A3A4"/>
          </p15:clr>
        </p15:guide>
        <p15:guide id="20" pos="5760">
          <p15:clr>
            <a:srgbClr val="A4A3A4"/>
          </p15:clr>
        </p15:guide>
        <p15:guide id="21" pos="1728">
          <p15:clr>
            <a:srgbClr val="A4A3A4"/>
          </p15:clr>
        </p15:guide>
        <p15:guide id="22" orient="horz" pos="1776">
          <p15:clr>
            <a:srgbClr val="A4A3A4"/>
          </p15:clr>
        </p15:guide>
        <p15:guide id="23" pos="5952">
          <p15:clr>
            <a:srgbClr val="A4A3A4"/>
          </p15:clr>
        </p15:guide>
        <p15:guide id="24" pos="1536">
          <p15:clr>
            <a:srgbClr val="A4A3A4"/>
          </p15:clr>
        </p15:guide>
        <p15:guide id="25" pos="6144">
          <p15:clr>
            <a:srgbClr val="A4A3A4"/>
          </p15:clr>
        </p15:guide>
        <p15:guide id="26" pos="1344">
          <p15:clr>
            <a:srgbClr val="A4A3A4"/>
          </p15:clr>
        </p15:guide>
        <p15:guide id="27" pos="6336">
          <p15:clr>
            <a:srgbClr val="A4A3A4"/>
          </p15:clr>
        </p15:guide>
        <p15:guide id="28" pos="1152">
          <p15:clr>
            <a:srgbClr val="A4A3A4"/>
          </p15:clr>
        </p15:guide>
        <p15:guide id="29" pos="6528">
          <p15:clr>
            <a:srgbClr val="A4A3A4"/>
          </p15:clr>
        </p15:guide>
        <p15:guide id="30" pos="960">
          <p15:clr>
            <a:srgbClr val="A4A3A4"/>
          </p15:clr>
        </p15:guide>
        <p15:guide id="31" pos="6720">
          <p15:clr>
            <a:srgbClr val="A4A3A4"/>
          </p15:clr>
        </p15:guide>
        <p15:guide id="32" pos="768">
          <p15:clr>
            <a:srgbClr val="A4A3A4"/>
          </p15:clr>
        </p15:guide>
        <p15:guide id="33" pos="6912">
          <p15:clr>
            <a:srgbClr val="A4A3A4"/>
          </p15:clr>
        </p15:guide>
        <p15:guide id="34" pos="576">
          <p15:clr>
            <a:srgbClr val="A4A3A4"/>
          </p15:clr>
        </p15:guide>
        <p15:guide id="35" pos="7104">
          <p15:clr>
            <a:srgbClr val="A4A3A4"/>
          </p15:clr>
        </p15:guide>
        <p15:guide id="36" pos="384">
          <p15:clr>
            <a:srgbClr val="F26B43"/>
          </p15:clr>
        </p15:guide>
        <p15:guide id="37" pos="7296">
          <p15:clr>
            <a:srgbClr val="F26B43"/>
          </p15:clr>
        </p15:guide>
        <p15:guide id="38" pos="192">
          <p15:clr>
            <a:srgbClr val="A4A3A4"/>
          </p15:clr>
        </p15:guide>
        <p15:guide id="39" pos="7488">
          <p15:clr>
            <a:srgbClr val="A4A3A4"/>
          </p15:clr>
        </p15:guide>
        <p15:guide id="41" orient="horz" pos="2544">
          <p15:clr>
            <a:srgbClr val="A4A3A4"/>
          </p15:clr>
        </p15:guide>
        <p15:guide id="42" orient="horz" pos="1584">
          <p15:clr>
            <a:srgbClr val="A4A3A4"/>
          </p15:clr>
        </p15:guide>
        <p15:guide id="43" orient="horz" pos="2736">
          <p15:clr>
            <a:srgbClr val="A4A3A4"/>
          </p15:clr>
        </p15:guide>
        <p15:guide id="44" orient="horz" pos="1392">
          <p15:clr>
            <a:srgbClr val="A4A3A4"/>
          </p15:clr>
        </p15:guide>
        <p15:guide id="45" orient="horz" pos="2928">
          <p15:clr>
            <a:srgbClr val="A4A3A4"/>
          </p15:clr>
        </p15:guide>
        <p15:guide id="46" orient="horz" pos="1200">
          <p15:clr>
            <a:srgbClr val="F26B43"/>
          </p15:clr>
        </p15:guide>
        <p15:guide id="47" orient="horz" pos="3120">
          <p15:clr>
            <a:srgbClr val="A4A3A4"/>
          </p15:clr>
        </p15:guide>
        <p15:guide id="48" orient="horz" pos="1008">
          <p15:clr>
            <a:srgbClr val="A4A3A4"/>
          </p15:clr>
        </p15:guide>
        <p15:guide id="49" orient="horz" pos="3312">
          <p15:clr>
            <a:srgbClr val="A4A3A4"/>
          </p15:clr>
        </p15:guide>
        <p15:guide id="50" orient="horz" pos="816">
          <p15:clr>
            <a:srgbClr val="F26B43"/>
          </p15:clr>
        </p15:guide>
        <p15:guide id="51" orient="horz" pos="3504">
          <p15:clr>
            <a:srgbClr val="A4A3A4"/>
          </p15:clr>
        </p15:guide>
        <p15:guide id="52" orient="horz" pos="624">
          <p15:clr>
            <a:srgbClr val="A4A3A4"/>
          </p15:clr>
        </p15:guide>
        <p15:guide id="53" orient="horz" pos="3696">
          <p15:clr>
            <a:srgbClr val="F26B43"/>
          </p15:clr>
        </p15:guide>
        <p15:guide id="54" orient="horz" pos="432">
          <p15:clr>
            <a:srgbClr val="A4A3A4"/>
          </p15:clr>
        </p15:guide>
        <p15:guide id="55" orient="horz" pos="3888">
          <p15:clr>
            <a:srgbClr val="A4A3A4"/>
          </p15:clr>
        </p15:guide>
        <p15:guide id="56" orient="horz" pos="240">
          <p15:clr>
            <a:srgbClr val="F26B43"/>
          </p15:clr>
        </p15:guide>
        <p15:guide id="57" orient="horz" pos="4080">
          <p15:clr>
            <a:srgbClr val="A4A3A4"/>
          </p15:clr>
        </p15:guide>
        <p15:guide id="58" orient="horz" pos="48">
          <p15:clr>
            <a:srgbClr val="A4A3A4"/>
          </p15:clr>
        </p15:guide>
        <p15:guide id="59" orient="horz" pos="4272">
          <p15:clr>
            <a:srgbClr val="A4A3A4"/>
          </p15:clr>
        </p15:guide>
        <p15:guide id="61" orient="horz" pos="2352">
          <p15:clr>
            <a:srgbClr val="A4A3A4"/>
          </p15:clr>
        </p15:guide>
        <p15:guide id="62" orient="horz" pos="2160">
          <p15:clr>
            <a:srgbClr val="F26B43"/>
          </p15:clr>
        </p15:guide>
        <p15:guide id="63" pos="3840">
          <p15:clr>
            <a:srgbClr val="F26B43"/>
          </p15:clr>
        </p15:guide>
        <p15:guide id="64" pos="3648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9.png"/><Relationship Id="rId7" Type="http://schemas.openxmlformats.org/officeDocument/2006/relationships/diagramLayout" Target="../diagrams/layout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0.xml"/><Relationship Id="rId6" Type="http://schemas.openxmlformats.org/officeDocument/2006/relationships/diagramData" Target="../diagrams/data1.xml"/><Relationship Id="rId5" Type="http://schemas.openxmlformats.org/officeDocument/2006/relationships/image" Target="../media/image11.png"/><Relationship Id="rId10" Type="http://schemas.microsoft.com/office/2007/relationships/diagramDrawing" Target="../diagrams/drawing1.xml"/><Relationship Id="rId4" Type="http://schemas.openxmlformats.org/officeDocument/2006/relationships/image" Target="../media/image10.png"/><Relationship Id="rId9" Type="http://schemas.openxmlformats.org/officeDocument/2006/relationships/diagramColors" Target="../diagrams/colors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608BB0-E83F-4357-81C7-D5FA14FB0E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9938" y="1626577"/>
            <a:ext cx="10489507" cy="1397977"/>
          </a:xfrm>
        </p:spPr>
        <p:txBody>
          <a:bodyPr>
            <a:normAutofit/>
          </a:bodyPr>
          <a:lstStyle/>
          <a:p>
            <a:r>
              <a:rPr lang="en-US" dirty="0"/>
              <a:t>HARDWARE </a:t>
            </a:r>
            <a:r>
              <a:rPr lang="en-US" dirty="0" err="1"/>
              <a:t>iN</a:t>
            </a:r>
            <a:r>
              <a:rPr lang="en-US" dirty="0"/>
              <a:t> LOOP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CD0B99-CFAB-4F7B-A54A-975DC91873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9939" y="388374"/>
            <a:ext cx="2743200" cy="304800"/>
          </a:xfrm>
        </p:spPr>
        <p:txBody>
          <a:bodyPr/>
          <a:lstStyle/>
          <a:p>
            <a:r>
              <a:rPr lang="en-US" dirty="0"/>
              <a:t>3/12/2024</a:t>
            </a:r>
          </a:p>
        </p:txBody>
      </p:sp>
    </p:spTree>
    <p:extLst>
      <p:ext uri="{BB962C8B-B14F-4D97-AF65-F5344CB8AC3E}">
        <p14:creationId xmlns:p14="http://schemas.microsoft.com/office/powerpoint/2010/main" val="4021977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381001"/>
            <a:ext cx="10969247" cy="596152"/>
          </a:xfrm>
        </p:spPr>
        <p:txBody>
          <a:bodyPr/>
          <a:lstStyle/>
          <a:p>
            <a:r>
              <a:rPr lang="en-US" sz="3200" dirty="0"/>
              <a:t>Objective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C2ABE3-C388-486C-8175-6100880A1DC8}"/>
              </a:ext>
            </a:extLst>
          </p:cNvPr>
          <p:cNvSpPr txBox="1"/>
          <p:nvPr/>
        </p:nvSpPr>
        <p:spPr>
          <a:xfrm>
            <a:off x="609599" y="1405120"/>
            <a:ext cx="1134225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Objective of Resim in Automotive </a:t>
            </a:r>
          </a:p>
          <a:p>
            <a:pPr marL="342900" indent="-342900">
              <a:buAutoNum type="arabicPeriod"/>
            </a:pPr>
            <a:r>
              <a:rPr lang="en-US" dirty="0"/>
              <a:t>HIL/SIL use cases</a:t>
            </a:r>
          </a:p>
          <a:p>
            <a:pPr marL="342900" indent="-342900">
              <a:buAutoNum type="arabicPeriod"/>
            </a:pPr>
            <a:r>
              <a:rPr lang="en-US" dirty="0"/>
              <a:t>IPC Scheme</a:t>
            </a:r>
          </a:p>
          <a:p>
            <a:pPr marL="342900" indent="-342900">
              <a:buAutoNum type="arabicPeriod"/>
            </a:pPr>
            <a:r>
              <a:rPr lang="en-US" dirty="0"/>
              <a:t>HIL system Data injection</a:t>
            </a:r>
          </a:p>
          <a:p>
            <a:pPr marL="342900" indent="-342900">
              <a:buAutoNum type="arabicPeriod"/>
            </a:pPr>
            <a:r>
              <a:rPr lang="en-US" dirty="0"/>
              <a:t>Data flow in HIL</a:t>
            </a:r>
          </a:p>
          <a:p>
            <a:pPr marL="342900" indent="-342900">
              <a:buAutoNum type="arabicPeriod"/>
            </a:pPr>
            <a:r>
              <a:rPr lang="en-US" dirty="0"/>
              <a:t>Modes used in HIL injection</a:t>
            </a:r>
          </a:p>
          <a:p>
            <a:pPr marL="342900" indent="-342900">
              <a:buAutoNum type="arabicPeriod"/>
            </a:pPr>
            <a:r>
              <a:rPr lang="en-US" dirty="0"/>
              <a:t>Synchronization mechanism in HIL</a:t>
            </a:r>
          </a:p>
          <a:p>
            <a:pPr marL="342900" indent="-342900">
              <a:buAutoNum type="arabicPeriod"/>
            </a:pPr>
            <a:r>
              <a:rPr lang="en-US" dirty="0"/>
              <a:t>Advantages of HIL in automotive solutions</a:t>
            </a:r>
          </a:p>
          <a:p>
            <a:pPr marL="342900" indent="-342900">
              <a:buAutoNum type="arabicPeriod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317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B7C7B-C0D6-19BE-42EB-5F5AEB042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36" y="85408"/>
            <a:ext cx="10969247" cy="923920"/>
          </a:xfrm>
        </p:spPr>
        <p:txBody>
          <a:bodyPr/>
          <a:lstStyle/>
          <a:p>
            <a:r>
              <a:rPr lang="en-US" dirty="0"/>
              <a:t>HIL System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5AD6CD-95E2-EBEB-EC8B-0B5B3C7D5D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1775" y="6249993"/>
            <a:ext cx="3492500" cy="304801"/>
          </a:xfrm>
        </p:spPr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7F100-F964-C2AD-3158-24A60BBECB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37793" y="6249993"/>
            <a:ext cx="624550" cy="304802"/>
          </a:xfrm>
        </p:spPr>
        <p:txBody>
          <a:bodyPr/>
          <a:lstStyle/>
          <a:p>
            <a:fld id="{B6D1532F-61F1-B941-ACDF-6BC65E0B4055}" type="slidenum">
              <a:rPr lang="en-US" smtClean="0"/>
              <a:pPr/>
              <a:t>3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8B3C21A-D2E8-5185-D757-B18712FFADA8}"/>
              </a:ext>
            </a:extLst>
          </p:cNvPr>
          <p:cNvGrpSpPr/>
          <p:nvPr/>
        </p:nvGrpSpPr>
        <p:grpSpPr>
          <a:xfrm>
            <a:off x="643917" y="693749"/>
            <a:ext cx="9751470" cy="5487417"/>
            <a:chOff x="1006221" y="841169"/>
            <a:chExt cx="9751470" cy="548741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0129582-5127-93A8-8721-0B745BABB2A0}"/>
                </a:ext>
              </a:extLst>
            </p:cNvPr>
            <p:cNvSpPr txBox="1"/>
            <p:nvPr/>
          </p:nvSpPr>
          <p:spPr>
            <a:xfrm>
              <a:off x="1646210" y="1087088"/>
              <a:ext cx="289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</a:rPr>
                <a:t>Aptiv HIL PC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B04C957-B12A-7DF3-DAA5-98DC82182A91}"/>
                </a:ext>
              </a:extLst>
            </p:cNvPr>
            <p:cNvGrpSpPr/>
            <p:nvPr/>
          </p:nvGrpSpPr>
          <p:grpSpPr>
            <a:xfrm>
              <a:off x="1682496" y="1456420"/>
              <a:ext cx="3124200" cy="4709102"/>
              <a:chOff x="304800" y="3245787"/>
              <a:chExt cx="2859314" cy="2648068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DB0A5B8A-196D-A747-30B1-DC5901541454}"/>
                  </a:ext>
                </a:extLst>
              </p:cNvPr>
              <p:cNvSpPr/>
              <p:nvPr/>
            </p:nvSpPr>
            <p:spPr>
              <a:xfrm>
                <a:off x="304800" y="3245787"/>
                <a:ext cx="2859314" cy="264806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</a:endParaRPr>
              </a:p>
            </p:txBody>
          </p:sp>
          <p:sp>
            <p:nvSpPr>
              <p:cNvPr id="33" name="Flowchart: Alternate Process 32">
                <a:extLst>
                  <a:ext uri="{FF2B5EF4-FFF2-40B4-BE49-F238E27FC236}">
                    <a16:creationId xmlns:a16="http://schemas.microsoft.com/office/drawing/2014/main" id="{9EC61407-A3C1-E627-E01A-4D1A48B71187}"/>
                  </a:ext>
                </a:extLst>
              </p:cNvPr>
              <p:cNvSpPr/>
              <p:nvPr/>
            </p:nvSpPr>
            <p:spPr>
              <a:xfrm>
                <a:off x="514018" y="4224764"/>
                <a:ext cx="2235200" cy="677422"/>
              </a:xfrm>
              <a:prstGeom prst="flowChartAlternateProcess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</a:rPr>
                  <a:t>Aptiv HIL Engine Application </a:t>
                </a:r>
              </a:p>
            </p:txBody>
          </p:sp>
        </p:grpSp>
        <p:sp>
          <p:nvSpPr>
            <p:cNvPr id="8" name="Rounded Rectangle 27">
              <a:extLst>
                <a:ext uri="{FF2B5EF4-FFF2-40B4-BE49-F238E27FC236}">
                  <a16:creationId xmlns:a16="http://schemas.microsoft.com/office/drawing/2014/main" id="{8C379FF8-0D00-33B3-1B13-84297C9867B6}"/>
                </a:ext>
              </a:extLst>
            </p:cNvPr>
            <p:cNvSpPr/>
            <p:nvPr/>
          </p:nvSpPr>
          <p:spPr>
            <a:xfrm>
              <a:off x="7435596" y="4291295"/>
              <a:ext cx="1676400" cy="744538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</a:rPr>
                <a:t>Technica Media Gateway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DDA38DE-B512-B8BE-1DE6-6730191C8CDA}"/>
                </a:ext>
              </a:extLst>
            </p:cNvPr>
            <p:cNvSpPr/>
            <p:nvPr/>
          </p:nvSpPr>
          <p:spPr>
            <a:xfrm>
              <a:off x="6940296" y="1271754"/>
              <a:ext cx="3048000" cy="200180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3E2AEB9-90E3-95D3-ACB4-C446D4679B2D}"/>
                </a:ext>
              </a:extLst>
            </p:cNvPr>
            <p:cNvSpPr/>
            <p:nvPr/>
          </p:nvSpPr>
          <p:spPr>
            <a:xfrm>
              <a:off x="7359396" y="1627221"/>
              <a:ext cx="914400" cy="56813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</a:rPr>
                <a:t>FL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21BECC4-B30E-2DEA-DB07-38C3B2047536}"/>
                </a:ext>
              </a:extLst>
            </p:cNvPr>
            <p:cNvSpPr/>
            <p:nvPr/>
          </p:nvSpPr>
          <p:spPr>
            <a:xfrm>
              <a:off x="8616696" y="1627220"/>
              <a:ext cx="914400" cy="56813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</a:rPr>
                <a:t>FR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8B83275-BE65-FD29-2B8A-A5B6975862C2}"/>
                </a:ext>
              </a:extLst>
            </p:cNvPr>
            <p:cNvSpPr/>
            <p:nvPr/>
          </p:nvSpPr>
          <p:spPr>
            <a:xfrm>
              <a:off x="7346696" y="2456085"/>
              <a:ext cx="914400" cy="56813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</a:rPr>
                <a:t>RL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78A58C7-71BF-C3C3-4270-9DE49AA48640}"/>
                </a:ext>
              </a:extLst>
            </p:cNvPr>
            <p:cNvSpPr/>
            <p:nvPr/>
          </p:nvSpPr>
          <p:spPr>
            <a:xfrm>
              <a:off x="8616696" y="2456084"/>
              <a:ext cx="914400" cy="56813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</a:rPr>
                <a:t>RR 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EF158FF-84CD-CDF5-2DC7-7E104D99E2D1}"/>
                </a:ext>
              </a:extLst>
            </p:cNvPr>
            <p:cNvSpPr txBox="1"/>
            <p:nvPr/>
          </p:nvSpPr>
          <p:spPr>
            <a:xfrm>
              <a:off x="7054596" y="902422"/>
              <a:ext cx="289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</a:rPr>
                <a:t>Aptiv Radar Bench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7437CD1-53B3-CF55-F336-107E5A907DDE}"/>
                </a:ext>
              </a:extLst>
            </p:cNvPr>
            <p:cNvGrpSpPr/>
            <p:nvPr/>
          </p:nvGrpSpPr>
          <p:grpSpPr>
            <a:xfrm>
              <a:off x="7883724" y="3514815"/>
              <a:ext cx="838200" cy="592312"/>
              <a:chOff x="6553200" y="3810000"/>
              <a:chExt cx="838200" cy="685800"/>
            </a:xfrm>
          </p:grpSpPr>
          <p:sp>
            <p:nvSpPr>
              <p:cNvPr id="30" name="Up Arrow 42">
                <a:extLst>
                  <a:ext uri="{FF2B5EF4-FFF2-40B4-BE49-F238E27FC236}">
                    <a16:creationId xmlns:a16="http://schemas.microsoft.com/office/drawing/2014/main" id="{1B98F8BE-D1D3-8D2E-BBC9-660B07BE623F}"/>
                  </a:ext>
                </a:extLst>
              </p:cNvPr>
              <p:cNvSpPr/>
              <p:nvPr/>
            </p:nvSpPr>
            <p:spPr>
              <a:xfrm>
                <a:off x="6553200" y="3810000"/>
                <a:ext cx="381000" cy="685800"/>
              </a:xfrm>
              <a:prstGeom prst="upArrow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</a:endParaRPr>
              </a:p>
            </p:txBody>
          </p:sp>
          <p:sp>
            <p:nvSpPr>
              <p:cNvPr id="31" name="Down Arrow 43">
                <a:extLst>
                  <a:ext uri="{FF2B5EF4-FFF2-40B4-BE49-F238E27FC236}">
                    <a16:creationId xmlns:a16="http://schemas.microsoft.com/office/drawing/2014/main" id="{D2604B07-C848-E8F9-8565-2DE1366F0572}"/>
                  </a:ext>
                </a:extLst>
              </p:cNvPr>
              <p:cNvSpPr/>
              <p:nvPr/>
            </p:nvSpPr>
            <p:spPr>
              <a:xfrm>
                <a:off x="7010400" y="3810000"/>
                <a:ext cx="381000" cy="685800"/>
              </a:xfrm>
              <a:prstGeom prst="downArrow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02445AD-1787-697D-B2F4-3DC1D3F62AEC}"/>
                </a:ext>
              </a:extLst>
            </p:cNvPr>
            <p:cNvGrpSpPr/>
            <p:nvPr/>
          </p:nvGrpSpPr>
          <p:grpSpPr>
            <a:xfrm>
              <a:off x="5256747" y="4264153"/>
              <a:ext cx="1263647" cy="831057"/>
              <a:chOff x="5256747" y="4264153"/>
              <a:chExt cx="1263647" cy="831057"/>
            </a:xfrm>
          </p:grpSpPr>
          <p:sp>
            <p:nvSpPr>
              <p:cNvPr id="28" name="Right Arrow 44">
                <a:extLst>
                  <a:ext uri="{FF2B5EF4-FFF2-40B4-BE49-F238E27FC236}">
                    <a16:creationId xmlns:a16="http://schemas.microsoft.com/office/drawing/2014/main" id="{D932778B-DB5B-C5C0-7F7F-844DA7FAECB8}"/>
                  </a:ext>
                </a:extLst>
              </p:cNvPr>
              <p:cNvSpPr/>
              <p:nvPr/>
            </p:nvSpPr>
            <p:spPr>
              <a:xfrm>
                <a:off x="5269975" y="4264153"/>
                <a:ext cx="1250419" cy="401638"/>
              </a:xfrm>
              <a:prstGeom prst="rightArrow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</a:endParaRPr>
              </a:p>
            </p:txBody>
          </p:sp>
          <p:sp>
            <p:nvSpPr>
              <p:cNvPr id="29" name="Right Arrow 46">
                <a:extLst>
                  <a:ext uri="{FF2B5EF4-FFF2-40B4-BE49-F238E27FC236}">
                    <a16:creationId xmlns:a16="http://schemas.microsoft.com/office/drawing/2014/main" id="{405EB293-2135-E625-1B93-8036E0ECD8F5}"/>
                  </a:ext>
                </a:extLst>
              </p:cNvPr>
              <p:cNvSpPr/>
              <p:nvPr/>
            </p:nvSpPr>
            <p:spPr>
              <a:xfrm rot="10800000">
                <a:off x="5256747" y="4693572"/>
                <a:ext cx="1250419" cy="401638"/>
              </a:xfrm>
              <a:prstGeom prst="rightArrow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</a:endParaRP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F8908D1-7522-1721-0EB7-74F9266C8893}"/>
                </a:ext>
              </a:extLst>
            </p:cNvPr>
            <p:cNvSpPr txBox="1"/>
            <p:nvPr/>
          </p:nvSpPr>
          <p:spPr>
            <a:xfrm>
              <a:off x="5627309" y="5102903"/>
              <a:ext cx="11049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</a:rPr>
                <a:t>UDP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7DEFF53-B802-28C2-32E9-8F54285771FE}"/>
                </a:ext>
              </a:extLst>
            </p:cNvPr>
            <p:cNvSpPr txBox="1"/>
            <p:nvPr/>
          </p:nvSpPr>
          <p:spPr>
            <a:xfrm>
              <a:off x="9226296" y="3584878"/>
              <a:ext cx="11049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</a:rPr>
                <a:t>BR</a:t>
              </a:r>
            </a:p>
          </p:txBody>
        </p:sp>
        <p:sp>
          <p:nvSpPr>
            <p:cNvPr id="19" name="Rounded Rectangle 65">
              <a:extLst>
                <a:ext uri="{FF2B5EF4-FFF2-40B4-BE49-F238E27FC236}">
                  <a16:creationId xmlns:a16="http://schemas.microsoft.com/office/drawing/2014/main" id="{203F21D8-D981-52C5-FF9C-90157266DA68}"/>
                </a:ext>
              </a:extLst>
            </p:cNvPr>
            <p:cNvSpPr/>
            <p:nvPr/>
          </p:nvSpPr>
          <p:spPr>
            <a:xfrm>
              <a:off x="5313522" y="2464414"/>
              <a:ext cx="1447800" cy="744538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</a:rPr>
                <a:t>Vector CAN HW</a:t>
              </a:r>
            </a:p>
          </p:txBody>
        </p:sp>
        <p:cxnSp>
          <p:nvCxnSpPr>
            <p:cNvPr id="20" name="Elbow Connector 19">
              <a:extLst>
                <a:ext uri="{FF2B5EF4-FFF2-40B4-BE49-F238E27FC236}">
                  <a16:creationId xmlns:a16="http://schemas.microsoft.com/office/drawing/2014/main" id="{84DD956A-7581-F469-7426-771F8361DEFC}"/>
                </a:ext>
              </a:extLst>
            </p:cNvPr>
            <p:cNvCxnSpPr>
              <a:stCxn id="19" idx="0"/>
              <a:endCxn id="9" idx="1"/>
            </p:cNvCxnSpPr>
            <p:nvPr/>
          </p:nvCxnSpPr>
          <p:spPr>
            <a:xfrm rot="5400000" flipH="1" flipV="1">
              <a:off x="6392979" y="1917097"/>
              <a:ext cx="191760" cy="902874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CC84F17-4353-4A6E-5300-5658F6380C54}"/>
                </a:ext>
              </a:extLst>
            </p:cNvPr>
            <p:cNvSpPr/>
            <p:nvPr/>
          </p:nvSpPr>
          <p:spPr>
            <a:xfrm>
              <a:off x="2046928" y="1750005"/>
              <a:ext cx="2150168" cy="74696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</a:rPr>
                <a:t>Vehicle</a:t>
              </a:r>
              <a:r>
                <a:rPr lang="en-US" dirty="0">
                  <a:solidFill>
                    <a:prstClr val="black"/>
                  </a:solidFill>
                  <a:latin typeface="Arial"/>
                </a:rPr>
                <a:t> logs/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</a:rPr>
                <a:t>Virtual data</a:t>
              </a:r>
            </a:p>
          </p:txBody>
        </p:sp>
        <p:sp>
          <p:nvSpPr>
            <p:cNvPr id="22" name="Down Arrow 71">
              <a:extLst>
                <a:ext uri="{FF2B5EF4-FFF2-40B4-BE49-F238E27FC236}">
                  <a16:creationId xmlns:a16="http://schemas.microsoft.com/office/drawing/2014/main" id="{0D233AE7-0C9A-8620-11A7-119EE2656B96}"/>
                </a:ext>
              </a:extLst>
            </p:cNvPr>
            <p:cNvSpPr/>
            <p:nvPr/>
          </p:nvSpPr>
          <p:spPr>
            <a:xfrm>
              <a:off x="2869038" y="2588206"/>
              <a:ext cx="457200" cy="532947"/>
            </a:xfrm>
            <a:prstGeom prst="downArrow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10A02AF-14D9-97C9-F106-7E890B5F55D7}"/>
                </a:ext>
              </a:extLst>
            </p:cNvPr>
            <p:cNvSpPr txBox="1"/>
            <p:nvPr/>
          </p:nvSpPr>
          <p:spPr>
            <a:xfrm>
              <a:off x="7273023" y="5642302"/>
              <a:ext cx="3357607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</a:rPr>
                <a:t>Aptiv delivers all components other than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</a:rPr>
                <a:t>Vector Hardware + Canoe License </a:t>
              </a:r>
            </a:p>
          </p:txBody>
        </p:sp>
        <p:cxnSp>
          <p:nvCxnSpPr>
            <p:cNvPr id="24" name="Elbow Connector 30">
              <a:extLst>
                <a:ext uri="{FF2B5EF4-FFF2-40B4-BE49-F238E27FC236}">
                  <a16:creationId xmlns:a16="http://schemas.microsoft.com/office/drawing/2014/main" id="{05E69A1A-07CD-BB62-FCF1-604CC2A71A4D}"/>
                </a:ext>
              </a:extLst>
            </p:cNvPr>
            <p:cNvCxnSpPr>
              <a:endCxn id="19" idx="2"/>
            </p:cNvCxnSpPr>
            <p:nvPr/>
          </p:nvCxnSpPr>
          <p:spPr>
            <a:xfrm flipV="1">
              <a:off x="4353364" y="3208952"/>
              <a:ext cx="1684058" cy="333468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F0091CB-1A2D-366F-1276-BB8CE95626D0}"/>
                </a:ext>
              </a:extLst>
            </p:cNvPr>
            <p:cNvSpPr/>
            <p:nvPr/>
          </p:nvSpPr>
          <p:spPr>
            <a:xfrm>
              <a:off x="2055103" y="5018808"/>
              <a:ext cx="2150168" cy="74696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</a:rPr>
                <a:t>Visualizer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</a:rPr>
                <a:t>(ORCAS/DV Tool)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F6488B9-449F-B0BF-19D8-CE14E3B62415}"/>
                </a:ext>
              </a:extLst>
            </p:cNvPr>
            <p:cNvSpPr/>
            <p:nvPr/>
          </p:nvSpPr>
          <p:spPr>
            <a:xfrm>
              <a:off x="1006221" y="841169"/>
              <a:ext cx="9751470" cy="548741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</a:endParaRPr>
            </a:p>
          </p:txBody>
        </p:sp>
        <p:cxnSp>
          <p:nvCxnSpPr>
            <p:cNvPr id="27" name="Elbow Connector 30">
              <a:extLst>
                <a:ext uri="{FF2B5EF4-FFF2-40B4-BE49-F238E27FC236}">
                  <a16:creationId xmlns:a16="http://schemas.microsoft.com/office/drawing/2014/main" id="{CD852B64-66CD-A4D3-CD59-DC0535AA2541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rot="5400000">
              <a:off x="6053351" y="3179578"/>
              <a:ext cx="364191" cy="4076700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CustomShape 1">
            <a:extLst>
              <a:ext uri="{FF2B5EF4-FFF2-40B4-BE49-F238E27FC236}">
                <a16:creationId xmlns:a16="http://schemas.microsoft.com/office/drawing/2014/main" id="{5434BEB1-756A-2AB3-5499-EC09E8492E55}"/>
              </a:ext>
            </a:extLst>
          </p:cNvPr>
          <p:cNvSpPr/>
          <p:nvPr/>
        </p:nvSpPr>
        <p:spPr>
          <a:xfrm>
            <a:off x="165384" y="7686"/>
            <a:ext cx="10352079" cy="639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3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89758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6C8DF-7187-5B15-D231-438C43C2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IPC mechanism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0B2A34-482B-4290-AF19-F366CA4752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 | Date | Aptiv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8624D-ED16-8CE9-F5C4-2801445E91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24C9087-ECA8-35D8-5B40-84FAECFB6795}"/>
              </a:ext>
            </a:extLst>
          </p:cNvPr>
          <p:cNvGrpSpPr/>
          <p:nvPr/>
        </p:nvGrpSpPr>
        <p:grpSpPr>
          <a:xfrm>
            <a:off x="613284" y="1334354"/>
            <a:ext cx="10380807" cy="4485410"/>
            <a:chOff x="1217471" y="1752600"/>
            <a:chExt cx="6477000" cy="424641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1F28519-24B2-74E2-7EE0-7204E0DE0C7C}"/>
                </a:ext>
              </a:extLst>
            </p:cNvPr>
            <p:cNvSpPr/>
            <p:nvPr/>
          </p:nvSpPr>
          <p:spPr>
            <a:xfrm>
              <a:off x="1217471" y="4038600"/>
              <a:ext cx="6477000" cy="196041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89CEECC-82D3-C732-EA95-C50D7D3D5E2C}"/>
                </a:ext>
              </a:extLst>
            </p:cNvPr>
            <p:cNvSpPr/>
            <p:nvPr/>
          </p:nvSpPr>
          <p:spPr>
            <a:xfrm>
              <a:off x="1217471" y="1774247"/>
              <a:ext cx="3352800" cy="2286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AD2E875-7BF0-2CE6-314B-662192581868}"/>
                </a:ext>
              </a:extLst>
            </p:cNvPr>
            <p:cNvSpPr/>
            <p:nvPr/>
          </p:nvSpPr>
          <p:spPr>
            <a:xfrm>
              <a:off x="4570271" y="1752600"/>
              <a:ext cx="3124200" cy="22860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32FE0A1-5BA4-AC2D-3950-66B4314CA321}"/>
                </a:ext>
              </a:extLst>
            </p:cNvPr>
            <p:cNvSpPr txBox="1"/>
            <p:nvPr/>
          </p:nvSpPr>
          <p:spPr>
            <a:xfrm>
              <a:off x="2457453" y="2633990"/>
              <a:ext cx="13716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/>
                <a:t>Z7A</a:t>
              </a:r>
              <a:endParaRPr lang="en-US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5D7D44D-0827-FB4A-B96C-C235731429C5}"/>
                </a:ext>
              </a:extLst>
            </p:cNvPr>
            <p:cNvSpPr txBox="1"/>
            <p:nvPr/>
          </p:nvSpPr>
          <p:spPr>
            <a:xfrm>
              <a:off x="5706344" y="2524780"/>
              <a:ext cx="13716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/>
                <a:t>Z7B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8669CBD-B181-3A40-1BF6-6E5FB73670CD}"/>
                </a:ext>
              </a:extLst>
            </p:cNvPr>
            <p:cNvSpPr txBox="1"/>
            <p:nvPr/>
          </p:nvSpPr>
          <p:spPr>
            <a:xfrm>
              <a:off x="4378039" y="5214188"/>
              <a:ext cx="13716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/>
                <a:t>Z4</a:t>
              </a:r>
              <a:endParaRPr lang="en-US" b="1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DD40412-F5AC-DE23-04AF-89C130E3D0D9}"/>
                </a:ext>
              </a:extLst>
            </p:cNvPr>
            <p:cNvSpPr/>
            <p:nvPr/>
          </p:nvSpPr>
          <p:spPr>
            <a:xfrm>
              <a:off x="2131871" y="3810000"/>
              <a:ext cx="1524000" cy="457200"/>
            </a:xfrm>
            <a:prstGeom prst="rect">
              <a:avLst/>
            </a:prstGeom>
            <a:noFill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29FFC7F-FB7D-BC6E-4408-1AA76DACA343}"/>
                </a:ext>
              </a:extLst>
            </p:cNvPr>
            <p:cNvSpPr/>
            <p:nvPr/>
          </p:nvSpPr>
          <p:spPr>
            <a:xfrm>
              <a:off x="5370371" y="3810000"/>
              <a:ext cx="1524000" cy="457200"/>
            </a:xfrm>
            <a:prstGeom prst="rect">
              <a:avLst/>
            </a:prstGeom>
            <a:noFill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1F6980-5112-8127-F87E-0E7D05300C66}"/>
                </a:ext>
              </a:extLst>
            </p:cNvPr>
            <p:cNvSpPr/>
            <p:nvPr/>
          </p:nvSpPr>
          <p:spPr>
            <a:xfrm>
              <a:off x="4398821" y="2261035"/>
              <a:ext cx="342900" cy="1186190"/>
            </a:xfrm>
            <a:prstGeom prst="rect">
              <a:avLst/>
            </a:prstGeom>
            <a:noFill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623C51A-650F-393B-7317-891579BEB164}"/>
                </a:ext>
              </a:extLst>
            </p:cNvPr>
            <p:cNvCxnSpPr/>
            <p:nvPr/>
          </p:nvCxnSpPr>
          <p:spPr>
            <a:xfrm>
              <a:off x="3960671" y="2590800"/>
              <a:ext cx="14097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B40A675-9BAC-061F-5ADB-A12909470AAF}"/>
                </a:ext>
              </a:extLst>
            </p:cNvPr>
            <p:cNvCxnSpPr/>
            <p:nvPr/>
          </p:nvCxnSpPr>
          <p:spPr>
            <a:xfrm flipH="1">
              <a:off x="3922571" y="3048000"/>
              <a:ext cx="1447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8B18D30-F498-4DBC-C35A-0EEBCAF88E81}"/>
                </a:ext>
              </a:extLst>
            </p:cNvPr>
            <p:cNvCxnSpPr/>
            <p:nvPr/>
          </p:nvCxnSpPr>
          <p:spPr>
            <a:xfrm>
              <a:off x="6399071" y="3352800"/>
              <a:ext cx="0" cy="1444336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79536CF-184A-CADB-BF90-E2F9475A7A40}"/>
                </a:ext>
              </a:extLst>
            </p:cNvPr>
            <p:cNvCxnSpPr/>
            <p:nvPr/>
          </p:nvCxnSpPr>
          <p:spPr>
            <a:xfrm flipV="1">
              <a:off x="5907235" y="3331152"/>
              <a:ext cx="0" cy="1414895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1586654-1EBA-AE85-943E-3900B9AD4515}"/>
                </a:ext>
              </a:extLst>
            </p:cNvPr>
            <p:cNvCxnSpPr/>
            <p:nvPr/>
          </p:nvCxnSpPr>
          <p:spPr>
            <a:xfrm>
              <a:off x="3143253" y="3374448"/>
              <a:ext cx="0" cy="1444336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0AA0D73-2B8E-08C2-AACB-878EDE96AB84}"/>
                </a:ext>
              </a:extLst>
            </p:cNvPr>
            <p:cNvCxnSpPr/>
            <p:nvPr/>
          </p:nvCxnSpPr>
          <p:spPr>
            <a:xfrm flipV="1">
              <a:off x="2651417" y="3352800"/>
              <a:ext cx="0" cy="1414895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55594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9F403-8E3E-DEBF-A18B-AC2755B60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</a:t>
            </a:r>
            <a:r>
              <a:rPr lang="en-US" dirty="0" err="1"/>
              <a:t>Partioning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9D7F93-3FCE-0122-4C32-A26608B74F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FA8C7-EDE8-5A75-E4A3-DB58908081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F1FAEB-0C8B-28CF-B94F-BB219F194B5F}"/>
              </a:ext>
            </a:extLst>
          </p:cNvPr>
          <p:cNvSpPr txBox="1"/>
          <p:nvPr/>
        </p:nvSpPr>
        <p:spPr>
          <a:xfrm>
            <a:off x="3581400" y="685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0" name="Slide Number Placeholder 1">
            <a:extLst>
              <a:ext uri="{FF2B5EF4-FFF2-40B4-BE49-F238E27FC236}">
                <a16:creationId xmlns:a16="http://schemas.microsoft.com/office/drawing/2014/main" id="{53A6C8C9-5BA3-0F66-ACD8-77D7A87CF6DC}"/>
              </a:ext>
            </a:extLst>
          </p:cNvPr>
          <p:cNvSpPr txBox="1">
            <a:spLocks/>
          </p:cNvSpPr>
          <p:nvPr/>
        </p:nvSpPr>
        <p:spPr>
          <a:xfrm>
            <a:off x="-70556" y="6496383"/>
            <a:ext cx="40393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C907D5-1276-9DD0-CE18-6747255201AE}"/>
              </a:ext>
            </a:extLst>
          </p:cNvPr>
          <p:cNvSpPr/>
          <p:nvPr/>
        </p:nvSpPr>
        <p:spPr>
          <a:xfrm>
            <a:off x="381000" y="4038600"/>
            <a:ext cx="7313471" cy="19604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F3565DC-1D37-BAFE-1F47-5E63E5BB7656}"/>
              </a:ext>
            </a:extLst>
          </p:cNvPr>
          <p:cNvSpPr/>
          <p:nvPr/>
        </p:nvSpPr>
        <p:spPr>
          <a:xfrm>
            <a:off x="381001" y="1774247"/>
            <a:ext cx="1828800" cy="2286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946CD1-9BC2-92B2-D5DF-2DAB06D7BD03}"/>
              </a:ext>
            </a:extLst>
          </p:cNvPr>
          <p:cNvSpPr/>
          <p:nvPr/>
        </p:nvSpPr>
        <p:spPr>
          <a:xfrm>
            <a:off x="2237800" y="1780617"/>
            <a:ext cx="5484670" cy="2286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92971E-A8A4-EAA1-991B-611556271826}"/>
              </a:ext>
            </a:extLst>
          </p:cNvPr>
          <p:cNvSpPr txBox="1"/>
          <p:nvPr/>
        </p:nvSpPr>
        <p:spPr>
          <a:xfrm>
            <a:off x="533400" y="1244220"/>
            <a:ext cx="137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Z7A</a:t>
            </a:r>
            <a:endParaRPr lang="en-US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FFDA09-CE8E-894E-02F2-E10BF8C77D44}"/>
              </a:ext>
            </a:extLst>
          </p:cNvPr>
          <p:cNvSpPr txBox="1"/>
          <p:nvPr/>
        </p:nvSpPr>
        <p:spPr>
          <a:xfrm>
            <a:off x="3825119" y="1304921"/>
            <a:ext cx="137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Z7B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628AD6-95F4-999C-424C-658B3270A5E6}"/>
              </a:ext>
            </a:extLst>
          </p:cNvPr>
          <p:cNvSpPr txBox="1"/>
          <p:nvPr/>
        </p:nvSpPr>
        <p:spPr>
          <a:xfrm>
            <a:off x="3395877" y="5955520"/>
            <a:ext cx="137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Z4</a:t>
            </a:r>
            <a:endParaRPr lang="en-US" b="1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7223DC2-BE12-6308-5422-9C41E320B1D5}"/>
              </a:ext>
            </a:extLst>
          </p:cNvPr>
          <p:cNvSpPr/>
          <p:nvPr/>
        </p:nvSpPr>
        <p:spPr>
          <a:xfrm>
            <a:off x="533400" y="3810000"/>
            <a:ext cx="1524000" cy="457200"/>
          </a:xfrm>
          <a:prstGeom prst="rect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106EDBB-FB25-5925-9A0B-9C98E7A983FD}"/>
              </a:ext>
            </a:extLst>
          </p:cNvPr>
          <p:cNvSpPr/>
          <p:nvPr/>
        </p:nvSpPr>
        <p:spPr>
          <a:xfrm>
            <a:off x="2667000" y="3810000"/>
            <a:ext cx="1524000" cy="457200"/>
          </a:xfrm>
          <a:prstGeom prst="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1B0A098-DBC1-6082-A47C-D9ED7FBCED78}"/>
              </a:ext>
            </a:extLst>
          </p:cNvPr>
          <p:cNvSpPr/>
          <p:nvPr/>
        </p:nvSpPr>
        <p:spPr>
          <a:xfrm>
            <a:off x="2045277" y="2261035"/>
            <a:ext cx="342900" cy="1186190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5094512-599F-E073-E66A-441354208E1C}"/>
              </a:ext>
            </a:extLst>
          </p:cNvPr>
          <p:cNvCxnSpPr/>
          <p:nvPr/>
        </p:nvCxnSpPr>
        <p:spPr>
          <a:xfrm>
            <a:off x="1607127" y="2590800"/>
            <a:ext cx="14097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AF954D5-2CD5-9C0B-D99F-AF49146D9863}"/>
              </a:ext>
            </a:extLst>
          </p:cNvPr>
          <p:cNvCxnSpPr/>
          <p:nvPr/>
        </p:nvCxnSpPr>
        <p:spPr>
          <a:xfrm flipH="1">
            <a:off x="1569027" y="3048000"/>
            <a:ext cx="14478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881C32E-F615-9222-A4D6-4D1A70C80D0B}"/>
              </a:ext>
            </a:extLst>
          </p:cNvPr>
          <p:cNvCxnSpPr/>
          <p:nvPr/>
        </p:nvCxnSpPr>
        <p:spPr>
          <a:xfrm>
            <a:off x="3581400" y="3352800"/>
            <a:ext cx="0" cy="144433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12C5680-C5DA-A850-A3EA-1C1F3E35B94C}"/>
              </a:ext>
            </a:extLst>
          </p:cNvPr>
          <p:cNvCxnSpPr/>
          <p:nvPr/>
        </p:nvCxnSpPr>
        <p:spPr>
          <a:xfrm flipV="1">
            <a:off x="3089564" y="3331152"/>
            <a:ext cx="0" cy="141489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7D47990-1A58-1237-0D0A-D2CEFB44E885}"/>
              </a:ext>
            </a:extLst>
          </p:cNvPr>
          <p:cNvCxnSpPr/>
          <p:nvPr/>
        </p:nvCxnSpPr>
        <p:spPr>
          <a:xfrm>
            <a:off x="1371600" y="3374448"/>
            <a:ext cx="0" cy="144433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12A66A3-525B-6EB2-0838-BF4785696673}"/>
              </a:ext>
            </a:extLst>
          </p:cNvPr>
          <p:cNvCxnSpPr/>
          <p:nvPr/>
        </p:nvCxnSpPr>
        <p:spPr>
          <a:xfrm flipV="1">
            <a:off x="879764" y="3352800"/>
            <a:ext cx="0" cy="141489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6" name="Title 1">
            <a:extLst>
              <a:ext uri="{FF2B5EF4-FFF2-40B4-BE49-F238E27FC236}">
                <a16:creationId xmlns:a16="http://schemas.microsoft.com/office/drawing/2014/main" id="{4834B664-4387-D26C-2FF0-0F8E8E0C8166}"/>
              </a:ext>
            </a:extLst>
          </p:cNvPr>
          <p:cNvSpPr txBox="1">
            <a:spLocks/>
          </p:cNvSpPr>
          <p:nvPr/>
        </p:nvSpPr>
        <p:spPr>
          <a:xfrm>
            <a:off x="228600" y="304800"/>
            <a:ext cx="8777209" cy="1109663"/>
          </a:xfrm>
          <a:prstGeom prst="rect">
            <a:avLst/>
          </a:prstGeom>
        </p:spPr>
        <p:txBody>
          <a:bodyPr vert="horz" lIns="91422" tIns="45712" rIns="91422" bIns="45712" rtlCol="0" anchor="b">
            <a:normAutofit/>
          </a:bodyPr>
          <a:lstStyle>
            <a:lvl1pPr algn="l" defTabSz="914224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dirty="0"/>
            </a:br>
            <a:endParaRPr lang="en-US" dirty="0"/>
          </a:p>
        </p:txBody>
      </p:sp>
      <p:sp>
        <p:nvSpPr>
          <p:cNvPr id="37" name="Right Arrow 3">
            <a:extLst>
              <a:ext uri="{FF2B5EF4-FFF2-40B4-BE49-F238E27FC236}">
                <a16:creationId xmlns:a16="http://schemas.microsoft.com/office/drawing/2014/main" id="{6183F236-350B-7D08-B3C1-47F02CCBE0DB}"/>
              </a:ext>
            </a:extLst>
          </p:cNvPr>
          <p:cNvSpPr/>
          <p:nvPr/>
        </p:nvSpPr>
        <p:spPr>
          <a:xfrm>
            <a:off x="7846871" y="1893332"/>
            <a:ext cx="763729" cy="3297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Left-Right Arrow 4">
            <a:extLst>
              <a:ext uri="{FF2B5EF4-FFF2-40B4-BE49-F238E27FC236}">
                <a16:creationId xmlns:a16="http://schemas.microsoft.com/office/drawing/2014/main" id="{F882FACF-E2E6-91C9-9759-9A87D151562C}"/>
              </a:ext>
            </a:extLst>
          </p:cNvPr>
          <p:cNvSpPr/>
          <p:nvPr/>
        </p:nvSpPr>
        <p:spPr>
          <a:xfrm>
            <a:off x="7809635" y="2854130"/>
            <a:ext cx="800966" cy="36538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05171AA-E323-290A-D39C-61F41C091434}"/>
              </a:ext>
            </a:extLst>
          </p:cNvPr>
          <p:cNvSpPr txBox="1"/>
          <p:nvPr/>
        </p:nvSpPr>
        <p:spPr>
          <a:xfrm>
            <a:off x="7772400" y="1447800"/>
            <a:ext cx="1155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Ethernet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CDC9F84-4D4C-59A1-C3B8-28B561B28410}"/>
              </a:ext>
            </a:extLst>
          </p:cNvPr>
          <p:cNvSpPr txBox="1"/>
          <p:nvPr/>
        </p:nvSpPr>
        <p:spPr>
          <a:xfrm>
            <a:off x="7848600" y="3352800"/>
            <a:ext cx="1155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PCAN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D16A00-C33D-9E42-CDB4-253AA3B2C2FA}"/>
              </a:ext>
            </a:extLst>
          </p:cNvPr>
          <p:cNvSpPr txBox="1"/>
          <p:nvPr/>
        </p:nvSpPr>
        <p:spPr>
          <a:xfrm>
            <a:off x="3790666" y="2806700"/>
            <a:ext cx="13707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Tracker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BD2ACE4-DBBF-835C-8DA0-9448F00B3B13}"/>
              </a:ext>
            </a:extLst>
          </p:cNvPr>
          <p:cNvSpPr txBox="1"/>
          <p:nvPr/>
        </p:nvSpPr>
        <p:spPr>
          <a:xfrm>
            <a:off x="5387181" y="3451156"/>
            <a:ext cx="1699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Free Space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ADFB8E-9123-4F4A-AF67-AFC5457C9C70}"/>
              </a:ext>
            </a:extLst>
          </p:cNvPr>
          <p:cNvSpPr txBox="1"/>
          <p:nvPr/>
        </p:nvSpPr>
        <p:spPr>
          <a:xfrm>
            <a:off x="5410200" y="2116414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SWW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A9352F9-0840-56F7-3DC6-0DA3EA582195}"/>
              </a:ext>
            </a:extLst>
          </p:cNvPr>
          <p:cNvSpPr txBox="1"/>
          <p:nvPr/>
        </p:nvSpPr>
        <p:spPr>
          <a:xfrm>
            <a:off x="5384800" y="296182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FCTA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58F390D-08D0-F154-8FF9-AEB65FF9D453}"/>
              </a:ext>
            </a:extLst>
          </p:cNvPr>
          <p:cNvSpPr txBox="1"/>
          <p:nvPr/>
        </p:nvSpPr>
        <p:spPr>
          <a:xfrm>
            <a:off x="3115100" y="2846885"/>
            <a:ext cx="6510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IPC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BD5742B-E446-E0C2-93D8-D61FCE967344}"/>
              </a:ext>
            </a:extLst>
          </p:cNvPr>
          <p:cNvSpPr txBox="1"/>
          <p:nvPr/>
        </p:nvSpPr>
        <p:spPr>
          <a:xfrm>
            <a:off x="1832823" y="4597081"/>
            <a:ext cx="9583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IPC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5E66C84-AEB3-60E9-7440-CFA31EC92920}"/>
              </a:ext>
            </a:extLst>
          </p:cNvPr>
          <p:cNvSpPr txBox="1"/>
          <p:nvPr/>
        </p:nvSpPr>
        <p:spPr>
          <a:xfrm>
            <a:off x="533400" y="1962090"/>
            <a:ext cx="13707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Signal Processing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47BB91C-B505-7FC8-40C7-D2A7CA57B58E}"/>
              </a:ext>
            </a:extLst>
          </p:cNvPr>
          <p:cNvSpPr txBox="1"/>
          <p:nvPr/>
        </p:nvSpPr>
        <p:spPr>
          <a:xfrm>
            <a:off x="3096495" y="1938038"/>
            <a:ext cx="21002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Angle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Finding</a:t>
            </a:r>
            <a:endParaRPr lang="en-US" sz="20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14059B6-1B24-4519-B96D-2D6AC2A940B2}"/>
              </a:ext>
            </a:extLst>
          </p:cNvPr>
          <p:cNvSpPr txBox="1"/>
          <p:nvPr/>
        </p:nvSpPr>
        <p:spPr>
          <a:xfrm>
            <a:off x="4851182" y="5082273"/>
            <a:ext cx="2285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RS01 Control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BF7987C-86A0-29E0-336A-3CF342A619A6}"/>
              </a:ext>
            </a:extLst>
          </p:cNvPr>
          <p:cNvSpPr txBox="1"/>
          <p:nvPr/>
        </p:nvSpPr>
        <p:spPr>
          <a:xfrm>
            <a:off x="827016" y="2819400"/>
            <a:ext cx="696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IPC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C88729E-CF00-C2EB-F5D2-08C0E8BF006E}"/>
              </a:ext>
            </a:extLst>
          </p:cNvPr>
          <p:cNvSpPr txBox="1"/>
          <p:nvPr/>
        </p:nvSpPr>
        <p:spPr>
          <a:xfrm>
            <a:off x="533400" y="5422042"/>
            <a:ext cx="2285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OS Sync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47395ED-F20A-3EE6-532C-C011127CE9B2}"/>
              </a:ext>
            </a:extLst>
          </p:cNvPr>
          <p:cNvSpPr txBox="1"/>
          <p:nvPr/>
        </p:nvSpPr>
        <p:spPr>
          <a:xfrm>
            <a:off x="7809635" y="2301080"/>
            <a:ext cx="1155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Logging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60AEE2E-09EA-B047-5E13-882FBB67075E}"/>
              </a:ext>
            </a:extLst>
          </p:cNvPr>
          <p:cNvSpPr txBox="1"/>
          <p:nvPr/>
        </p:nvSpPr>
        <p:spPr>
          <a:xfrm>
            <a:off x="5410200" y="251460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RCTA</a:t>
            </a:r>
          </a:p>
        </p:txBody>
      </p:sp>
      <p:sp>
        <p:nvSpPr>
          <p:cNvPr id="54" name="Left-Right Arrow 56">
            <a:extLst>
              <a:ext uri="{FF2B5EF4-FFF2-40B4-BE49-F238E27FC236}">
                <a16:creationId xmlns:a16="http://schemas.microsoft.com/office/drawing/2014/main" id="{B41A9B08-4F27-802F-6A2C-892A2E39A78C}"/>
              </a:ext>
            </a:extLst>
          </p:cNvPr>
          <p:cNvSpPr/>
          <p:nvPr/>
        </p:nvSpPr>
        <p:spPr>
          <a:xfrm>
            <a:off x="7772400" y="4191000"/>
            <a:ext cx="800966" cy="36538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29FDC30-5673-1E06-DAB7-D3480A3CEE0D}"/>
              </a:ext>
            </a:extLst>
          </p:cNvPr>
          <p:cNvSpPr txBox="1"/>
          <p:nvPr/>
        </p:nvSpPr>
        <p:spPr>
          <a:xfrm>
            <a:off x="7811365" y="4689670"/>
            <a:ext cx="1155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VCAN</a:t>
            </a:r>
          </a:p>
        </p:txBody>
      </p:sp>
      <p:sp>
        <p:nvSpPr>
          <p:cNvPr id="56" name="Left-Right Arrow 58">
            <a:extLst>
              <a:ext uri="{FF2B5EF4-FFF2-40B4-BE49-F238E27FC236}">
                <a16:creationId xmlns:a16="http://schemas.microsoft.com/office/drawing/2014/main" id="{7F898726-ED64-86ED-CFE2-BFF8189DAABD}"/>
              </a:ext>
            </a:extLst>
          </p:cNvPr>
          <p:cNvSpPr/>
          <p:nvPr/>
        </p:nvSpPr>
        <p:spPr>
          <a:xfrm>
            <a:off x="7772400" y="5105400"/>
            <a:ext cx="800966" cy="36538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C66AAD7-BB62-7714-F6B7-F37A8D21EEB4}"/>
              </a:ext>
            </a:extLst>
          </p:cNvPr>
          <p:cNvSpPr txBox="1"/>
          <p:nvPr/>
        </p:nvSpPr>
        <p:spPr>
          <a:xfrm>
            <a:off x="7811365" y="5604070"/>
            <a:ext cx="1155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PCAN</a:t>
            </a:r>
          </a:p>
        </p:txBody>
      </p:sp>
    </p:spTree>
    <p:extLst>
      <p:ext uri="{BB962C8B-B14F-4D97-AF65-F5344CB8AC3E}">
        <p14:creationId xmlns:p14="http://schemas.microsoft.com/office/powerpoint/2010/main" val="3691072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1F893-985B-8222-0E47-431131A90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UDP Logging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8B5DBB-2F95-3283-DAD8-7CAA63E950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4C0DC-8F51-6B77-411D-7B06ABA080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E4D553-C403-995A-88AD-F6C99572F293}"/>
              </a:ext>
            </a:extLst>
          </p:cNvPr>
          <p:cNvSpPr txBox="1"/>
          <p:nvPr/>
        </p:nvSpPr>
        <p:spPr>
          <a:xfrm>
            <a:off x="4419600" y="7541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1BB02B41-D800-938C-331C-7B17E7DC712E}"/>
              </a:ext>
            </a:extLst>
          </p:cNvPr>
          <p:cNvSpPr txBox="1">
            <a:spLocks/>
          </p:cNvSpPr>
          <p:nvPr/>
        </p:nvSpPr>
        <p:spPr>
          <a:xfrm>
            <a:off x="767644" y="6564770"/>
            <a:ext cx="40393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DD65E3-4293-4683-F244-FC4619664C3C}"/>
              </a:ext>
            </a:extLst>
          </p:cNvPr>
          <p:cNvSpPr/>
          <p:nvPr/>
        </p:nvSpPr>
        <p:spPr>
          <a:xfrm>
            <a:off x="1219200" y="4106987"/>
            <a:ext cx="4571135" cy="19604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52E536-3AF1-D2CA-69C1-45CA3F64EC01}"/>
              </a:ext>
            </a:extLst>
          </p:cNvPr>
          <p:cNvSpPr/>
          <p:nvPr/>
        </p:nvSpPr>
        <p:spPr>
          <a:xfrm>
            <a:off x="1219201" y="1842634"/>
            <a:ext cx="1828800" cy="2286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B85683-95FD-9F7C-462D-4FE533617297}"/>
              </a:ext>
            </a:extLst>
          </p:cNvPr>
          <p:cNvSpPr/>
          <p:nvPr/>
        </p:nvSpPr>
        <p:spPr>
          <a:xfrm>
            <a:off x="3048000" y="1842633"/>
            <a:ext cx="2742335" cy="226435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2E95A5-6012-0FF5-710B-0FDAB8FE99EF}"/>
              </a:ext>
            </a:extLst>
          </p:cNvPr>
          <p:cNvSpPr txBox="1"/>
          <p:nvPr/>
        </p:nvSpPr>
        <p:spPr>
          <a:xfrm>
            <a:off x="1339755" y="3541322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Z7A</a:t>
            </a:r>
            <a:endParaRPr lang="en-US" sz="12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2DBEAF-8B0A-FC68-4EAF-23B5CE4CD342}"/>
              </a:ext>
            </a:extLst>
          </p:cNvPr>
          <p:cNvSpPr txBox="1"/>
          <p:nvPr/>
        </p:nvSpPr>
        <p:spPr>
          <a:xfrm>
            <a:off x="3226377" y="3522015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Z7B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E46F42-13AF-89E9-DACC-CE950FAA79D7}"/>
              </a:ext>
            </a:extLst>
          </p:cNvPr>
          <p:cNvSpPr txBox="1"/>
          <p:nvPr/>
        </p:nvSpPr>
        <p:spPr>
          <a:xfrm>
            <a:off x="1371600" y="5477843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Z4</a:t>
            </a:r>
            <a:endParaRPr lang="en-US" sz="1200" b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313118-87D6-6A79-8CCD-90B9CFBC731F}"/>
              </a:ext>
            </a:extLst>
          </p:cNvPr>
          <p:cNvSpPr/>
          <p:nvPr/>
        </p:nvSpPr>
        <p:spPr>
          <a:xfrm>
            <a:off x="2883477" y="2463597"/>
            <a:ext cx="342900" cy="1186190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A1C9CCA-9B58-FFE9-2299-C6A3538C692F}"/>
              </a:ext>
            </a:extLst>
          </p:cNvPr>
          <p:cNvCxnSpPr/>
          <p:nvPr/>
        </p:nvCxnSpPr>
        <p:spPr>
          <a:xfrm flipV="1">
            <a:off x="4782972" y="3829444"/>
            <a:ext cx="0" cy="1164647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BEED578F-F099-E55B-3A33-37D0B44AD898}"/>
              </a:ext>
            </a:extLst>
          </p:cNvPr>
          <p:cNvSpPr txBox="1">
            <a:spLocks/>
          </p:cNvSpPr>
          <p:nvPr/>
        </p:nvSpPr>
        <p:spPr>
          <a:xfrm>
            <a:off x="1065292" y="330324"/>
            <a:ext cx="8777209" cy="1109663"/>
          </a:xfrm>
          <a:prstGeom prst="rect">
            <a:avLst/>
          </a:prstGeom>
        </p:spPr>
        <p:txBody>
          <a:bodyPr vert="horz" lIns="91422" tIns="45712" rIns="91422" bIns="45712" rtlCol="0" anchor="b">
            <a:normAutofit/>
          </a:bodyPr>
          <a:lstStyle>
            <a:lvl1pPr algn="l" defTabSz="914224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BC85DA-CBA6-F65C-9DC8-8BB676673A08}"/>
              </a:ext>
            </a:extLst>
          </p:cNvPr>
          <p:cNvSpPr txBox="1"/>
          <p:nvPr/>
        </p:nvSpPr>
        <p:spPr>
          <a:xfrm>
            <a:off x="5734049" y="1287587"/>
            <a:ext cx="4032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UDP Logging – ORCAS / / VIGEM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525A9E-604F-1E1C-ABBA-94A10B250AD1}"/>
              </a:ext>
            </a:extLst>
          </p:cNvPr>
          <p:cNvSpPr/>
          <p:nvPr/>
        </p:nvSpPr>
        <p:spPr>
          <a:xfrm>
            <a:off x="5181600" y="1287587"/>
            <a:ext cx="457200" cy="24384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C8D6264-D4DE-4186-BBCF-BD9926F21B93}"/>
              </a:ext>
            </a:extLst>
          </p:cNvPr>
          <p:cNvCxnSpPr/>
          <p:nvPr/>
        </p:nvCxnSpPr>
        <p:spPr>
          <a:xfrm flipV="1">
            <a:off x="4762500" y="3802186"/>
            <a:ext cx="1943100" cy="1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748FB01-B703-7196-8F2B-F13ED1998A61}"/>
              </a:ext>
            </a:extLst>
          </p:cNvPr>
          <p:cNvCxnSpPr/>
          <p:nvPr/>
        </p:nvCxnSpPr>
        <p:spPr>
          <a:xfrm>
            <a:off x="2521527" y="3192587"/>
            <a:ext cx="4184073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42C5DCFC-260B-E0BD-10BA-985C6D1C9024}"/>
              </a:ext>
            </a:extLst>
          </p:cNvPr>
          <p:cNvSpPr/>
          <p:nvPr/>
        </p:nvSpPr>
        <p:spPr>
          <a:xfrm>
            <a:off x="3504767" y="2595469"/>
            <a:ext cx="1007198" cy="46122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93B736A-6046-4730-EE1C-707BDED7F306}"/>
              </a:ext>
            </a:extLst>
          </p:cNvPr>
          <p:cNvCxnSpPr>
            <a:stCxn id="20" idx="6"/>
          </p:cNvCxnSpPr>
          <p:nvPr/>
        </p:nvCxnSpPr>
        <p:spPr>
          <a:xfrm>
            <a:off x="4511965" y="2826081"/>
            <a:ext cx="2158998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3CE4BFB-40E3-2FC3-1AE0-FC2DB4D219CF}"/>
              </a:ext>
            </a:extLst>
          </p:cNvPr>
          <p:cNvCxnSpPr/>
          <p:nvPr/>
        </p:nvCxnSpPr>
        <p:spPr>
          <a:xfrm>
            <a:off x="2209800" y="2125787"/>
            <a:ext cx="45720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0">
            <a:extLst>
              <a:ext uri="{FF2B5EF4-FFF2-40B4-BE49-F238E27FC236}">
                <a16:creationId xmlns:a16="http://schemas.microsoft.com/office/drawing/2014/main" id="{8BB6C2A4-FA0F-C5D8-FCA1-FA749F71387A}"/>
              </a:ext>
            </a:extLst>
          </p:cNvPr>
          <p:cNvSpPr/>
          <p:nvPr/>
        </p:nvSpPr>
        <p:spPr>
          <a:xfrm>
            <a:off x="1371600" y="1985055"/>
            <a:ext cx="838200" cy="610414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B33EED-D999-9099-6ECF-E49FBD5DC5B6}"/>
              </a:ext>
            </a:extLst>
          </p:cNvPr>
          <p:cNvSpPr txBox="1"/>
          <p:nvPr/>
        </p:nvSpPr>
        <p:spPr>
          <a:xfrm>
            <a:off x="6858000" y="3649787"/>
            <a:ext cx="2286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Z4 Logging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621CC3-162B-74AB-3CF4-71A1523B55A6}"/>
              </a:ext>
            </a:extLst>
          </p:cNvPr>
          <p:cNvSpPr txBox="1"/>
          <p:nvPr/>
        </p:nvSpPr>
        <p:spPr>
          <a:xfrm>
            <a:off x="6858000" y="3116387"/>
            <a:ext cx="2286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Z7A Logging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01584D-64DA-B097-7A16-829E0359C830}"/>
              </a:ext>
            </a:extLst>
          </p:cNvPr>
          <p:cNvSpPr txBox="1"/>
          <p:nvPr/>
        </p:nvSpPr>
        <p:spPr>
          <a:xfrm>
            <a:off x="6858000" y="2659187"/>
            <a:ext cx="2286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Z7B Logging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49FBBF-E3AF-BB89-82A3-8BF4FD3DC4DA}"/>
              </a:ext>
            </a:extLst>
          </p:cNvPr>
          <p:cNvSpPr txBox="1"/>
          <p:nvPr/>
        </p:nvSpPr>
        <p:spPr>
          <a:xfrm>
            <a:off x="6858000" y="1973387"/>
            <a:ext cx="2286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C000"/>
                </a:solidFill>
              </a:rPr>
              <a:t>CDC Logging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09BBD5-21EC-2832-EC3B-94EC003A772E}"/>
              </a:ext>
            </a:extLst>
          </p:cNvPr>
          <p:cNvSpPr/>
          <p:nvPr/>
        </p:nvSpPr>
        <p:spPr>
          <a:xfrm rot="5400000">
            <a:off x="4612645" y="3511335"/>
            <a:ext cx="342900" cy="1186190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657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80080-AA23-0055-7CE6-554995A2F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964" y="565667"/>
            <a:ext cx="10969247" cy="923920"/>
          </a:xfrm>
        </p:spPr>
        <p:txBody>
          <a:bodyPr/>
          <a:lstStyle/>
          <a:p>
            <a:r>
              <a:rPr lang="en-US" dirty="0"/>
              <a:t>Radar IP &amp; MAC Configuration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D388C5-C141-0E86-E0BC-AD1DBF72AA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319631" y="6509265"/>
            <a:ext cx="3492500" cy="304801"/>
          </a:xfrm>
        </p:spPr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FE8CE-088A-A0B4-E8ED-24572DA959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5649" y="6509265"/>
            <a:ext cx="624550" cy="304802"/>
          </a:xfrm>
        </p:spPr>
        <p:txBody>
          <a:bodyPr/>
          <a:lstStyle/>
          <a:p>
            <a:fld id="{B6D1532F-61F1-B941-ACDF-6BC65E0B405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38E837-B093-8B57-2FD2-D08EBD1DA081}"/>
              </a:ext>
            </a:extLst>
          </p:cNvPr>
          <p:cNvSpPr txBox="1"/>
          <p:nvPr/>
        </p:nvSpPr>
        <p:spPr>
          <a:xfrm>
            <a:off x="3673765" y="87046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520C824E-3531-B683-219C-707F634E60EE}"/>
              </a:ext>
            </a:extLst>
          </p:cNvPr>
          <p:cNvSpPr txBox="1">
            <a:spLocks/>
          </p:cNvSpPr>
          <p:nvPr/>
        </p:nvSpPr>
        <p:spPr>
          <a:xfrm>
            <a:off x="319458" y="70366"/>
            <a:ext cx="8688308" cy="110966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BAB58B87-55A6-34F4-B9F4-39C08C5F6F25}"/>
              </a:ext>
            </a:extLst>
          </p:cNvPr>
          <p:cNvSpPr txBox="1">
            <a:spLocks/>
          </p:cNvSpPr>
          <p:nvPr/>
        </p:nvSpPr>
        <p:spPr>
          <a:xfrm>
            <a:off x="317790" y="1301345"/>
            <a:ext cx="8689975" cy="515077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rgbClr val="929D9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D8DC44B1-A349-AF61-B2CF-31640EF4EFF7}"/>
              </a:ext>
            </a:extLst>
          </p:cNvPr>
          <p:cNvSpPr txBox="1">
            <a:spLocks/>
          </p:cNvSpPr>
          <p:nvPr/>
        </p:nvSpPr>
        <p:spPr>
          <a:xfrm>
            <a:off x="21809" y="6681049"/>
            <a:ext cx="40393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4DE0D76-DAAB-88FD-831A-D4B60096AD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470029"/>
              </p:ext>
            </p:extLst>
          </p:nvPr>
        </p:nvGraphicFramePr>
        <p:xfrm>
          <a:off x="534123" y="3493254"/>
          <a:ext cx="10300132" cy="2494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99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9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09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94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14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Radar</a:t>
                      </a:r>
                      <a:r>
                        <a:rPr lang="en-US" baseline="0" dirty="0"/>
                        <a:t> Position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IP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MAC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Logging</a:t>
                      </a:r>
                      <a:r>
                        <a:rPr lang="en-US" baseline="0" dirty="0"/>
                        <a:t> Port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HIL 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Loggin</a:t>
                      </a:r>
                      <a:r>
                        <a:rPr lang="en-US" baseline="0" dirty="0"/>
                        <a:t>g PC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192.168.1.40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Network</a:t>
                      </a:r>
                      <a:r>
                        <a:rPr lang="en-US" baseline="0" dirty="0"/>
                        <a:t> based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Rear 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2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192.168.1.71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00.1A.A0.22.0E.71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Rear 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192.168.1.72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2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00.1A.A0.22.0E.72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2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5555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2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6001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Front 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192.168.1.73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2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00.1A.A0.22.0E.73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2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5555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2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6001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Front 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192.168.1.74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2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00.1A.A0.22.0E.74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2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6001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6E5E297-7F35-C5BE-C8A4-6B1FA0995980}"/>
              </a:ext>
            </a:extLst>
          </p:cNvPr>
          <p:cNvSpPr txBox="1"/>
          <p:nvPr/>
        </p:nvSpPr>
        <p:spPr>
          <a:xfrm>
            <a:off x="425740" y="1718520"/>
            <a:ext cx="76615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Radar Boots up and Identifies  Position based on Pin Configuration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Radar sets IP Address and MAC Address as per Radar 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Radar sends out ARP Frames to identify Logging PC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Radar sets Target IP (Fixed) &amp; Target MAC Address on ARP response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Radar activates HIL mode  based on UDP XCP request</a:t>
            </a:r>
          </a:p>
        </p:txBody>
      </p:sp>
    </p:spTree>
    <p:extLst>
      <p:ext uri="{BB962C8B-B14F-4D97-AF65-F5344CB8AC3E}">
        <p14:creationId xmlns:p14="http://schemas.microsoft.com/office/powerpoint/2010/main" val="3600343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CF711-FF6C-9C4F-E11D-BB012B468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302" y="291311"/>
            <a:ext cx="10969247" cy="923920"/>
          </a:xfrm>
        </p:spPr>
        <p:txBody>
          <a:bodyPr/>
          <a:lstStyle/>
          <a:p>
            <a:r>
              <a:rPr lang="en-US" dirty="0"/>
              <a:t>SRR Normal Mode (ORCAS UDP )</a:t>
            </a:r>
            <a:br>
              <a:rPr lang="en-US" dirty="0"/>
            </a:b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873A76-2F00-C116-30E8-2EAC9DEB06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384284" y="6308760"/>
            <a:ext cx="3492500" cy="304801"/>
          </a:xfrm>
        </p:spPr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8413D-869C-DE2A-A411-A21191F2D7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70302" y="6308760"/>
            <a:ext cx="624550" cy="304802"/>
          </a:xfrm>
        </p:spPr>
        <p:txBody>
          <a:bodyPr/>
          <a:lstStyle/>
          <a:p>
            <a:fld id="{B6D1532F-61F1-B941-ACDF-6BC65E0B405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0A598034-4444-B729-1E76-33DAF0478380}"/>
              </a:ext>
            </a:extLst>
          </p:cNvPr>
          <p:cNvSpPr txBox="1">
            <a:spLocks/>
          </p:cNvSpPr>
          <p:nvPr/>
        </p:nvSpPr>
        <p:spPr>
          <a:xfrm>
            <a:off x="342454" y="-148002"/>
            <a:ext cx="8688308" cy="110966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98F0F745-8F21-1CBB-0991-E4D3630D3129}"/>
              </a:ext>
            </a:extLst>
          </p:cNvPr>
          <p:cNvSpPr txBox="1">
            <a:spLocks/>
          </p:cNvSpPr>
          <p:nvPr/>
        </p:nvSpPr>
        <p:spPr>
          <a:xfrm>
            <a:off x="86462" y="6480544"/>
            <a:ext cx="40393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6947B1-74C4-A59B-5EF9-EBCA437823B6}"/>
              </a:ext>
            </a:extLst>
          </p:cNvPr>
          <p:cNvSpPr txBox="1"/>
          <p:nvPr/>
        </p:nvSpPr>
        <p:spPr>
          <a:xfrm>
            <a:off x="3753669" y="1105461"/>
            <a:ext cx="184731" cy="300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51B2E49B-0950-4651-31A4-AEE837C843C8}"/>
              </a:ext>
            </a:extLst>
          </p:cNvPr>
          <p:cNvCxnSpPr/>
          <p:nvPr/>
        </p:nvCxnSpPr>
        <p:spPr bwMode="auto">
          <a:xfrm flipH="1">
            <a:off x="1644986" y="5099353"/>
            <a:ext cx="6533869" cy="40158"/>
          </a:xfrm>
          <a:prstGeom prst="line">
            <a:avLst/>
          </a:prstGeom>
          <a:noFill/>
          <a:ln w="254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Gerade Verbindung 8">
            <a:extLst>
              <a:ext uri="{FF2B5EF4-FFF2-40B4-BE49-F238E27FC236}">
                <a16:creationId xmlns:a16="http://schemas.microsoft.com/office/drawing/2014/main" id="{0EF5B879-1361-1987-7395-7B923DFD263B}"/>
              </a:ext>
            </a:extLst>
          </p:cNvPr>
          <p:cNvCxnSpPr/>
          <p:nvPr/>
        </p:nvCxnSpPr>
        <p:spPr bwMode="auto">
          <a:xfrm flipV="1">
            <a:off x="2091237" y="4579391"/>
            <a:ext cx="0" cy="24612"/>
          </a:xfrm>
          <a:prstGeom prst="line">
            <a:avLst/>
          </a:prstGeom>
          <a:noFill/>
          <a:ln w="254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Ellipse 16">
            <a:extLst>
              <a:ext uri="{FF2B5EF4-FFF2-40B4-BE49-F238E27FC236}">
                <a16:creationId xmlns:a16="http://schemas.microsoft.com/office/drawing/2014/main" id="{2C7E2C96-B8B2-959E-EBF9-16C55C5CA9A9}"/>
              </a:ext>
            </a:extLst>
          </p:cNvPr>
          <p:cNvSpPr/>
          <p:nvPr/>
        </p:nvSpPr>
        <p:spPr bwMode="auto">
          <a:xfrm>
            <a:off x="2041271" y="5062092"/>
            <a:ext cx="99932" cy="78419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Tx/>
              <a:buFont typeface="Audi Type" pitchFamily="34" charset="0"/>
              <a:buNone/>
              <a:tabLst/>
            </a:pPr>
            <a:endParaRPr kumimoji="0" lang="de-D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udi Type" pitchFamily="34" charset="0"/>
              <a:ea typeface="Arial" pitchFamily="-110" charset="0"/>
              <a:cs typeface="Arial" pitchFamily="-110" charset="0"/>
            </a:endParaRPr>
          </a:p>
        </p:txBody>
      </p:sp>
      <p:cxnSp>
        <p:nvCxnSpPr>
          <p:cNvPr id="11" name="Gerade Verbindung 17">
            <a:extLst>
              <a:ext uri="{FF2B5EF4-FFF2-40B4-BE49-F238E27FC236}">
                <a16:creationId xmlns:a16="http://schemas.microsoft.com/office/drawing/2014/main" id="{44F0FD78-59C0-9302-C3DC-9A64AFAF1FE7}"/>
              </a:ext>
            </a:extLst>
          </p:cNvPr>
          <p:cNvCxnSpPr/>
          <p:nvPr/>
        </p:nvCxnSpPr>
        <p:spPr bwMode="auto">
          <a:xfrm flipV="1">
            <a:off x="1857797" y="4579391"/>
            <a:ext cx="0" cy="38496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Gerade Verbindung 19">
            <a:extLst>
              <a:ext uri="{FF2B5EF4-FFF2-40B4-BE49-F238E27FC236}">
                <a16:creationId xmlns:a16="http://schemas.microsoft.com/office/drawing/2014/main" id="{ACCD2BB1-2B77-E005-DD12-AACBA0712DB1}"/>
              </a:ext>
            </a:extLst>
          </p:cNvPr>
          <p:cNvCxnSpPr/>
          <p:nvPr/>
        </p:nvCxnSpPr>
        <p:spPr bwMode="auto">
          <a:xfrm flipH="1">
            <a:off x="1281733" y="5372242"/>
            <a:ext cx="6840252" cy="1000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Ellipse 20">
            <a:extLst>
              <a:ext uri="{FF2B5EF4-FFF2-40B4-BE49-F238E27FC236}">
                <a16:creationId xmlns:a16="http://schemas.microsoft.com/office/drawing/2014/main" id="{73A7825F-9061-C9F8-6156-8B77EC8B1517}"/>
              </a:ext>
            </a:extLst>
          </p:cNvPr>
          <p:cNvSpPr/>
          <p:nvPr/>
        </p:nvSpPr>
        <p:spPr bwMode="auto">
          <a:xfrm>
            <a:off x="1807831" y="5355402"/>
            <a:ext cx="99932" cy="78419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Tx/>
              <a:buFont typeface="Audi Type" pitchFamily="34" charset="0"/>
              <a:buNone/>
              <a:tabLst/>
            </a:pPr>
            <a:endParaRPr kumimoji="0" lang="de-D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udi Type" pitchFamily="34" charset="0"/>
              <a:ea typeface="Arial" pitchFamily="-110" charset="0"/>
              <a:cs typeface="Arial" pitchFamily="-110" charset="0"/>
            </a:endParaRPr>
          </a:p>
        </p:txBody>
      </p:sp>
      <p:sp>
        <p:nvSpPr>
          <p:cNvPr id="14" name="Ellipse 23">
            <a:extLst>
              <a:ext uri="{FF2B5EF4-FFF2-40B4-BE49-F238E27FC236}">
                <a16:creationId xmlns:a16="http://schemas.microsoft.com/office/drawing/2014/main" id="{B2EF78BB-F00D-2B63-6B9E-C76CCE166B73}"/>
              </a:ext>
            </a:extLst>
          </p:cNvPr>
          <p:cNvSpPr/>
          <p:nvPr/>
        </p:nvSpPr>
        <p:spPr bwMode="auto">
          <a:xfrm>
            <a:off x="7641053" y="5061092"/>
            <a:ext cx="99932" cy="78419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Tx/>
              <a:buFont typeface="Audi Type" pitchFamily="34" charset="0"/>
              <a:buNone/>
              <a:tabLst/>
            </a:pPr>
            <a:endParaRPr kumimoji="0" lang="de-D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udi Type" pitchFamily="34" charset="0"/>
              <a:ea typeface="Arial" pitchFamily="-110" charset="0"/>
              <a:cs typeface="Arial" pitchFamily="-110" charset="0"/>
            </a:endParaRPr>
          </a:p>
        </p:txBody>
      </p:sp>
      <p:sp>
        <p:nvSpPr>
          <p:cNvPr id="15" name="Ellipse 25">
            <a:extLst>
              <a:ext uri="{FF2B5EF4-FFF2-40B4-BE49-F238E27FC236}">
                <a16:creationId xmlns:a16="http://schemas.microsoft.com/office/drawing/2014/main" id="{A73F34C9-4DCF-6AD4-C731-5A71084B8C54}"/>
              </a:ext>
            </a:extLst>
          </p:cNvPr>
          <p:cNvSpPr/>
          <p:nvPr/>
        </p:nvSpPr>
        <p:spPr bwMode="auto">
          <a:xfrm>
            <a:off x="7407613" y="5354402"/>
            <a:ext cx="99932" cy="78419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Tx/>
              <a:buFont typeface="Audi Type" pitchFamily="34" charset="0"/>
              <a:buNone/>
              <a:tabLst/>
            </a:pPr>
            <a:endParaRPr kumimoji="0" lang="de-D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udi Type" pitchFamily="34" charset="0"/>
              <a:ea typeface="Arial" pitchFamily="-110" charset="0"/>
              <a:cs typeface="Arial" pitchFamily="-110" charset="0"/>
            </a:endParaRPr>
          </a:p>
        </p:txBody>
      </p:sp>
      <p:sp>
        <p:nvSpPr>
          <p:cNvPr id="16" name="Textfeld 26">
            <a:extLst>
              <a:ext uri="{FF2B5EF4-FFF2-40B4-BE49-F238E27FC236}">
                <a16:creationId xmlns:a16="http://schemas.microsoft.com/office/drawing/2014/main" id="{AF0A031F-3406-1112-52DD-A12757B5DAD5}"/>
              </a:ext>
            </a:extLst>
          </p:cNvPr>
          <p:cNvSpPr txBox="1"/>
          <p:nvPr/>
        </p:nvSpPr>
        <p:spPr>
          <a:xfrm>
            <a:off x="705669" y="4913852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dirty="0">
                <a:latin typeface="Audi Type" pitchFamily="34" charset="0"/>
              </a:rPr>
              <a:t>VCAN</a:t>
            </a:r>
          </a:p>
        </p:txBody>
      </p:sp>
      <p:sp>
        <p:nvSpPr>
          <p:cNvPr id="17" name="Textfeld 28">
            <a:extLst>
              <a:ext uri="{FF2B5EF4-FFF2-40B4-BE49-F238E27FC236}">
                <a16:creationId xmlns:a16="http://schemas.microsoft.com/office/drawing/2014/main" id="{BE213708-D721-1725-64D6-55BD8994A7BC}"/>
              </a:ext>
            </a:extLst>
          </p:cNvPr>
          <p:cNvSpPr txBox="1"/>
          <p:nvPr/>
        </p:nvSpPr>
        <p:spPr>
          <a:xfrm>
            <a:off x="705669" y="5398280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dirty="0">
                <a:latin typeface="Audi Type" pitchFamily="34" charset="0"/>
              </a:rPr>
              <a:t>PCAN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DA2519F-7CBA-5641-0747-F5A1BDF43C25}"/>
              </a:ext>
            </a:extLst>
          </p:cNvPr>
          <p:cNvSpPr/>
          <p:nvPr/>
        </p:nvSpPr>
        <p:spPr>
          <a:xfrm>
            <a:off x="1162869" y="1508162"/>
            <a:ext cx="1600200" cy="32721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ECU</a:t>
            </a:r>
          </a:p>
          <a:p>
            <a:pPr algn="ctr"/>
            <a:endParaRPr lang="en-US" b="1" dirty="0"/>
          </a:p>
          <a:p>
            <a:pPr algn="ctr"/>
            <a:r>
              <a:rPr lang="en-US" b="1" dirty="0"/>
              <a:t>Normal</a:t>
            </a:r>
          </a:p>
          <a:p>
            <a:pPr algn="ctr"/>
            <a:endParaRPr lang="en-US" b="1" dirty="0"/>
          </a:p>
          <a:p>
            <a:pPr algn="ctr"/>
            <a:r>
              <a:rPr lang="en-US" b="1" dirty="0"/>
              <a:t> Mode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A0A03F6-B422-0940-046C-0C3519CE554B}"/>
              </a:ext>
            </a:extLst>
          </p:cNvPr>
          <p:cNvGrpSpPr/>
          <p:nvPr/>
        </p:nvGrpSpPr>
        <p:grpSpPr>
          <a:xfrm>
            <a:off x="3296469" y="3762198"/>
            <a:ext cx="2756197" cy="996301"/>
            <a:chOff x="3124200" y="3886200"/>
            <a:chExt cx="2756197" cy="128373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6D86B15-B2A1-0206-1272-F9B33DD5F996}"/>
                </a:ext>
              </a:extLst>
            </p:cNvPr>
            <p:cNvSpPr txBox="1"/>
            <p:nvPr/>
          </p:nvSpPr>
          <p:spPr>
            <a:xfrm>
              <a:off x="3219195" y="4450986"/>
              <a:ext cx="26612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UDP Logging Data 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6E5E97F-3319-E059-E780-FDE882DF4376}"/>
                </a:ext>
              </a:extLst>
            </p:cNvPr>
            <p:cNvCxnSpPr/>
            <p:nvPr/>
          </p:nvCxnSpPr>
          <p:spPr>
            <a:xfrm>
              <a:off x="3200400" y="3886200"/>
              <a:ext cx="2667000" cy="0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7234E44F-46AE-0CC4-C9D8-1E8F69948672}"/>
                </a:ext>
              </a:extLst>
            </p:cNvPr>
            <p:cNvCxnSpPr/>
            <p:nvPr/>
          </p:nvCxnSpPr>
          <p:spPr>
            <a:xfrm>
              <a:off x="3200400" y="4038600"/>
              <a:ext cx="2667000" cy="0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21B63F6A-D508-2C9A-C29E-325FA1F33136}"/>
                </a:ext>
              </a:extLst>
            </p:cNvPr>
            <p:cNvCxnSpPr/>
            <p:nvPr/>
          </p:nvCxnSpPr>
          <p:spPr>
            <a:xfrm>
              <a:off x="3200400" y="4195642"/>
              <a:ext cx="2667000" cy="0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2BADE036-2F34-7577-C355-C96E720BF396}"/>
                </a:ext>
              </a:extLst>
            </p:cNvPr>
            <p:cNvCxnSpPr/>
            <p:nvPr/>
          </p:nvCxnSpPr>
          <p:spPr>
            <a:xfrm>
              <a:off x="3200400" y="4348042"/>
              <a:ext cx="2667000" cy="0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F5A3252-53C9-63E2-B8F1-975FF6D6E644}"/>
                </a:ext>
              </a:extLst>
            </p:cNvPr>
            <p:cNvSpPr txBox="1"/>
            <p:nvPr/>
          </p:nvSpPr>
          <p:spPr>
            <a:xfrm>
              <a:off x="3124200" y="4800600"/>
              <a:ext cx="2667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( CDC, Z7A, Z7B, Z4 )</a:t>
              </a:r>
            </a:p>
          </p:txBody>
        </p:sp>
      </p:grpSp>
      <p:cxnSp>
        <p:nvCxnSpPr>
          <p:cNvPr id="26" name="Gerade Verbindung 8">
            <a:extLst>
              <a:ext uri="{FF2B5EF4-FFF2-40B4-BE49-F238E27FC236}">
                <a16:creationId xmlns:a16="http://schemas.microsoft.com/office/drawing/2014/main" id="{FFC8825D-E9AF-B9D2-03E0-8B9DFCF50087}"/>
              </a:ext>
            </a:extLst>
          </p:cNvPr>
          <p:cNvCxnSpPr/>
          <p:nvPr/>
        </p:nvCxnSpPr>
        <p:spPr bwMode="auto">
          <a:xfrm flipH="1" flipV="1">
            <a:off x="2091237" y="4780287"/>
            <a:ext cx="2892" cy="338507"/>
          </a:xfrm>
          <a:prstGeom prst="line">
            <a:avLst/>
          </a:prstGeom>
          <a:noFill/>
          <a:ln w="254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Gerade Verbindung 17">
            <a:extLst>
              <a:ext uri="{FF2B5EF4-FFF2-40B4-BE49-F238E27FC236}">
                <a16:creationId xmlns:a16="http://schemas.microsoft.com/office/drawing/2014/main" id="{C70BF13C-65EE-AD2B-2C7C-76E404D2FC04}"/>
              </a:ext>
            </a:extLst>
          </p:cNvPr>
          <p:cNvCxnSpPr/>
          <p:nvPr/>
        </p:nvCxnSpPr>
        <p:spPr bwMode="auto">
          <a:xfrm flipH="1" flipV="1">
            <a:off x="1857797" y="4780287"/>
            <a:ext cx="2892" cy="629627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Gerade Verbindung 22">
            <a:extLst>
              <a:ext uri="{FF2B5EF4-FFF2-40B4-BE49-F238E27FC236}">
                <a16:creationId xmlns:a16="http://schemas.microsoft.com/office/drawing/2014/main" id="{66138B66-7BCB-2952-F8A9-AFD37AD9526F}"/>
              </a:ext>
            </a:extLst>
          </p:cNvPr>
          <p:cNvCxnSpPr/>
          <p:nvPr/>
        </p:nvCxnSpPr>
        <p:spPr bwMode="auto">
          <a:xfrm flipV="1">
            <a:off x="7706149" y="4617887"/>
            <a:ext cx="0" cy="499915"/>
          </a:xfrm>
          <a:prstGeom prst="line">
            <a:avLst/>
          </a:prstGeom>
          <a:noFill/>
          <a:ln w="254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Gerade Verbindung 24">
            <a:extLst>
              <a:ext uri="{FF2B5EF4-FFF2-40B4-BE49-F238E27FC236}">
                <a16:creationId xmlns:a16="http://schemas.microsoft.com/office/drawing/2014/main" id="{76A0ADF2-7C76-6FF0-24D1-CD7DFB9AC835}"/>
              </a:ext>
            </a:extLst>
          </p:cNvPr>
          <p:cNvCxnSpPr/>
          <p:nvPr/>
        </p:nvCxnSpPr>
        <p:spPr bwMode="auto">
          <a:xfrm flipH="1" flipV="1">
            <a:off x="7465144" y="4617887"/>
            <a:ext cx="7565" cy="791036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4EA7E3E-3806-83CB-5F54-AC933DA936F4}"/>
              </a:ext>
            </a:extLst>
          </p:cNvPr>
          <p:cNvGrpSpPr/>
          <p:nvPr/>
        </p:nvGrpSpPr>
        <p:grpSpPr>
          <a:xfrm>
            <a:off x="6344469" y="1508162"/>
            <a:ext cx="2590800" cy="3330212"/>
            <a:chOff x="6187451" y="1524001"/>
            <a:chExt cx="2590800" cy="3330212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237E866-D4EB-3342-80E4-ABDA0BBB85CA}"/>
                </a:ext>
              </a:extLst>
            </p:cNvPr>
            <p:cNvGrpSpPr/>
            <p:nvPr/>
          </p:nvGrpSpPr>
          <p:grpSpPr>
            <a:xfrm>
              <a:off x="6187451" y="1524001"/>
              <a:ext cx="2590800" cy="3330212"/>
              <a:chOff x="6187451" y="1524001"/>
              <a:chExt cx="2590800" cy="3330212"/>
            </a:xfrm>
          </p:grpSpPr>
          <p:sp>
            <p:nvSpPr>
              <p:cNvPr id="33" name="Rechteck 6">
                <a:extLst>
                  <a:ext uri="{FF2B5EF4-FFF2-40B4-BE49-F238E27FC236}">
                    <a16:creationId xmlns:a16="http://schemas.microsoft.com/office/drawing/2014/main" id="{C580C333-B63E-C207-0B42-C6C39AD97FE9}"/>
                  </a:ext>
                </a:extLst>
              </p:cNvPr>
              <p:cNvSpPr/>
              <p:nvPr/>
            </p:nvSpPr>
            <p:spPr bwMode="auto">
              <a:xfrm>
                <a:off x="6426662" y="3494411"/>
                <a:ext cx="1981200" cy="1137997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 cap="flat" cmpd="sng" algn="ctr">
                <a:solidFill>
                  <a:schemeClr val="accent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2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Tx/>
                  <a:buFont typeface="Audi Type" pitchFamily="34" charset="0"/>
                  <a:buNone/>
                  <a:tabLst/>
                </a:pPr>
                <a:endParaRPr kumimoji="0" lang="de-DE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udi Type" pitchFamily="34" charset="0"/>
                  <a:ea typeface="Arial" pitchFamily="-110" charset="0"/>
                  <a:cs typeface="Arial" pitchFamily="-110" charset="0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13C6DC83-E16E-E1DF-1BCD-105B2DA42302}"/>
                  </a:ext>
                </a:extLst>
              </p:cNvPr>
              <p:cNvSpPr/>
              <p:nvPr/>
            </p:nvSpPr>
            <p:spPr>
              <a:xfrm>
                <a:off x="6187451" y="1524001"/>
                <a:ext cx="2590800" cy="333021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9F6E353-81A8-2650-E77B-F09D9BC7CAB1}"/>
                  </a:ext>
                </a:extLst>
              </p:cNvPr>
              <p:cNvSpPr txBox="1"/>
              <p:nvPr/>
            </p:nvSpPr>
            <p:spPr>
              <a:xfrm>
                <a:off x="7025651" y="1617916"/>
                <a:ext cx="873899" cy="300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PC</a:t>
                </a:r>
              </a:p>
            </p:txBody>
          </p: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26221750-C59B-6406-1381-E4221D28F187}"/>
                  </a:ext>
                </a:extLst>
              </p:cNvPr>
              <p:cNvGrpSpPr/>
              <p:nvPr/>
            </p:nvGrpSpPr>
            <p:grpSpPr>
              <a:xfrm>
                <a:off x="6371579" y="1975671"/>
                <a:ext cx="2140618" cy="1371911"/>
                <a:chOff x="6397291" y="1633603"/>
                <a:chExt cx="2140618" cy="1371911"/>
              </a:xfrm>
            </p:grpSpPr>
            <p:sp>
              <p:nvSpPr>
                <p:cNvPr id="37" name="Rechteck 6">
                  <a:extLst>
                    <a:ext uri="{FF2B5EF4-FFF2-40B4-BE49-F238E27FC236}">
                      <a16:creationId xmlns:a16="http://schemas.microsoft.com/office/drawing/2014/main" id="{462D05E3-20B9-4F46-0C20-B56F12B4D9ED}"/>
                    </a:ext>
                  </a:extLst>
                </p:cNvPr>
                <p:cNvSpPr/>
                <p:nvPr/>
              </p:nvSpPr>
              <p:spPr bwMode="auto">
                <a:xfrm>
                  <a:off x="6397291" y="2511478"/>
                  <a:ext cx="2140618" cy="494036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accent3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Tx/>
                    <a:buFont typeface="Audi Type" pitchFamily="34" charset="0"/>
                    <a:buNone/>
                    <a:tabLst/>
                  </a:pPr>
                  <a:r>
                    <a:rPr kumimoji="0" lang="de-DE" sz="14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udi Type" pitchFamily="34" charset="0"/>
                      <a:ea typeface="Arial" pitchFamily="-110" charset="0"/>
                      <a:cs typeface="Arial" pitchFamily="-110" charset="0"/>
                    </a:rPr>
                    <a:t>Delphi</a:t>
                  </a:r>
                  <a:r>
                    <a:rPr kumimoji="0" lang="de-DE" sz="1400" b="1" i="0" u="none" strike="noStrike" cap="none" normalizeH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udi Type" pitchFamily="34" charset="0"/>
                      <a:ea typeface="Arial" pitchFamily="-110" charset="0"/>
                      <a:cs typeface="Arial" pitchFamily="-110" charset="0"/>
                    </a:rPr>
                    <a:t>   HIL      Filter  </a:t>
                  </a:r>
                  <a:endParaRPr kumimoji="0" lang="de-DE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udi Type" pitchFamily="34" charset="0"/>
                    <a:ea typeface="Arial" pitchFamily="-110" charset="0"/>
                    <a:cs typeface="Arial" pitchFamily="-110" charset="0"/>
                  </a:endParaRPr>
                </a:p>
              </p:txBody>
            </p:sp>
            <p:sp>
              <p:nvSpPr>
                <p:cNvPr id="38" name="Rounded Rectangle 57">
                  <a:extLst>
                    <a:ext uri="{FF2B5EF4-FFF2-40B4-BE49-F238E27FC236}">
                      <a16:creationId xmlns:a16="http://schemas.microsoft.com/office/drawing/2014/main" id="{4D92BC68-B546-B236-5431-AE2DFB4564BC}"/>
                    </a:ext>
                  </a:extLst>
                </p:cNvPr>
                <p:cNvSpPr/>
                <p:nvPr/>
              </p:nvSpPr>
              <p:spPr>
                <a:xfrm>
                  <a:off x="6477000" y="1633603"/>
                  <a:ext cx="2060909" cy="425159"/>
                </a:xfrm>
                <a:prstGeom prst="round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Simulation Model </a:t>
                  </a:r>
                </a:p>
              </p:txBody>
            </p:sp>
            <p:sp>
              <p:nvSpPr>
                <p:cNvPr id="39" name="Down Arrow 58">
                  <a:extLst>
                    <a:ext uri="{FF2B5EF4-FFF2-40B4-BE49-F238E27FC236}">
                      <a16:creationId xmlns:a16="http://schemas.microsoft.com/office/drawing/2014/main" id="{D513E1A2-6AA7-1458-3096-07EBEAD6E419}"/>
                    </a:ext>
                  </a:extLst>
                </p:cNvPr>
                <p:cNvSpPr/>
                <p:nvPr/>
              </p:nvSpPr>
              <p:spPr>
                <a:xfrm>
                  <a:off x="7176772" y="2173126"/>
                  <a:ext cx="241552" cy="230156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" name="Up Arrow 59">
                  <a:extLst>
                    <a:ext uri="{FF2B5EF4-FFF2-40B4-BE49-F238E27FC236}">
                      <a16:creationId xmlns:a16="http://schemas.microsoft.com/office/drawing/2014/main" id="{9035F7CB-DA2A-3530-C90A-F590C9B181F8}"/>
                    </a:ext>
                  </a:extLst>
                </p:cNvPr>
                <p:cNvSpPr/>
                <p:nvPr/>
              </p:nvSpPr>
              <p:spPr>
                <a:xfrm>
                  <a:off x="7568716" y="2173126"/>
                  <a:ext cx="279884" cy="230156"/>
                </a:xfrm>
                <a:prstGeom prst="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20ABAAD-5C2E-F337-8F93-237D409E5C43}"/>
                </a:ext>
              </a:extLst>
            </p:cNvPr>
            <p:cNvSpPr txBox="1"/>
            <p:nvPr/>
          </p:nvSpPr>
          <p:spPr>
            <a:xfrm>
              <a:off x="6523200" y="3859914"/>
              <a:ext cx="2091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ORCAS Logging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9640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C5D57-3187-FD2A-4C1E-5D2874818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XCP Request to Enter HIL mode</a:t>
            </a:r>
            <a:br>
              <a:rPr lang="en-US" dirty="0"/>
            </a:b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AC6F56-5789-9706-1ADB-3FD68B813D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62B30-52F6-75C2-0AEF-C247A30ED6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1" name="Title 3">
            <a:extLst>
              <a:ext uri="{FF2B5EF4-FFF2-40B4-BE49-F238E27FC236}">
                <a16:creationId xmlns:a16="http://schemas.microsoft.com/office/drawing/2014/main" id="{28BBB81D-CB46-BC16-141D-FEBD541A42B6}"/>
              </a:ext>
            </a:extLst>
          </p:cNvPr>
          <p:cNvSpPr txBox="1">
            <a:spLocks/>
          </p:cNvSpPr>
          <p:nvPr/>
        </p:nvSpPr>
        <p:spPr>
          <a:xfrm>
            <a:off x="589367" y="374319"/>
            <a:ext cx="8688308" cy="110966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42" name="Slide Number Placeholder 1">
            <a:extLst>
              <a:ext uri="{FF2B5EF4-FFF2-40B4-BE49-F238E27FC236}">
                <a16:creationId xmlns:a16="http://schemas.microsoft.com/office/drawing/2014/main" id="{2CCB6321-6039-686D-B625-505E03DEE53A}"/>
              </a:ext>
            </a:extLst>
          </p:cNvPr>
          <p:cNvSpPr txBox="1">
            <a:spLocks/>
          </p:cNvSpPr>
          <p:nvPr/>
        </p:nvSpPr>
        <p:spPr>
          <a:xfrm>
            <a:off x="333375" y="7002865"/>
            <a:ext cx="40393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9F06D1-DC5E-629A-BC07-8C908817B752}"/>
              </a:ext>
            </a:extLst>
          </p:cNvPr>
          <p:cNvSpPr txBox="1"/>
          <p:nvPr/>
        </p:nvSpPr>
        <p:spPr>
          <a:xfrm>
            <a:off x="4003474" y="1677038"/>
            <a:ext cx="184731" cy="2986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44" name="Gerade Verbindung 7">
            <a:extLst>
              <a:ext uri="{FF2B5EF4-FFF2-40B4-BE49-F238E27FC236}">
                <a16:creationId xmlns:a16="http://schemas.microsoft.com/office/drawing/2014/main" id="{B775D6BC-5CB2-CD21-77F6-777EA4F3B26F}"/>
              </a:ext>
            </a:extLst>
          </p:cNvPr>
          <p:cNvCxnSpPr/>
          <p:nvPr/>
        </p:nvCxnSpPr>
        <p:spPr bwMode="auto">
          <a:xfrm flipH="1">
            <a:off x="1894790" y="5641113"/>
            <a:ext cx="6533869" cy="39858"/>
          </a:xfrm>
          <a:prstGeom prst="line">
            <a:avLst/>
          </a:prstGeom>
          <a:noFill/>
          <a:ln w="254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5" name="Gerade Verbindung 8">
            <a:extLst>
              <a:ext uri="{FF2B5EF4-FFF2-40B4-BE49-F238E27FC236}">
                <a16:creationId xmlns:a16="http://schemas.microsoft.com/office/drawing/2014/main" id="{19507B69-D107-9EA2-FD85-ADC4331558BE}"/>
              </a:ext>
            </a:extLst>
          </p:cNvPr>
          <p:cNvCxnSpPr/>
          <p:nvPr/>
        </p:nvCxnSpPr>
        <p:spPr bwMode="auto">
          <a:xfrm flipV="1">
            <a:off x="2341042" y="5125033"/>
            <a:ext cx="0" cy="516081"/>
          </a:xfrm>
          <a:prstGeom prst="line">
            <a:avLst/>
          </a:prstGeom>
          <a:noFill/>
          <a:ln w="254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6" name="Ellipse 16">
            <a:extLst>
              <a:ext uri="{FF2B5EF4-FFF2-40B4-BE49-F238E27FC236}">
                <a16:creationId xmlns:a16="http://schemas.microsoft.com/office/drawing/2014/main" id="{4ACB4D4D-5D4F-1D2F-0A1B-0A83C75BF41B}"/>
              </a:ext>
            </a:extLst>
          </p:cNvPr>
          <p:cNvSpPr/>
          <p:nvPr/>
        </p:nvSpPr>
        <p:spPr bwMode="auto">
          <a:xfrm>
            <a:off x="2291076" y="5600263"/>
            <a:ext cx="99932" cy="8170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Tx/>
              <a:buFont typeface="Audi Type" pitchFamily="34" charset="0"/>
              <a:buNone/>
              <a:tabLst/>
            </a:pPr>
            <a:endParaRPr kumimoji="0" lang="de-D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udi Type" pitchFamily="34" charset="0"/>
              <a:ea typeface="Arial" pitchFamily="-110" charset="0"/>
              <a:cs typeface="Arial" pitchFamily="-110" charset="0"/>
            </a:endParaRPr>
          </a:p>
        </p:txBody>
      </p:sp>
      <p:cxnSp>
        <p:nvCxnSpPr>
          <p:cNvPr id="47" name="Gerade Verbindung 17">
            <a:extLst>
              <a:ext uri="{FF2B5EF4-FFF2-40B4-BE49-F238E27FC236}">
                <a16:creationId xmlns:a16="http://schemas.microsoft.com/office/drawing/2014/main" id="{24EC14B3-6B97-E7DB-B63F-E7CA1B4E9DBF}"/>
              </a:ext>
            </a:extLst>
          </p:cNvPr>
          <p:cNvCxnSpPr/>
          <p:nvPr/>
        </p:nvCxnSpPr>
        <p:spPr bwMode="auto">
          <a:xfrm flipV="1">
            <a:off x="2107602" y="5125033"/>
            <a:ext cx="0" cy="807201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8" name="Gerade Verbindung 19">
            <a:extLst>
              <a:ext uri="{FF2B5EF4-FFF2-40B4-BE49-F238E27FC236}">
                <a16:creationId xmlns:a16="http://schemas.microsoft.com/office/drawing/2014/main" id="{5729ED45-AF7A-F3E2-49F7-CCEEF19F0FD9}"/>
              </a:ext>
            </a:extLst>
          </p:cNvPr>
          <p:cNvCxnSpPr/>
          <p:nvPr/>
        </p:nvCxnSpPr>
        <p:spPr bwMode="auto">
          <a:xfrm flipH="1">
            <a:off x="1531538" y="5931241"/>
            <a:ext cx="6840252" cy="993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9" name="Ellipse 20">
            <a:extLst>
              <a:ext uri="{FF2B5EF4-FFF2-40B4-BE49-F238E27FC236}">
                <a16:creationId xmlns:a16="http://schemas.microsoft.com/office/drawing/2014/main" id="{200CA5BA-6F16-CA8C-C9BC-8119631F9320}"/>
              </a:ext>
            </a:extLst>
          </p:cNvPr>
          <p:cNvSpPr/>
          <p:nvPr/>
        </p:nvSpPr>
        <p:spPr bwMode="auto">
          <a:xfrm>
            <a:off x="2057636" y="5891383"/>
            <a:ext cx="99932" cy="8170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Tx/>
              <a:buFont typeface="Audi Type" pitchFamily="34" charset="0"/>
              <a:buNone/>
              <a:tabLst/>
            </a:pPr>
            <a:endParaRPr kumimoji="0" lang="de-D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udi Type" pitchFamily="34" charset="0"/>
              <a:ea typeface="Arial" pitchFamily="-110" charset="0"/>
              <a:cs typeface="Arial" pitchFamily="-110" charset="0"/>
            </a:endParaRPr>
          </a:p>
        </p:txBody>
      </p:sp>
      <p:cxnSp>
        <p:nvCxnSpPr>
          <p:cNvPr id="50" name="Gerade Verbindung 22">
            <a:extLst>
              <a:ext uri="{FF2B5EF4-FFF2-40B4-BE49-F238E27FC236}">
                <a16:creationId xmlns:a16="http://schemas.microsoft.com/office/drawing/2014/main" id="{1EE60CFE-26B3-676E-1179-F87149B41E44}"/>
              </a:ext>
            </a:extLst>
          </p:cNvPr>
          <p:cNvCxnSpPr/>
          <p:nvPr/>
        </p:nvCxnSpPr>
        <p:spPr bwMode="auto">
          <a:xfrm flipV="1">
            <a:off x="7953062" y="5124041"/>
            <a:ext cx="0" cy="516081"/>
          </a:xfrm>
          <a:prstGeom prst="line">
            <a:avLst/>
          </a:prstGeom>
          <a:noFill/>
          <a:ln w="254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1" name="Ellipse 23">
            <a:extLst>
              <a:ext uri="{FF2B5EF4-FFF2-40B4-BE49-F238E27FC236}">
                <a16:creationId xmlns:a16="http://schemas.microsoft.com/office/drawing/2014/main" id="{176E54B8-1A60-9AF5-3074-2DE1558645B6}"/>
              </a:ext>
            </a:extLst>
          </p:cNvPr>
          <p:cNvSpPr/>
          <p:nvPr/>
        </p:nvSpPr>
        <p:spPr bwMode="auto">
          <a:xfrm>
            <a:off x="7890858" y="5599270"/>
            <a:ext cx="99932" cy="8170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Tx/>
              <a:buFont typeface="Audi Type" pitchFamily="34" charset="0"/>
              <a:buNone/>
              <a:tabLst/>
            </a:pPr>
            <a:endParaRPr kumimoji="0" lang="de-D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udi Type" pitchFamily="34" charset="0"/>
              <a:ea typeface="Arial" pitchFamily="-110" charset="0"/>
              <a:cs typeface="Arial" pitchFamily="-110" charset="0"/>
            </a:endParaRPr>
          </a:p>
        </p:txBody>
      </p:sp>
      <p:cxnSp>
        <p:nvCxnSpPr>
          <p:cNvPr id="52" name="Gerade Verbindung 24">
            <a:extLst>
              <a:ext uri="{FF2B5EF4-FFF2-40B4-BE49-F238E27FC236}">
                <a16:creationId xmlns:a16="http://schemas.microsoft.com/office/drawing/2014/main" id="{75D30353-BD62-CDB7-C14A-D17EAFD29624}"/>
              </a:ext>
            </a:extLst>
          </p:cNvPr>
          <p:cNvCxnSpPr/>
          <p:nvPr/>
        </p:nvCxnSpPr>
        <p:spPr bwMode="auto">
          <a:xfrm flipV="1">
            <a:off x="7719622" y="5124041"/>
            <a:ext cx="0" cy="807201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3" name="Ellipse 25">
            <a:extLst>
              <a:ext uri="{FF2B5EF4-FFF2-40B4-BE49-F238E27FC236}">
                <a16:creationId xmlns:a16="http://schemas.microsoft.com/office/drawing/2014/main" id="{6D54FD47-C8D9-915D-A083-50AA83B8E33B}"/>
              </a:ext>
            </a:extLst>
          </p:cNvPr>
          <p:cNvSpPr/>
          <p:nvPr/>
        </p:nvSpPr>
        <p:spPr bwMode="auto">
          <a:xfrm>
            <a:off x="7657418" y="5890390"/>
            <a:ext cx="99932" cy="8170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Tx/>
              <a:buFont typeface="Audi Type" pitchFamily="34" charset="0"/>
              <a:buNone/>
              <a:tabLst/>
            </a:pPr>
            <a:endParaRPr kumimoji="0" lang="de-D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udi Type" pitchFamily="34" charset="0"/>
              <a:ea typeface="Arial" pitchFamily="-110" charset="0"/>
              <a:cs typeface="Arial" pitchFamily="-110" charset="0"/>
            </a:endParaRPr>
          </a:p>
        </p:txBody>
      </p:sp>
      <p:sp>
        <p:nvSpPr>
          <p:cNvPr id="54" name="Textfeld 26">
            <a:extLst>
              <a:ext uri="{FF2B5EF4-FFF2-40B4-BE49-F238E27FC236}">
                <a16:creationId xmlns:a16="http://schemas.microsoft.com/office/drawing/2014/main" id="{36AAE4FA-FED9-9CF1-D262-85D1826218C8}"/>
              </a:ext>
            </a:extLst>
          </p:cNvPr>
          <p:cNvSpPr txBox="1"/>
          <p:nvPr/>
        </p:nvSpPr>
        <p:spPr>
          <a:xfrm>
            <a:off x="955474" y="5456996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dirty="0">
                <a:latin typeface="Audi Type" pitchFamily="34" charset="0"/>
              </a:rPr>
              <a:t>VCAN</a:t>
            </a:r>
          </a:p>
        </p:txBody>
      </p:sp>
      <p:sp>
        <p:nvSpPr>
          <p:cNvPr id="55" name="Textfeld 28">
            <a:extLst>
              <a:ext uri="{FF2B5EF4-FFF2-40B4-BE49-F238E27FC236}">
                <a16:creationId xmlns:a16="http://schemas.microsoft.com/office/drawing/2014/main" id="{9BB8FA35-25F2-DAC8-1E25-E788BC5BA291}"/>
              </a:ext>
            </a:extLst>
          </p:cNvPr>
          <p:cNvSpPr txBox="1"/>
          <p:nvPr/>
        </p:nvSpPr>
        <p:spPr>
          <a:xfrm>
            <a:off x="955474" y="5937809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Audi Type" pitchFamily="34" charset="0"/>
              </a:rPr>
              <a:t>PCAN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00DF1F7-7D05-7844-326A-7EB77BBA0739}"/>
              </a:ext>
            </a:extLst>
          </p:cNvPr>
          <p:cNvSpPr/>
          <p:nvPr/>
        </p:nvSpPr>
        <p:spPr>
          <a:xfrm>
            <a:off x="1412674" y="1975671"/>
            <a:ext cx="1600200" cy="33487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ECU</a:t>
            </a:r>
          </a:p>
          <a:p>
            <a:pPr algn="ctr"/>
            <a:endParaRPr lang="en-US" b="1" dirty="0"/>
          </a:p>
          <a:p>
            <a:pPr algn="ctr"/>
            <a:r>
              <a:rPr lang="en-US" b="1" dirty="0"/>
              <a:t>Normal</a:t>
            </a:r>
          </a:p>
          <a:p>
            <a:pPr algn="ctr"/>
            <a:endParaRPr lang="en-US" b="1" dirty="0"/>
          </a:p>
          <a:p>
            <a:pPr algn="ctr"/>
            <a:r>
              <a:rPr lang="en-US" b="1" dirty="0"/>
              <a:t> Mode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A5E9031-216E-7C8A-C31D-18E6431BE378}"/>
              </a:ext>
            </a:extLst>
          </p:cNvPr>
          <p:cNvGrpSpPr/>
          <p:nvPr/>
        </p:nvGrpSpPr>
        <p:grpSpPr>
          <a:xfrm>
            <a:off x="3546274" y="4264808"/>
            <a:ext cx="2756197" cy="1037996"/>
            <a:chOff x="3124200" y="3886200"/>
            <a:chExt cx="2756197" cy="1283732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F2203D4B-EFFA-B46A-7E43-BECBE9751015}"/>
                </a:ext>
              </a:extLst>
            </p:cNvPr>
            <p:cNvGrpSpPr/>
            <p:nvPr/>
          </p:nvGrpSpPr>
          <p:grpSpPr>
            <a:xfrm>
              <a:off x="3200400" y="3886200"/>
              <a:ext cx="2679997" cy="934118"/>
              <a:chOff x="3200400" y="4262558"/>
              <a:chExt cx="2679997" cy="934118"/>
            </a:xfrm>
          </p:grpSpPr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DFE25D5-211E-5CC7-79CC-24E27F30EBF2}"/>
                  </a:ext>
                </a:extLst>
              </p:cNvPr>
              <p:cNvSpPr txBox="1"/>
              <p:nvPr/>
            </p:nvSpPr>
            <p:spPr>
              <a:xfrm>
                <a:off x="3219195" y="4827344"/>
                <a:ext cx="26612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0070C0"/>
                    </a:solidFill>
                  </a:rPr>
                  <a:t>UDP Logging Data </a:t>
                </a:r>
              </a:p>
            </p:txBody>
          </p: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81211874-57B7-834B-0D16-14429E921B76}"/>
                  </a:ext>
                </a:extLst>
              </p:cNvPr>
              <p:cNvCxnSpPr/>
              <p:nvPr/>
            </p:nvCxnSpPr>
            <p:spPr>
              <a:xfrm>
                <a:off x="3200400" y="4262558"/>
                <a:ext cx="2667000" cy="0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45ED8416-2EDA-9C57-DF66-C030C6AB777A}"/>
                  </a:ext>
                </a:extLst>
              </p:cNvPr>
              <p:cNvCxnSpPr/>
              <p:nvPr/>
            </p:nvCxnSpPr>
            <p:spPr>
              <a:xfrm>
                <a:off x="3200400" y="4414958"/>
                <a:ext cx="2667000" cy="0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B809A17F-35C6-3A9F-E874-2F3E6A43AB73}"/>
                  </a:ext>
                </a:extLst>
              </p:cNvPr>
              <p:cNvCxnSpPr/>
              <p:nvPr/>
            </p:nvCxnSpPr>
            <p:spPr>
              <a:xfrm>
                <a:off x="3200400" y="4572000"/>
                <a:ext cx="2667000" cy="0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19BFD768-32BA-EA5A-01A2-1FF9DC3C1441}"/>
                  </a:ext>
                </a:extLst>
              </p:cNvPr>
              <p:cNvCxnSpPr/>
              <p:nvPr/>
            </p:nvCxnSpPr>
            <p:spPr>
              <a:xfrm>
                <a:off x="3200400" y="4724400"/>
                <a:ext cx="2667000" cy="0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91B39D07-AA9F-3A06-F46B-A14A29DC720B}"/>
                </a:ext>
              </a:extLst>
            </p:cNvPr>
            <p:cNvSpPr txBox="1"/>
            <p:nvPr/>
          </p:nvSpPr>
          <p:spPr>
            <a:xfrm>
              <a:off x="3124200" y="4800600"/>
              <a:ext cx="2667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( CDC, Z7A, Z7B, Z4 )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3E6D927-C64E-5E37-F6DB-2FDBED8F5F99}"/>
              </a:ext>
            </a:extLst>
          </p:cNvPr>
          <p:cNvGrpSpPr/>
          <p:nvPr/>
        </p:nvGrpSpPr>
        <p:grpSpPr>
          <a:xfrm>
            <a:off x="3546274" y="2895516"/>
            <a:ext cx="2815284" cy="623546"/>
            <a:chOff x="3124200" y="2192741"/>
            <a:chExt cx="2815284" cy="771165"/>
          </a:xfrm>
        </p:grpSpPr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2AE82FBA-7618-A183-4D8D-74E5B4C89950}"/>
                </a:ext>
              </a:extLst>
            </p:cNvPr>
            <p:cNvCxnSpPr/>
            <p:nvPr/>
          </p:nvCxnSpPr>
          <p:spPr>
            <a:xfrm flipH="1">
              <a:off x="3124200" y="2192741"/>
              <a:ext cx="2743200" cy="0"/>
            </a:xfrm>
            <a:prstGeom prst="straightConnector1">
              <a:avLst/>
            </a:prstGeom>
            <a:ln w="38100">
              <a:solidFill>
                <a:srgbClr val="00B050"/>
              </a:solidFill>
              <a:prstDash val="dash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DA4E05A9-582E-9E6E-C1A1-026F16DA7E7C}"/>
                </a:ext>
              </a:extLst>
            </p:cNvPr>
            <p:cNvSpPr txBox="1"/>
            <p:nvPr/>
          </p:nvSpPr>
          <p:spPr>
            <a:xfrm>
              <a:off x="3259487" y="2379131"/>
              <a:ext cx="2679997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5"/>
                  </a:solidFill>
                </a:rPr>
                <a:t>XCP Request Enter HIL Mode 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95029EFA-38E1-2A29-1138-3E1DBA4AAF9E}"/>
              </a:ext>
            </a:extLst>
          </p:cNvPr>
          <p:cNvGrpSpPr/>
          <p:nvPr/>
        </p:nvGrpSpPr>
        <p:grpSpPr>
          <a:xfrm>
            <a:off x="6591382" y="2030483"/>
            <a:ext cx="2590800" cy="3330212"/>
            <a:chOff x="6187451" y="1524001"/>
            <a:chExt cx="2590800" cy="3330212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9711086A-348F-4DBE-6486-F4206C47359B}"/>
                </a:ext>
              </a:extLst>
            </p:cNvPr>
            <p:cNvGrpSpPr/>
            <p:nvPr/>
          </p:nvGrpSpPr>
          <p:grpSpPr>
            <a:xfrm>
              <a:off x="6187451" y="1524001"/>
              <a:ext cx="2590800" cy="3330212"/>
              <a:chOff x="6187451" y="1524001"/>
              <a:chExt cx="2590800" cy="3330212"/>
            </a:xfrm>
          </p:grpSpPr>
          <p:sp>
            <p:nvSpPr>
              <p:cNvPr id="71" name="Rechteck 6">
                <a:extLst>
                  <a:ext uri="{FF2B5EF4-FFF2-40B4-BE49-F238E27FC236}">
                    <a16:creationId xmlns:a16="http://schemas.microsoft.com/office/drawing/2014/main" id="{A6D84FCA-8B60-D0F7-C649-AD6AF52B4D98}"/>
                  </a:ext>
                </a:extLst>
              </p:cNvPr>
              <p:cNvSpPr/>
              <p:nvPr/>
            </p:nvSpPr>
            <p:spPr bwMode="auto">
              <a:xfrm>
                <a:off x="6426662" y="3494411"/>
                <a:ext cx="1981200" cy="1137997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 cap="flat" cmpd="sng" algn="ctr">
                <a:solidFill>
                  <a:schemeClr val="accent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2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Tx/>
                  <a:buFont typeface="Audi Type" pitchFamily="34" charset="0"/>
                  <a:buNone/>
                  <a:tabLst/>
                </a:pPr>
                <a:endParaRPr kumimoji="0" lang="de-DE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udi Type" pitchFamily="34" charset="0"/>
                  <a:ea typeface="Arial" pitchFamily="-110" charset="0"/>
                  <a:cs typeface="Arial" pitchFamily="-110" charset="0"/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B6FDE9D0-FF2D-4365-BDAF-BEA02235C923}"/>
                  </a:ext>
                </a:extLst>
              </p:cNvPr>
              <p:cNvSpPr/>
              <p:nvPr/>
            </p:nvSpPr>
            <p:spPr>
              <a:xfrm>
                <a:off x="6187451" y="1524001"/>
                <a:ext cx="2590800" cy="333021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4CE2B974-8FA3-D444-379B-C1212F99FE84}"/>
                  </a:ext>
                </a:extLst>
              </p:cNvPr>
              <p:cNvSpPr txBox="1"/>
              <p:nvPr/>
            </p:nvSpPr>
            <p:spPr>
              <a:xfrm>
                <a:off x="7025651" y="1617916"/>
                <a:ext cx="873899" cy="300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PC</a:t>
                </a:r>
              </a:p>
            </p:txBody>
          </p: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2DE46834-910E-C2E9-2431-C959F21D05EE}"/>
                  </a:ext>
                </a:extLst>
              </p:cNvPr>
              <p:cNvGrpSpPr/>
              <p:nvPr/>
            </p:nvGrpSpPr>
            <p:grpSpPr>
              <a:xfrm>
                <a:off x="6371579" y="1975671"/>
                <a:ext cx="2140618" cy="1371911"/>
                <a:chOff x="6397291" y="1633603"/>
                <a:chExt cx="2140618" cy="1371911"/>
              </a:xfrm>
            </p:grpSpPr>
            <p:sp>
              <p:nvSpPr>
                <p:cNvPr id="75" name="Rechteck 6">
                  <a:extLst>
                    <a:ext uri="{FF2B5EF4-FFF2-40B4-BE49-F238E27FC236}">
                      <a16:creationId xmlns:a16="http://schemas.microsoft.com/office/drawing/2014/main" id="{F2D3787F-E602-F741-B167-E36AD86EB494}"/>
                    </a:ext>
                  </a:extLst>
                </p:cNvPr>
                <p:cNvSpPr/>
                <p:nvPr/>
              </p:nvSpPr>
              <p:spPr bwMode="auto">
                <a:xfrm>
                  <a:off x="6397291" y="2511478"/>
                  <a:ext cx="2140618" cy="494036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accent3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Tx/>
                    <a:buFont typeface="Audi Type" pitchFamily="34" charset="0"/>
                    <a:buNone/>
                    <a:tabLst/>
                  </a:pPr>
                  <a:r>
                    <a:rPr kumimoji="0" lang="de-DE" sz="14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udi Type" pitchFamily="34" charset="0"/>
                      <a:ea typeface="Arial" pitchFamily="-110" charset="0"/>
                      <a:cs typeface="Arial" pitchFamily="-110" charset="0"/>
                    </a:rPr>
                    <a:t>Delphi</a:t>
                  </a:r>
                  <a:r>
                    <a:rPr kumimoji="0" lang="de-DE" sz="1400" b="1" i="0" u="none" strike="noStrike" cap="none" normalizeH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udi Type" pitchFamily="34" charset="0"/>
                      <a:ea typeface="Arial" pitchFamily="-110" charset="0"/>
                      <a:cs typeface="Arial" pitchFamily="-110" charset="0"/>
                    </a:rPr>
                    <a:t>   HIL      Filter  </a:t>
                  </a:r>
                  <a:endParaRPr kumimoji="0" lang="de-DE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udi Type" pitchFamily="34" charset="0"/>
                    <a:ea typeface="Arial" pitchFamily="-110" charset="0"/>
                    <a:cs typeface="Arial" pitchFamily="-110" charset="0"/>
                  </a:endParaRPr>
                </a:p>
              </p:txBody>
            </p:sp>
            <p:sp>
              <p:nvSpPr>
                <p:cNvPr id="76" name="Rounded Rectangle 62">
                  <a:extLst>
                    <a:ext uri="{FF2B5EF4-FFF2-40B4-BE49-F238E27FC236}">
                      <a16:creationId xmlns:a16="http://schemas.microsoft.com/office/drawing/2014/main" id="{F18CB0E4-959D-4683-05E0-742F428B536D}"/>
                    </a:ext>
                  </a:extLst>
                </p:cNvPr>
                <p:cNvSpPr/>
                <p:nvPr/>
              </p:nvSpPr>
              <p:spPr>
                <a:xfrm>
                  <a:off x="6477000" y="1633603"/>
                  <a:ext cx="2060909" cy="425159"/>
                </a:xfrm>
                <a:prstGeom prst="round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Simulation Model </a:t>
                  </a:r>
                </a:p>
              </p:txBody>
            </p:sp>
            <p:sp>
              <p:nvSpPr>
                <p:cNvPr id="77" name="Down Arrow 64">
                  <a:extLst>
                    <a:ext uri="{FF2B5EF4-FFF2-40B4-BE49-F238E27FC236}">
                      <a16:creationId xmlns:a16="http://schemas.microsoft.com/office/drawing/2014/main" id="{9B0E2E22-384B-13B5-53AB-4BAE6E8D7FE3}"/>
                    </a:ext>
                  </a:extLst>
                </p:cNvPr>
                <p:cNvSpPr/>
                <p:nvPr/>
              </p:nvSpPr>
              <p:spPr>
                <a:xfrm>
                  <a:off x="7176772" y="2173126"/>
                  <a:ext cx="241552" cy="230156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" name="Up Arrow 65">
                  <a:extLst>
                    <a:ext uri="{FF2B5EF4-FFF2-40B4-BE49-F238E27FC236}">
                      <a16:creationId xmlns:a16="http://schemas.microsoft.com/office/drawing/2014/main" id="{1545CBE1-B58F-82A2-6AAE-69C53567C486}"/>
                    </a:ext>
                  </a:extLst>
                </p:cNvPr>
                <p:cNvSpPr/>
                <p:nvPr/>
              </p:nvSpPr>
              <p:spPr>
                <a:xfrm>
                  <a:off x="7568716" y="2173126"/>
                  <a:ext cx="279884" cy="230156"/>
                </a:xfrm>
                <a:prstGeom prst="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B319203-733F-B1A2-D86D-18CEC219C73C}"/>
                </a:ext>
              </a:extLst>
            </p:cNvPr>
            <p:cNvSpPr txBox="1"/>
            <p:nvPr/>
          </p:nvSpPr>
          <p:spPr>
            <a:xfrm>
              <a:off x="6523200" y="3859914"/>
              <a:ext cx="2091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ORCAS Logging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0082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6A6C8-B121-AFD3-A7F6-31C032CBE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XCP Response to HIL mode</a:t>
            </a:r>
            <a:br>
              <a:rPr lang="en-US" dirty="0"/>
            </a:b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0EFF3F-D26A-18A7-2997-170611A605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2C722-EC78-DE23-BF06-D9F023FE71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0C6F16EE-E683-B4CD-E742-AAD8A0D50165}"/>
              </a:ext>
            </a:extLst>
          </p:cNvPr>
          <p:cNvSpPr txBox="1">
            <a:spLocks/>
          </p:cNvSpPr>
          <p:nvPr/>
        </p:nvSpPr>
        <p:spPr>
          <a:xfrm>
            <a:off x="826340" y="508253"/>
            <a:ext cx="8688308" cy="110966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3E2D93C4-5856-AAA9-6752-46E2FDE9A60B}"/>
              </a:ext>
            </a:extLst>
          </p:cNvPr>
          <p:cNvSpPr txBox="1">
            <a:spLocks/>
          </p:cNvSpPr>
          <p:nvPr/>
        </p:nvSpPr>
        <p:spPr>
          <a:xfrm>
            <a:off x="570348" y="7136799"/>
            <a:ext cx="40393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6539CA2-AC70-05A2-D370-7B5F7D43F1A6}"/>
              </a:ext>
            </a:extLst>
          </p:cNvPr>
          <p:cNvGrpSpPr/>
          <p:nvPr/>
        </p:nvGrpSpPr>
        <p:grpSpPr>
          <a:xfrm>
            <a:off x="1174304" y="1783416"/>
            <a:ext cx="7473185" cy="4584753"/>
            <a:chOff x="533400" y="685800"/>
            <a:chExt cx="7473185" cy="573115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4DCB711-EBAA-A6DF-8411-6CEAC2582AD2}"/>
                </a:ext>
              </a:extLst>
            </p:cNvPr>
            <p:cNvSpPr txBox="1"/>
            <p:nvPr/>
          </p:nvSpPr>
          <p:spPr>
            <a:xfrm>
              <a:off x="3581400" y="68580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  <p:cxnSp>
          <p:nvCxnSpPr>
            <p:cNvPr id="9" name="Gerade Verbindung 7">
              <a:extLst>
                <a:ext uri="{FF2B5EF4-FFF2-40B4-BE49-F238E27FC236}">
                  <a16:creationId xmlns:a16="http://schemas.microsoft.com/office/drawing/2014/main" id="{4CF32EED-A3E4-4C13-B159-AC616684F72E}"/>
                </a:ext>
              </a:extLst>
            </p:cNvPr>
            <p:cNvCxnSpPr/>
            <p:nvPr/>
          </p:nvCxnSpPr>
          <p:spPr bwMode="auto">
            <a:xfrm flipH="1">
              <a:off x="1472716" y="5588333"/>
              <a:ext cx="6533869" cy="49294"/>
            </a:xfrm>
            <a:prstGeom prst="line">
              <a:avLst/>
            </a:prstGeom>
            <a:noFill/>
            <a:ln w="2540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Gerade Verbindung 8">
              <a:extLst>
                <a:ext uri="{FF2B5EF4-FFF2-40B4-BE49-F238E27FC236}">
                  <a16:creationId xmlns:a16="http://schemas.microsoft.com/office/drawing/2014/main" id="{F4877A96-DAB9-58D5-0388-3C74478CBD7C}"/>
                </a:ext>
              </a:extLst>
            </p:cNvPr>
            <p:cNvCxnSpPr/>
            <p:nvPr/>
          </p:nvCxnSpPr>
          <p:spPr bwMode="auto">
            <a:xfrm flipV="1">
              <a:off x="1918968" y="4950075"/>
              <a:ext cx="0" cy="638258"/>
            </a:xfrm>
            <a:prstGeom prst="line">
              <a:avLst/>
            </a:prstGeom>
            <a:noFill/>
            <a:ln w="2540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" name="Ellipse 16">
              <a:extLst>
                <a:ext uri="{FF2B5EF4-FFF2-40B4-BE49-F238E27FC236}">
                  <a16:creationId xmlns:a16="http://schemas.microsoft.com/office/drawing/2014/main" id="{E8DC82D1-F2A8-C156-8FA3-1A0A76E70BFB}"/>
                </a:ext>
              </a:extLst>
            </p:cNvPr>
            <p:cNvSpPr/>
            <p:nvPr/>
          </p:nvSpPr>
          <p:spPr bwMode="auto">
            <a:xfrm>
              <a:off x="1869002" y="5537811"/>
              <a:ext cx="99932" cy="101043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Audi Type" pitchFamily="34" charset="0"/>
                <a:buNone/>
                <a:tabLst/>
              </a:pPr>
              <a:endParaRPr kumimoji="0" 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udi Type" pitchFamily="34" charset="0"/>
                <a:ea typeface="Arial" pitchFamily="-110" charset="0"/>
                <a:cs typeface="Arial" pitchFamily="-110" charset="0"/>
              </a:endParaRPr>
            </a:p>
          </p:txBody>
        </p:sp>
        <p:cxnSp>
          <p:nvCxnSpPr>
            <p:cNvPr id="12" name="Gerade Verbindung 17">
              <a:extLst>
                <a:ext uri="{FF2B5EF4-FFF2-40B4-BE49-F238E27FC236}">
                  <a16:creationId xmlns:a16="http://schemas.microsoft.com/office/drawing/2014/main" id="{0F9AB28A-2A7F-09C7-359B-54C13B27BA3A}"/>
                </a:ext>
              </a:extLst>
            </p:cNvPr>
            <p:cNvCxnSpPr/>
            <p:nvPr/>
          </p:nvCxnSpPr>
          <p:spPr bwMode="auto">
            <a:xfrm flipV="1">
              <a:off x="1685528" y="4950075"/>
              <a:ext cx="0" cy="998298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" name="Gerade Verbindung 19">
              <a:extLst>
                <a:ext uri="{FF2B5EF4-FFF2-40B4-BE49-F238E27FC236}">
                  <a16:creationId xmlns:a16="http://schemas.microsoft.com/office/drawing/2014/main" id="{C959166F-CFA1-63D4-1FB1-4AFBC3E26A26}"/>
                </a:ext>
              </a:extLst>
            </p:cNvPr>
            <p:cNvCxnSpPr/>
            <p:nvPr/>
          </p:nvCxnSpPr>
          <p:spPr bwMode="auto">
            <a:xfrm flipH="1">
              <a:off x="1109464" y="5947145"/>
              <a:ext cx="6840252" cy="1228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" name="Ellipse 20">
              <a:extLst>
                <a:ext uri="{FF2B5EF4-FFF2-40B4-BE49-F238E27FC236}">
                  <a16:creationId xmlns:a16="http://schemas.microsoft.com/office/drawing/2014/main" id="{DD8BC8D6-E207-E6D0-589A-D771A16E1E2A}"/>
                </a:ext>
              </a:extLst>
            </p:cNvPr>
            <p:cNvSpPr/>
            <p:nvPr/>
          </p:nvSpPr>
          <p:spPr bwMode="auto">
            <a:xfrm>
              <a:off x="1635562" y="5897851"/>
              <a:ext cx="99932" cy="101043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Audi Type" pitchFamily="34" charset="0"/>
                <a:buNone/>
                <a:tabLst/>
              </a:pPr>
              <a:endParaRPr kumimoji="0" 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udi Type" pitchFamily="34" charset="0"/>
                <a:ea typeface="Arial" pitchFamily="-110" charset="0"/>
                <a:cs typeface="Arial" pitchFamily="-110" charset="0"/>
              </a:endParaRPr>
            </a:p>
          </p:txBody>
        </p:sp>
        <p:cxnSp>
          <p:nvCxnSpPr>
            <p:cNvPr id="15" name="Gerade Verbindung 22">
              <a:extLst>
                <a:ext uri="{FF2B5EF4-FFF2-40B4-BE49-F238E27FC236}">
                  <a16:creationId xmlns:a16="http://schemas.microsoft.com/office/drawing/2014/main" id="{FB317054-EE9B-D189-337B-6EAFCCC9A1FD}"/>
                </a:ext>
              </a:extLst>
            </p:cNvPr>
            <p:cNvCxnSpPr/>
            <p:nvPr/>
          </p:nvCxnSpPr>
          <p:spPr bwMode="auto">
            <a:xfrm flipV="1">
              <a:off x="7530988" y="4948848"/>
              <a:ext cx="0" cy="638258"/>
            </a:xfrm>
            <a:prstGeom prst="line">
              <a:avLst/>
            </a:prstGeom>
            <a:noFill/>
            <a:ln w="2540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" name="Ellipse 23">
              <a:extLst>
                <a:ext uri="{FF2B5EF4-FFF2-40B4-BE49-F238E27FC236}">
                  <a16:creationId xmlns:a16="http://schemas.microsoft.com/office/drawing/2014/main" id="{97A48EAD-2007-75CE-E1CE-2AAE6533ED2D}"/>
                </a:ext>
              </a:extLst>
            </p:cNvPr>
            <p:cNvSpPr/>
            <p:nvPr/>
          </p:nvSpPr>
          <p:spPr bwMode="auto">
            <a:xfrm>
              <a:off x="7468784" y="5536584"/>
              <a:ext cx="99932" cy="101043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Audi Type" pitchFamily="34" charset="0"/>
                <a:buNone/>
                <a:tabLst/>
              </a:pPr>
              <a:endParaRPr kumimoji="0" 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udi Type" pitchFamily="34" charset="0"/>
                <a:ea typeface="Arial" pitchFamily="-110" charset="0"/>
                <a:cs typeface="Arial" pitchFamily="-110" charset="0"/>
              </a:endParaRPr>
            </a:p>
          </p:txBody>
        </p:sp>
        <p:cxnSp>
          <p:nvCxnSpPr>
            <p:cNvPr id="17" name="Gerade Verbindung 24">
              <a:extLst>
                <a:ext uri="{FF2B5EF4-FFF2-40B4-BE49-F238E27FC236}">
                  <a16:creationId xmlns:a16="http://schemas.microsoft.com/office/drawing/2014/main" id="{C9B341F0-C2CB-CCCA-5DEF-E26F79ACB62B}"/>
                </a:ext>
              </a:extLst>
            </p:cNvPr>
            <p:cNvCxnSpPr/>
            <p:nvPr/>
          </p:nvCxnSpPr>
          <p:spPr bwMode="auto">
            <a:xfrm flipV="1">
              <a:off x="7297548" y="4948848"/>
              <a:ext cx="0" cy="998298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" name="Ellipse 25">
              <a:extLst>
                <a:ext uri="{FF2B5EF4-FFF2-40B4-BE49-F238E27FC236}">
                  <a16:creationId xmlns:a16="http://schemas.microsoft.com/office/drawing/2014/main" id="{9EFEA3A5-DE85-9AA2-95DE-A0283C71D801}"/>
                </a:ext>
              </a:extLst>
            </p:cNvPr>
            <p:cNvSpPr/>
            <p:nvPr/>
          </p:nvSpPr>
          <p:spPr bwMode="auto">
            <a:xfrm>
              <a:off x="7235344" y="5896624"/>
              <a:ext cx="99932" cy="101043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Audi Type" pitchFamily="34" charset="0"/>
                <a:buNone/>
                <a:tabLst/>
              </a:pPr>
              <a:endParaRPr kumimoji="0" 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udi Type" pitchFamily="34" charset="0"/>
                <a:ea typeface="Arial" pitchFamily="-110" charset="0"/>
                <a:cs typeface="Arial" pitchFamily="-110" charset="0"/>
              </a:endParaRPr>
            </a:p>
          </p:txBody>
        </p:sp>
        <p:sp>
          <p:nvSpPr>
            <p:cNvPr id="19" name="Textfeld 26">
              <a:extLst>
                <a:ext uri="{FF2B5EF4-FFF2-40B4-BE49-F238E27FC236}">
                  <a16:creationId xmlns:a16="http://schemas.microsoft.com/office/drawing/2014/main" id="{D4904091-9748-881F-5C14-17E97F6C5992}"/>
                </a:ext>
              </a:extLst>
            </p:cNvPr>
            <p:cNvSpPr txBox="1"/>
            <p:nvPr/>
          </p:nvSpPr>
          <p:spPr>
            <a:xfrm>
              <a:off x="533400" y="5360627"/>
              <a:ext cx="825867" cy="4616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de-DE" dirty="0">
                  <a:latin typeface="Audi Type" pitchFamily="34" charset="0"/>
                </a:rPr>
                <a:t>VCAN</a:t>
              </a:r>
            </a:p>
          </p:txBody>
        </p:sp>
        <p:sp>
          <p:nvSpPr>
            <p:cNvPr id="20" name="Textfeld 28">
              <a:extLst>
                <a:ext uri="{FF2B5EF4-FFF2-40B4-BE49-F238E27FC236}">
                  <a16:creationId xmlns:a16="http://schemas.microsoft.com/office/drawing/2014/main" id="{8D3F999D-EDFD-D603-2487-C318A8744C12}"/>
                </a:ext>
              </a:extLst>
            </p:cNvPr>
            <p:cNvSpPr txBox="1"/>
            <p:nvPr/>
          </p:nvSpPr>
          <p:spPr>
            <a:xfrm>
              <a:off x="533400" y="5955268"/>
              <a:ext cx="825867" cy="4616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latin typeface="Audi Type" pitchFamily="34" charset="0"/>
                </a:rPr>
                <a:t>PCAN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FF1A5CC-55BF-7690-1BE2-344B37EDAC09}"/>
                </a:ext>
              </a:extLst>
            </p:cNvPr>
            <p:cNvSpPr/>
            <p:nvPr/>
          </p:nvSpPr>
          <p:spPr>
            <a:xfrm>
              <a:off x="990600" y="1162070"/>
              <a:ext cx="1600200" cy="403460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ECU</a:t>
              </a:r>
            </a:p>
            <a:p>
              <a:pPr algn="ctr"/>
              <a:endParaRPr lang="en-US" b="1" dirty="0"/>
            </a:p>
            <a:p>
              <a:pPr algn="ctr"/>
              <a:r>
                <a:rPr lang="en-US" b="1" dirty="0"/>
                <a:t>HIL</a:t>
              </a:r>
            </a:p>
            <a:p>
              <a:pPr algn="ctr"/>
              <a:endParaRPr lang="en-US" b="1" dirty="0"/>
            </a:p>
            <a:p>
              <a:pPr algn="ctr"/>
              <a:r>
                <a:rPr lang="en-US" b="1" dirty="0"/>
                <a:t> Mode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72BB9CC7-1D28-61B9-055E-1E1CDD2E08D2}"/>
                </a:ext>
              </a:extLst>
            </p:cNvPr>
            <p:cNvGrpSpPr/>
            <p:nvPr/>
          </p:nvGrpSpPr>
          <p:grpSpPr>
            <a:xfrm>
              <a:off x="3124200" y="3886200"/>
              <a:ext cx="2756197" cy="1283732"/>
              <a:chOff x="3124200" y="3886200"/>
              <a:chExt cx="2756197" cy="1283732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F1AA9930-6C9A-4749-8199-166FD0645FEF}"/>
                  </a:ext>
                </a:extLst>
              </p:cNvPr>
              <p:cNvGrpSpPr/>
              <p:nvPr/>
            </p:nvGrpSpPr>
            <p:grpSpPr>
              <a:xfrm>
                <a:off x="3200400" y="3886200"/>
                <a:ext cx="2679997" cy="934118"/>
                <a:chOff x="3200400" y="4262558"/>
                <a:chExt cx="2679997" cy="934118"/>
              </a:xfrm>
            </p:grpSpPr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F37E149-8763-203C-5924-DDF6185BAEA4}"/>
                    </a:ext>
                  </a:extLst>
                </p:cNvPr>
                <p:cNvSpPr txBox="1"/>
                <p:nvPr/>
              </p:nvSpPr>
              <p:spPr>
                <a:xfrm>
                  <a:off x="3219195" y="4827344"/>
                  <a:ext cx="266120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70C0"/>
                      </a:solidFill>
                    </a:rPr>
                    <a:t>UDP Logging Data </a:t>
                  </a:r>
                </a:p>
              </p:txBody>
            </p:sp>
            <p:cxnSp>
              <p:nvCxnSpPr>
                <p:cNvPr id="29" name="Straight Arrow Connector 28">
                  <a:extLst>
                    <a:ext uri="{FF2B5EF4-FFF2-40B4-BE49-F238E27FC236}">
                      <a16:creationId xmlns:a16="http://schemas.microsoft.com/office/drawing/2014/main" id="{19116224-99C3-4315-F8DD-D8621FE835EC}"/>
                    </a:ext>
                  </a:extLst>
                </p:cNvPr>
                <p:cNvCxnSpPr/>
                <p:nvPr/>
              </p:nvCxnSpPr>
              <p:spPr>
                <a:xfrm>
                  <a:off x="3200400" y="4262558"/>
                  <a:ext cx="2667000" cy="0"/>
                </a:xfrm>
                <a:prstGeom prst="straightConnector1">
                  <a:avLst/>
                </a:prstGeom>
                <a:ln w="28575">
                  <a:solidFill>
                    <a:srgbClr val="0070C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Arrow Connector 29">
                  <a:extLst>
                    <a:ext uri="{FF2B5EF4-FFF2-40B4-BE49-F238E27FC236}">
                      <a16:creationId xmlns:a16="http://schemas.microsoft.com/office/drawing/2014/main" id="{5AD8E1C3-92C6-39F8-C599-FE2B96B8761B}"/>
                    </a:ext>
                  </a:extLst>
                </p:cNvPr>
                <p:cNvCxnSpPr/>
                <p:nvPr/>
              </p:nvCxnSpPr>
              <p:spPr>
                <a:xfrm>
                  <a:off x="3200400" y="4414958"/>
                  <a:ext cx="2667000" cy="0"/>
                </a:xfrm>
                <a:prstGeom prst="straightConnector1">
                  <a:avLst/>
                </a:prstGeom>
                <a:ln w="28575">
                  <a:solidFill>
                    <a:srgbClr val="0070C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4DF77A48-F7E9-4D09-A54D-63358F04E4C2}"/>
                    </a:ext>
                  </a:extLst>
                </p:cNvPr>
                <p:cNvCxnSpPr/>
                <p:nvPr/>
              </p:nvCxnSpPr>
              <p:spPr>
                <a:xfrm>
                  <a:off x="3200400" y="4572000"/>
                  <a:ext cx="2667000" cy="0"/>
                </a:xfrm>
                <a:prstGeom prst="straightConnector1">
                  <a:avLst/>
                </a:prstGeom>
                <a:ln w="28575">
                  <a:solidFill>
                    <a:srgbClr val="0070C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F526C79E-6DD4-13A7-955D-763BB9B3413B}"/>
                    </a:ext>
                  </a:extLst>
                </p:cNvPr>
                <p:cNvCxnSpPr/>
                <p:nvPr/>
              </p:nvCxnSpPr>
              <p:spPr>
                <a:xfrm>
                  <a:off x="3200400" y="4724400"/>
                  <a:ext cx="2667000" cy="0"/>
                </a:xfrm>
                <a:prstGeom prst="straightConnector1">
                  <a:avLst/>
                </a:prstGeom>
                <a:ln w="28575">
                  <a:solidFill>
                    <a:srgbClr val="0070C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6BCDE55-546E-6DC9-792A-A1234DC2671D}"/>
                  </a:ext>
                </a:extLst>
              </p:cNvPr>
              <p:cNvSpPr txBox="1"/>
              <p:nvPr/>
            </p:nvSpPr>
            <p:spPr>
              <a:xfrm>
                <a:off x="3124200" y="4800600"/>
                <a:ext cx="2667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0070C0"/>
                    </a:solidFill>
                  </a:rPr>
                  <a:t>( CDC, Z7A, Z7B, Z4 )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85BA263-9A07-736B-3DB5-CF366E496F58}"/>
                </a:ext>
              </a:extLst>
            </p:cNvPr>
            <p:cNvGrpSpPr/>
            <p:nvPr/>
          </p:nvGrpSpPr>
          <p:grpSpPr>
            <a:xfrm>
              <a:off x="3078329" y="2192740"/>
              <a:ext cx="2732747" cy="729966"/>
              <a:chOff x="3111203" y="2209800"/>
              <a:chExt cx="2732747" cy="729966"/>
            </a:xfrm>
          </p:grpSpPr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EDDA6D54-2C76-1CE7-0C09-E426FFEA1E0B}"/>
                  </a:ext>
                </a:extLst>
              </p:cNvPr>
              <p:cNvCxnSpPr/>
              <p:nvPr/>
            </p:nvCxnSpPr>
            <p:spPr>
              <a:xfrm>
                <a:off x="3111203" y="2209800"/>
                <a:ext cx="2667000" cy="0"/>
              </a:xfrm>
              <a:prstGeom prst="straightConnector1">
                <a:avLst/>
              </a:prstGeom>
              <a:ln w="28575">
                <a:solidFill>
                  <a:srgbClr val="7030A0"/>
                </a:solidFill>
                <a:prstDash val="lg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95391D2-E0AD-E8B5-DA26-608FDBF79288}"/>
                  </a:ext>
                </a:extLst>
              </p:cNvPr>
              <p:cNvSpPr txBox="1"/>
              <p:nvPr/>
            </p:nvSpPr>
            <p:spPr>
              <a:xfrm>
                <a:off x="3163953" y="2354991"/>
                <a:ext cx="2679997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rgbClr val="7030A0"/>
                    </a:solidFill>
                  </a:rPr>
                  <a:t>XCP Response (Positive Acknowledgement) </a:t>
                </a:r>
              </a:p>
            </p:txBody>
          </p:sp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71D0086-5B1D-92F1-6162-4B5DA0D1BA02}"/>
              </a:ext>
            </a:extLst>
          </p:cNvPr>
          <p:cNvGrpSpPr/>
          <p:nvPr/>
        </p:nvGrpSpPr>
        <p:grpSpPr>
          <a:xfrm>
            <a:off x="6828355" y="2164417"/>
            <a:ext cx="2590800" cy="3330212"/>
            <a:chOff x="6187451" y="1524001"/>
            <a:chExt cx="2590800" cy="3330212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5B0DBC8-F326-9BF4-65CE-9598713ADF72}"/>
                </a:ext>
              </a:extLst>
            </p:cNvPr>
            <p:cNvGrpSpPr/>
            <p:nvPr/>
          </p:nvGrpSpPr>
          <p:grpSpPr>
            <a:xfrm>
              <a:off x="6187451" y="1524001"/>
              <a:ext cx="2590800" cy="3330212"/>
              <a:chOff x="6187451" y="1524001"/>
              <a:chExt cx="2590800" cy="3330212"/>
            </a:xfrm>
          </p:grpSpPr>
          <p:sp>
            <p:nvSpPr>
              <p:cNvPr id="36" name="Rechteck 6">
                <a:extLst>
                  <a:ext uri="{FF2B5EF4-FFF2-40B4-BE49-F238E27FC236}">
                    <a16:creationId xmlns:a16="http://schemas.microsoft.com/office/drawing/2014/main" id="{B84652A1-34D7-48E5-B946-8B6DDE6EAB0A}"/>
                  </a:ext>
                </a:extLst>
              </p:cNvPr>
              <p:cNvSpPr/>
              <p:nvPr/>
            </p:nvSpPr>
            <p:spPr bwMode="auto">
              <a:xfrm>
                <a:off x="6426662" y="3494411"/>
                <a:ext cx="1981200" cy="1137997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 cap="flat" cmpd="sng" algn="ctr">
                <a:solidFill>
                  <a:schemeClr val="accent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2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Tx/>
                  <a:buFont typeface="Audi Type" pitchFamily="34" charset="0"/>
                  <a:buNone/>
                  <a:tabLst/>
                </a:pPr>
                <a:endParaRPr kumimoji="0" lang="de-DE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udi Type" pitchFamily="34" charset="0"/>
                  <a:ea typeface="Arial" pitchFamily="-110" charset="0"/>
                  <a:cs typeface="Arial" pitchFamily="-110" charset="0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97D7B0E-BD2A-9590-8F36-82C49C43790C}"/>
                  </a:ext>
                </a:extLst>
              </p:cNvPr>
              <p:cNvSpPr/>
              <p:nvPr/>
            </p:nvSpPr>
            <p:spPr>
              <a:xfrm>
                <a:off x="6187451" y="1524001"/>
                <a:ext cx="2590800" cy="333021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74D72AF-B596-1F51-A08A-B94183F7905C}"/>
                  </a:ext>
                </a:extLst>
              </p:cNvPr>
              <p:cNvSpPr txBox="1"/>
              <p:nvPr/>
            </p:nvSpPr>
            <p:spPr>
              <a:xfrm>
                <a:off x="7025651" y="1617916"/>
                <a:ext cx="873899" cy="300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PC</a:t>
                </a:r>
              </a:p>
            </p:txBody>
          </p: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5A14C9D9-DDE9-EF8C-9124-C3A137FEA9E9}"/>
                  </a:ext>
                </a:extLst>
              </p:cNvPr>
              <p:cNvGrpSpPr/>
              <p:nvPr/>
            </p:nvGrpSpPr>
            <p:grpSpPr>
              <a:xfrm>
                <a:off x="6371579" y="1975671"/>
                <a:ext cx="2140618" cy="1371911"/>
                <a:chOff x="6397291" y="1633603"/>
                <a:chExt cx="2140618" cy="1371911"/>
              </a:xfrm>
            </p:grpSpPr>
            <p:sp>
              <p:nvSpPr>
                <p:cNvPr id="40" name="Rechteck 6">
                  <a:extLst>
                    <a:ext uri="{FF2B5EF4-FFF2-40B4-BE49-F238E27FC236}">
                      <a16:creationId xmlns:a16="http://schemas.microsoft.com/office/drawing/2014/main" id="{55C973C4-555A-C212-19DE-D93813CD193E}"/>
                    </a:ext>
                  </a:extLst>
                </p:cNvPr>
                <p:cNvSpPr/>
                <p:nvPr/>
              </p:nvSpPr>
              <p:spPr bwMode="auto">
                <a:xfrm>
                  <a:off x="6397291" y="2511478"/>
                  <a:ext cx="2140618" cy="494036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accent3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Tx/>
                    <a:buFont typeface="Audi Type" pitchFamily="34" charset="0"/>
                    <a:buNone/>
                    <a:tabLst/>
                  </a:pPr>
                  <a:r>
                    <a:rPr kumimoji="0" lang="de-DE" sz="14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udi Type" pitchFamily="34" charset="0"/>
                      <a:ea typeface="Arial" pitchFamily="-110" charset="0"/>
                      <a:cs typeface="Arial" pitchFamily="-110" charset="0"/>
                    </a:rPr>
                    <a:t>Delphi</a:t>
                  </a:r>
                  <a:r>
                    <a:rPr kumimoji="0" lang="de-DE" sz="1400" b="1" i="0" u="none" strike="noStrike" cap="none" normalizeH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udi Type" pitchFamily="34" charset="0"/>
                      <a:ea typeface="Arial" pitchFamily="-110" charset="0"/>
                      <a:cs typeface="Arial" pitchFamily="-110" charset="0"/>
                    </a:rPr>
                    <a:t>   HIL      Filter  </a:t>
                  </a:r>
                  <a:endParaRPr kumimoji="0" lang="de-DE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udi Type" pitchFamily="34" charset="0"/>
                    <a:ea typeface="Arial" pitchFamily="-110" charset="0"/>
                    <a:cs typeface="Arial" pitchFamily="-110" charset="0"/>
                  </a:endParaRPr>
                </a:p>
              </p:txBody>
            </p:sp>
            <p:sp>
              <p:nvSpPr>
                <p:cNvPr id="41" name="Rounded Rectangle 60">
                  <a:extLst>
                    <a:ext uri="{FF2B5EF4-FFF2-40B4-BE49-F238E27FC236}">
                      <a16:creationId xmlns:a16="http://schemas.microsoft.com/office/drawing/2014/main" id="{38A5E195-BAB3-89C9-AD0E-FCA32FB78722}"/>
                    </a:ext>
                  </a:extLst>
                </p:cNvPr>
                <p:cNvSpPr/>
                <p:nvPr/>
              </p:nvSpPr>
              <p:spPr>
                <a:xfrm>
                  <a:off x="6477000" y="1633603"/>
                  <a:ext cx="2060909" cy="425159"/>
                </a:xfrm>
                <a:prstGeom prst="round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Simulation Model </a:t>
                  </a:r>
                </a:p>
              </p:txBody>
            </p:sp>
            <p:sp>
              <p:nvSpPr>
                <p:cNvPr id="42" name="Down Arrow 61">
                  <a:extLst>
                    <a:ext uri="{FF2B5EF4-FFF2-40B4-BE49-F238E27FC236}">
                      <a16:creationId xmlns:a16="http://schemas.microsoft.com/office/drawing/2014/main" id="{CA716677-B0B9-EDD5-C585-2B23717A0E0A}"/>
                    </a:ext>
                  </a:extLst>
                </p:cNvPr>
                <p:cNvSpPr/>
                <p:nvPr/>
              </p:nvSpPr>
              <p:spPr>
                <a:xfrm>
                  <a:off x="7176772" y="2173126"/>
                  <a:ext cx="241552" cy="230156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" name="Up Arrow 62">
                  <a:extLst>
                    <a:ext uri="{FF2B5EF4-FFF2-40B4-BE49-F238E27FC236}">
                      <a16:creationId xmlns:a16="http://schemas.microsoft.com/office/drawing/2014/main" id="{4E1FEB17-371D-3ABE-4546-1225EA51D8D7}"/>
                    </a:ext>
                  </a:extLst>
                </p:cNvPr>
                <p:cNvSpPr/>
                <p:nvPr/>
              </p:nvSpPr>
              <p:spPr>
                <a:xfrm>
                  <a:off x="7568716" y="2173126"/>
                  <a:ext cx="279884" cy="230156"/>
                </a:xfrm>
                <a:prstGeom prst="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9E37BE6-4A34-0B90-5FAF-47F9EBB8E0B6}"/>
                </a:ext>
              </a:extLst>
            </p:cNvPr>
            <p:cNvSpPr txBox="1"/>
            <p:nvPr/>
          </p:nvSpPr>
          <p:spPr>
            <a:xfrm>
              <a:off x="6523200" y="3859914"/>
              <a:ext cx="2091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ORCAS Logging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84270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B363E-1176-EE66-AFD1-739CE9759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733" y="306590"/>
            <a:ext cx="10969247" cy="923920"/>
          </a:xfrm>
        </p:spPr>
        <p:txBody>
          <a:bodyPr/>
          <a:lstStyle/>
          <a:p>
            <a:r>
              <a:rPr lang="en-US" dirty="0"/>
              <a:t>3. ECU In HIL mode (Request New cycle data)</a:t>
            </a:r>
            <a:br>
              <a:rPr lang="en-US" dirty="0"/>
            </a:b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E2270-7A5D-EAB8-2739-009CEC8CB5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533167" y="6524908"/>
            <a:ext cx="3492500" cy="304801"/>
          </a:xfrm>
        </p:spPr>
        <p:txBody>
          <a:bodyPr/>
          <a:lstStyle/>
          <a:p>
            <a:r>
              <a:rPr lang="en-US" dirty="0"/>
              <a:t>Presentation Title | Date | Aptiv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B4680-44DA-54A4-BA87-A4FCC42354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9185" y="6524908"/>
            <a:ext cx="624550" cy="304802"/>
          </a:xfrm>
        </p:spPr>
        <p:txBody>
          <a:bodyPr/>
          <a:lstStyle/>
          <a:p>
            <a:fld id="{B6D1532F-61F1-B941-ACDF-6BC65E0B405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A223FC73-4DB8-FFF0-B3FC-E161EBD31774}"/>
              </a:ext>
            </a:extLst>
          </p:cNvPr>
          <p:cNvSpPr txBox="1">
            <a:spLocks/>
          </p:cNvSpPr>
          <p:nvPr/>
        </p:nvSpPr>
        <p:spPr>
          <a:xfrm>
            <a:off x="491337" y="68146"/>
            <a:ext cx="8688308" cy="110966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E27E1BBD-12CE-474C-4D4B-2BC163D43595}"/>
              </a:ext>
            </a:extLst>
          </p:cNvPr>
          <p:cNvSpPr txBox="1">
            <a:spLocks/>
          </p:cNvSpPr>
          <p:nvPr/>
        </p:nvSpPr>
        <p:spPr>
          <a:xfrm>
            <a:off x="235345" y="6696692"/>
            <a:ext cx="40393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9DF8041-9254-F98F-1694-1F8A36935275}"/>
              </a:ext>
            </a:extLst>
          </p:cNvPr>
          <p:cNvGrpSpPr/>
          <p:nvPr/>
        </p:nvGrpSpPr>
        <p:grpSpPr>
          <a:xfrm>
            <a:off x="839301" y="1343309"/>
            <a:ext cx="7473185" cy="4637210"/>
            <a:chOff x="533400" y="685800"/>
            <a:chExt cx="7473185" cy="572547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3221E32-D39D-F373-7542-F65A6B1E1E19}"/>
                </a:ext>
              </a:extLst>
            </p:cNvPr>
            <p:cNvSpPr txBox="1"/>
            <p:nvPr/>
          </p:nvSpPr>
          <p:spPr>
            <a:xfrm>
              <a:off x="3581400" y="68580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  <p:cxnSp>
          <p:nvCxnSpPr>
            <p:cNvPr id="9" name="Gerade Verbindung 7">
              <a:extLst>
                <a:ext uri="{FF2B5EF4-FFF2-40B4-BE49-F238E27FC236}">
                  <a16:creationId xmlns:a16="http://schemas.microsoft.com/office/drawing/2014/main" id="{D0F0ED3F-AD28-91FE-D428-710AD973E2D9}"/>
                </a:ext>
              </a:extLst>
            </p:cNvPr>
            <p:cNvCxnSpPr/>
            <p:nvPr/>
          </p:nvCxnSpPr>
          <p:spPr bwMode="auto">
            <a:xfrm flipH="1">
              <a:off x="1472716" y="5588333"/>
              <a:ext cx="6533869" cy="49294"/>
            </a:xfrm>
            <a:prstGeom prst="line">
              <a:avLst/>
            </a:prstGeom>
            <a:noFill/>
            <a:ln w="2540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Gerade Verbindung 8">
              <a:extLst>
                <a:ext uri="{FF2B5EF4-FFF2-40B4-BE49-F238E27FC236}">
                  <a16:creationId xmlns:a16="http://schemas.microsoft.com/office/drawing/2014/main" id="{E7FEBAAD-62CF-C599-FF66-BA69C5FD7F0D}"/>
                </a:ext>
              </a:extLst>
            </p:cNvPr>
            <p:cNvCxnSpPr/>
            <p:nvPr/>
          </p:nvCxnSpPr>
          <p:spPr bwMode="auto">
            <a:xfrm flipV="1">
              <a:off x="1918968" y="4950075"/>
              <a:ext cx="0" cy="638258"/>
            </a:xfrm>
            <a:prstGeom prst="line">
              <a:avLst/>
            </a:prstGeom>
            <a:noFill/>
            <a:ln w="2540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" name="Ellipse 16">
              <a:extLst>
                <a:ext uri="{FF2B5EF4-FFF2-40B4-BE49-F238E27FC236}">
                  <a16:creationId xmlns:a16="http://schemas.microsoft.com/office/drawing/2014/main" id="{80A3C178-4C8B-86C2-2585-D6613AE0FCAB}"/>
                </a:ext>
              </a:extLst>
            </p:cNvPr>
            <p:cNvSpPr/>
            <p:nvPr/>
          </p:nvSpPr>
          <p:spPr bwMode="auto">
            <a:xfrm>
              <a:off x="1869002" y="5537811"/>
              <a:ext cx="99932" cy="101043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Audi Type" pitchFamily="34" charset="0"/>
                <a:buNone/>
                <a:tabLst/>
              </a:pPr>
              <a:endParaRPr kumimoji="0" 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udi Type" pitchFamily="34" charset="0"/>
                <a:ea typeface="Arial" pitchFamily="-110" charset="0"/>
                <a:cs typeface="Arial" pitchFamily="-110" charset="0"/>
              </a:endParaRPr>
            </a:p>
          </p:txBody>
        </p:sp>
        <p:cxnSp>
          <p:nvCxnSpPr>
            <p:cNvPr id="12" name="Gerade Verbindung 17">
              <a:extLst>
                <a:ext uri="{FF2B5EF4-FFF2-40B4-BE49-F238E27FC236}">
                  <a16:creationId xmlns:a16="http://schemas.microsoft.com/office/drawing/2014/main" id="{CD7F3B2E-F4ED-39E0-1B47-9D03CAF9E145}"/>
                </a:ext>
              </a:extLst>
            </p:cNvPr>
            <p:cNvCxnSpPr/>
            <p:nvPr/>
          </p:nvCxnSpPr>
          <p:spPr bwMode="auto">
            <a:xfrm flipV="1">
              <a:off x="1685528" y="4950075"/>
              <a:ext cx="0" cy="998298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" name="Gerade Verbindung 19">
              <a:extLst>
                <a:ext uri="{FF2B5EF4-FFF2-40B4-BE49-F238E27FC236}">
                  <a16:creationId xmlns:a16="http://schemas.microsoft.com/office/drawing/2014/main" id="{00930F49-2C79-F950-9B66-6AEDDAB65EE5}"/>
                </a:ext>
              </a:extLst>
            </p:cNvPr>
            <p:cNvCxnSpPr/>
            <p:nvPr/>
          </p:nvCxnSpPr>
          <p:spPr bwMode="auto">
            <a:xfrm flipH="1">
              <a:off x="1109464" y="5947145"/>
              <a:ext cx="6840252" cy="1228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" name="Ellipse 20">
              <a:extLst>
                <a:ext uri="{FF2B5EF4-FFF2-40B4-BE49-F238E27FC236}">
                  <a16:creationId xmlns:a16="http://schemas.microsoft.com/office/drawing/2014/main" id="{9AC3694A-194E-A1BF-8407-5A148BA19E1C}"/>
                </a:ext>
              </a:extLst>
            </p:cNvPr>
            <p:cNvSpPr/>
            <p:nvPr/>
          </p:nvSpPr>
          <p:spPr bwMode="auto">
            <a:xfrm>
              <a:off x="1635562" y="5897851"/>
              <a:ext cx="99932" cy="101043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Audi Type" pitchFamily="34" charset="0"/>
                <a:buNone/>
                <a:tabLst/>
              </a:pPr>
              <a:endParaRPr kumimoji="0" 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udi Type" pitchFamily="34" charset="0"/>
                <a:ea typeface="Arial" pitchFamily="-110" charset="0"/>
                <a:cs typeface="Arial" pitchFamily="-110" charset="0"/>
              </a:endParaRPr>
            </a:p>
          </p:txBody>
        </p:sp>
        <p:cxnSp>
          <p:nvCxnSpPr>
            <p:cNvPr id="15" name="Gerade Verbindung 22">
              <a:extLst>
                <a:ext uri="{FF2B5EF4-FFF2-40B4-BE49-F238E27FC236}">
                  <a16:creationId xmlns:a16="http://schemas.microsoft.com/office/drawing/2014/main" id="{9312C009-DC67-9250-FBAE-97D520A51ABE}"/>
                </a:ext>
              </a:extLst>
            </p:cNvPr>
            <p:cNvCxnSpPr/>
            <p:nvPr/>
          </p:nvCxnSpPr>
          <p:spPr bwMode="auto">
            <a:xfrm flipV="1">
              <a:off x="7530988" y="4948848"/>
              <a:ext cx="0" cy="638258"/>
            </a:xfrm>
            <a:prstGeom prst="line">
              <a:avLst/>
            </a:prstGeom>
            <a:noFill/>
            <a:ln w="2540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" name="Ellipse 23">
              <a:extLst>
                <a:ext uri="{FF2B5EF4-FFF2-40B4-BE49-F238E27FC236}">
                  <a16:creationId xmlns:a16="http://schemas.microsoft.com/office/drawing/2014/main" id="{5AC38127-975B-9F10-8109-78A80B314145}"/>
                </a:ext>
              </a:extLst>
            </p:cNvPr>
            <p:cNvSpPr/>
            <p:nvPr/>
          </p:nvSpPr>
          <p:spPr bwMode="auto">
            <a:xfrm>
              <a:off x="7468784" y="5536584"/>
              <a:ext cx="99932" cy="101043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Audi Type" pitchFamily="34" charset="0"/>
                <a:buNone/>
                <a:tabLst/>
              </a:pPr>
              <a:endParaRPr kumimoji="0" 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udi Type" pitchFamily="34" charset="0"/>
                <a:ea typeface="Arial" pitchFamily="-110" charset="0"/>
                <a:cs typeface="Arial" pitchFamily="-110" charset="0"/>
              </a:endParaRPr>
            </a:p>
          </p:txBody>
        </p:sp>
        <p:cxnSp>
          <p:nvCxnSpPr>
            <p:cNvPr id="17" name="Gerade Verbindung 24">
              <a:extLst>
                <a:ext uri="{FF2B5EF4-FFF2-40B4-BE49-F238E27FC236}">
                  <a16:creationId xmlns:a16="http://schemas.microsoft.com/office/drawing/2014/main" id="{5D735B7D-0D4D-A097-FF4C-9590A56A184F}"/>
                </a:ext>
              </a:extLst>
            </p:cNvPr>
            <p:cNvCxnSpPr/>
            <p:nvPr/>
          </p:nvCxnSpPr>
          <p:spPr bwMode="auto">
            <a:xfrm flipV="1">
              <a:off x="7297548" y="4948848"/>
              <a:ext cx="0" cy="998298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" name="Ellipse 25">
              <a:extLst>
                <a:ext uri="{FF2B5EF4-FFF2-40B4-BE49-F238E27FC236}">
                  <a16:creationId xmlns:a16="http://schemas.microsoft.com/office/drawing/2014/main" id="{742D7AAD-A7DD-FDF8-B228-806E8B874C36}"/>
                </a:ext>
              </a:extLst>
            </p:cNvPr>
            <p:cNvSpPr/>
            <p:nvPr/>
          </p:nvSpPr>
          <p:spPr bwMode="auto">
            <a:xfrm>
              <a:off x="7235344" y="5896624"/>
              <a:ext cx="99932" cy="101043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Audi Type" pitchFamily="34" charset="0"/>
                <a:buNone/>
                <a:tabLst/>
              </a:pPr>
              <a:endParaRPr kumimoji="0" 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udi Type" pitchFamily="34" charset="0"/>
                <a:ea typeface="Arial" pitchFamily="-110" charset="0"/>
                <a:cs typeface="Arial" pitchFamily="-110" charset="0"/>
              </a:endParaRPr>
            </a:p>
          </p:txBody>
        </p:sp>
        <p:sp>
          <p:nvSpPr>
            <p:cNvPr id="19" name="Textfeld 26">
              <a:extLst>
                <a:ext uri="{FF2B5EF4-FFF2-40B4-BE49-F238E27FC236}">
                  <a16:creationId xmlns:a16="http://schemas.microsoft.com/office/drawing/2014/main" id="{12A39789-1D3D-78F8-6A4C-F63B545DDE39}"/>
                </a:ext>
              </a:extLst>
            </p:cNvPr>
            <p:cNvSpPr txBox="1"/>
            <p:nvPr/>
          </p:nvSpPr>
          <p:spPr>
            <a:xfrm>
              <a:off x="533400" y="5360628"/>
              <a:ext cx="825867" cy="4560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de-DE" dirty="0">
                  <a:latin typeface="Audi Type" pitchFamily="34" charset="0"/>
                </a:rPr>
                <a:t>VCAN</a:t>
              </a:r>
            </a:p>
          </p:txBody>
        </p:sp>
        <p:sp>
          <p:nvSpPr>
            <p:cNvPr id="20" name="Textfeld 28">
              <a:extLst>
                <a:ext uri="{FF2B5EF4-FFF2-40B4-BE49-F238E27FC236}">
                  <a16:creationId xmlns:a16="http://schemas.microsoft.com/office/drawing/2014/main" id="{3C9C8EA5-E3B2-AF91-33F2-1F7A79C4EEFE}"/>
                </a:ext>
              </a:extLst>
            </p:cNvPr>
            <p:cNvSpPr txBox="1"/>
            <p:nvPr/>
          </p:nvSpPr>
          <p:spPr>
            <a:xfrm>
              <a:off x="533400" y="5955267"/>
              <a:ext cx="825867" cy="4560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latin typeface="Audi Type" pitchFamily="34" charset="0"/>
                </a:rPr>
                <a:t>PCAN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0B85BDF-5A87-BAF9-BD79-067743362173}"/>
                </a:ext>
              </a:extLst>
            </p:cNvPr>
            <p:cNvSpPr/>
            <p:nvPr/>
          </p:nvSpPr>
          <p:spPr>
            <a:xfrm>
              <a:off x="990600" y="1156215"/>
              <a:ext cx="1600200" cy="404046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ECU</a:t>
              </a:r>
            </a:p>
            <a:p>
              <a:pPr algn="ctr"/>
              <a:endParaRPr lang="en-US" b="1" dirty="0"/>
            </a:p>
            <a:p>
              <a:pPr algn="ctr"/>
              <a:r>
                <a:rPr lang="en-US" b="1" dirty="0"/>
                <a:t>HIL</a:t>
              </a:r>
            </a:p>
            <a:p>
              <a:pPr algn="ctr"/>
              <a:endParaRPr lang="en-US" b="1" dirty="0"/>
            </a:p>
            <a:p>
              <a:pPr algn="ctr"/>
              <a:r>
                <a:rPr lang="en-US" b="1" dirty="0"/>
                <a:t> Mode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638F6DB-B8E4-7952-8DA9-532A7894C5BE}"/>
                </a:ext>
              </a:extLst>
            </p:cNvPr>
            <p:cNvGrpSpPr/>
            <p:nvPr/>
          </p:nvGrpSpPr>
          <p:grpSpPr>
            <a:xfrm>
              <a:off x="3078329" y="2192740"/>
              <a:ext cx="2732747" cy="1171207"/>
              <a:chOff x="3111203" y="2209800"/>
              <a:chExt cx="2732747" cy="1171207"/>
            </a:xfrm>
          </p:grpSpPr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C0B0547A-4534-247D-973E-4DE306C3428C}"/>
                  </a:ext>
                </a:extLst>
              </p:cNvPr>
              <p:cNvCxnSpPr/>
              <p:nvPr/>
            </p:nvCxnSpPr>
            <p:spPr>
              <a:xfrm>
                <a:off x="3111203" y="2209800"/>
                <a:ext cx="2667000" cy="0"/>
              </a:xfrm>
              <a:prstGeom prst="straightConnector1">
                <a:avLst/>
              </a:prstGeom>
              <a:ln w="28575">
                <a:solidFill>
                  <a:srgbClr val="7030A0"/>
                </a:solidFill>
                <a:prstDash val="lg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53D8215-8501-2CBC-399B-FFD20F4AEA11}"/>
                  </a:ext>
                </a:extLst>
              </p:cNvPr>
              <p:cNvSpPr txBox="1"/>
              <p:nvPr/>
            </p:nvSpPr>
            <p:spPr>
              <a:xfrm>
                <a:off x="3163953" y="2354991"/>
                <a:ext cx="2679997" cy="1026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rgbClr val="7030A0"/>
                    </a:solidFill>
                  </a:rPr>
                  <a:t>XCP Request  for New Cycle HIL Data Based on PCAN 50ms trigger.</a:t>
                </a:r>
              </a:p>
            </p:txBody>
          </p: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8DC4698-A76B-512A-EE76-2BBD7DBEA99E}"/>
              </a:ext>
            </a:extLst>
          </p:cNvPr>
          <p:cNvGrpSpPr/>
          <p:nvPr/>
        </p:nvGrpSpPr>
        <p:grpSpPr>
          <a:xfrm>
            <a:off x="6493352" y="1724310"/>
            <a:ext cx="2590800" cy="3330212"/>
            <a:chOff x="6187451" y="1524001"/>
            <a:chExt cx="2590800" cy="333021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2C01073-CD8B-84C0-521A-E4DEC2C43788}"/>
                </a:ext>
              </a:extLst>
            </p:cNvPr>
            <p:cNvGrpSpPr/>
            <p:nvPr/>
          </p:nvGrpSpPr>
          <p:grpSpPr>
            <a:xfrm>
              <a:off x="6187451" y="1524001"/>
              <a:ext cx="2590800" cy="3330212"/>
              <a:chOff x="6187451" y="1524001"/>
              <a:chExt cx="2590800" cy="3330212"/>
            </a:xfrm>
          </p:grpSpPr>
          <p:sp>
            <p:nvSpPr>
              <p:cNvPr id="28" name="Rechteck 6">
                <a:extLst>
                  <a:ext uri="{FF2B5EF4-FFF2-40B4-BE49-F238E27FC236}">
                    <a16:creationId xmlns:a16="http://schemas.microsoft.com/office/drawing/2014/main" id="{12EA4077-E2EB-D939-3B82-7B5F83A9E8CD}"/>
                  </a:ext>
                </a:extLst>
              </p:cNvPr>
              <p:cNvSpPr/>
              <p:nvPr/>
            </p:nvSpPr>
            <p:spPr bwMode="auto">
              <a:xfrm>
                <a:off x="6426662" y="3494411"/>
                <a:ext cx="1981200" cy="1137997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 cap="flat" cmpd="sng" algn="ctr">
                <a:solidFill>
                  <a:schemeClr val="accent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2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Tx/>
                  <a:buFont typeface="Audi Type" pitchFamily="34" charset="0"/>
                  <a:buNone/>
                  <a:tabLst/>
                </a:pPr>
                <a:endParaRPr kumimoji="0" lang="de-DE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udi Type" pitchFamily="34" charset="0"/>
                  <a:ea typeface="Arial" pitchFamily="-110" charset="0"/>
                  <a:cs typeface="Arial" pitchFamily="-110" charset="0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3CFC023-4594-F49F-3858-0E5BE2CE6EF3}"/>
                  </a:ext>
                </a:extLst>
              </p:cNvPr>
              <p:cNvSpPr/>
              <p:nvPr/>
            </p:nvSpPr>
            <p:spPr>
              <a:xfrm>
                <a:off x="6187451" y="1524001"/>
                <a:ext cx="2590800" cy="333021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7E83E9D-49A0-D945-6183-DF773415ACDC}"/>
                  </a:ext>
                </a:extLst>
              </p:cNvPr>
              <p:cNvSpPr txBox="1"/>
              <p:nvPr/>
            </p:nvSpPr>
            <p:spPr>
              <a:xfrm>
                <a:off x="7025651" y="1617916"/>
                <a:ext cx="873899" cy="300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PC</a:t>
                </a:r>
              </a:p>
            </p:txBody>
          </p: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BBCA06AE-911D-E26E-26D1-4DABD41FECF3}"/>
                  </a:ext>
                </a:extLst>
              </p:cNvPr>
              <p:cNvGrpSpPr/>
              <p:nvPr/>
            </p:nvGrpSpPr>
            <p:grpSpPr>
              <a:xfrm>
                <a:off x="6371579" y="1975671"/>
                <a:ext cx="2140618" cy="1371911"/>
                <a:chOff x="6397291" y="1633603"/>
                <a:chExt cx="2140618" cy="1371911"/>
              </a:xfrm>
            </p:grpSpPr>
            <p:sp>
              <p:nvSpPr>
                <p:cNvPr id="32" name="Rechteck 6">
                  <a:extLst>
                    <a:ext uri="{FF2B5EF4-FFF2-40B4-BE49-F238E27FC236}">
                      <a16:creationId xmlns:a16="http://schemas.microsoft.com/office/drawing/2014/main" id="{84E8A4F6-7107-32A4-5CAB-F42D7686CD9F}"/>
                    </a:ext>
                  </a:extLst>
                </p:cNvPr>
                <p:cNvSpPr/>
                <p:nvPr/>
              </p:nvSpPr>
              <p:spPr bwMode="auto">
                <a:xfrm>
                  <a:off x="6397291" y="2511478"/>
                  <a:ext cx="2140618" cy="494036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accent3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Tx/>
                    <a:buFont typeface="Audi Type" pitchFamily="34" charset="0"/>
                    <a:buNone/>
                    <a:tabLst/>
                  </a:pPr>
                  <a:r>
                    <a:rPr kumimoji="0" lang="de-DE" sz="14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udi Type" pitchFamily="34" charset="0"/>
                      <a:ea typeface="Arial" pitchFamily="-110" charset="0"/>
                      <a:cs typeface="Arial" pitchFamily="-110" charset="0"/>
                    </a:rPr>
                    <a:t>Delphi</a:t>
                  </a:r>
                  <a:r>
                    <a:rPr kumimoji="0" lang="de-DE" sz="1400" b="1" i="0" u="none" strike="noStrike" cap="none" normalizeH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udi Type" pitchFamily="34" charset="0"/>
                      <a:ea typeface="Arial" pitchFamily="-110" charset="0"/>
                      <a:cs typeface="Arial" pitchFamily="-110" charset="0"/>
                    </a:rPr>
                    <a:t>   HIL      Filter  </a:t>
                  </a:r>
                  <a:endParaRPr kumimoji="0" lang="de-DE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udi Type" pitchFamily="34" charset="0"/>
                    <a:ea typeface="Arial" pitchFamily="-110" charset="0"/>
                    <a:cs typeface="Arial" pitchFamily="-110" charset="0"/>
                  </a:endParaRPr>
                </a:p>
              </p:txBody>
            </p:sp>
            <p:sp>
              <p:nvSpPr>
                <p:cNvPr id="33" name="Rounded Rectangle 49">
                  <a:extLst>
                    <a:ext uri="{FF2B5EF4-FFF2-40B4-BE49-F238E27FC236}">
                      <a16:creationId xmlns:a16="http://schemas.microsoft.com/office/drawing/2014/main" id="{671A6828-6519-121F-0E6D-273994C3AA26}"/>
                    </a:ext>
                  </a:extLst>
                </p:cNvPr>
                <p:cNvSpPr/>
                <p:nvPr/>
              </p:nvSpPr>
              <p:spPr>
                <a:xfrm>
                  <a:off x="6477000" y="1633603"/>
                  <a:ext cx="2060909" cy="425159"/>
                </a:xfrm>
                <a:prstGeom prst="round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Simulation Model </a:t>
                  </a:r>
                </a:p>
              </p:txBody>
            </p:sp>
            <p:sp>
              <p:nvSpPr>
                <p:cNvPr id="34" name="Down Arrow 50">
                  <a:extLst>
                    <a:ext uri="{FF2B5EF4-FFF2-40B4-BE49-F238E27FC236}">
                      <a16:creationId xmlns:a16="http://schemas.microsoft.com/office/drawing/2014/main" id="{0E6945E9-1234-15EF-8B08-4F99DA86386F}"/>
                    </a:ext>
                  </a:extLst>
                </p:cNvPr>
                <p:cNvSpPr/>
                <p:nvPr/>
              </p:nvSpPr>
              <p:spPr>
                <a:xfrm>
                  <a:off x="7176772" y="2173126"/>
                  <a:ext cx="241552" cy="230156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" name="Up Arrow 51">
                  <a:extLst>
                    <a:ext uri="{FF2B5EF4-FFF2-40B4-BE49-F238E27FC236}">
                      <a16:creationId xmlns:a16="http://schemas.microsoft.com/office/drawing/2014/main" id="{D2BAAA77-52CC-5B57-8167-6A7084307E99}"/>
                    </a:ext>
                  </a:extLst>
                </p:cNvPr>
                <p:cNvSpPr/>
                <p:nvPr/>
              </p:nvSpPr>
              <p:spPr>
                <a:xfrm>
                  <a:off x="7568716" y="2173126"/>
                  <a:ext cx="279884" cy="230156"/>
                </a:xfrm>
                <a:prstGeom prst="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DDAE68A-C400-B7E6-0FD5-DE349ECEF658}"/>
                </a:ext>
              </a:extLst>
            </p:cNvPr>
            <p:cNvSpPr txBox="1"/>
            <p:nvPr/>
          </p:nvSpPr>
          <p:spPr>
            <a:xfrm>
              <a:off x="6523200" y="3859914"/>
              <a:ext cx="2091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ORCAS Logging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112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537D9-2900-EEE7-3741-513724C5B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827" y="571505"/>
            <a:ext cx="10969247" cy="923920"/>
          </a:xfrm>
        </p:spPr>
        <p:txBody>
          <a:bodyPr/>
          <a:lstStyle/>
          <a:p>
            <a:r>
              <a:rPr lang="en-US" dirty="0"/>
              <a:t>4. ECU In HIL mode (Acknowledge New data)</a:t>
            </a:r>
            <a:br>
              <a:rPr lang="en-US" dirty="0"/>
            </a:b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FE6465-91F4-3B6C-35C8-B5A4DDDD1D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320494" y="6515103"/>
            <a:ext cx="3492500" cy="304801"/>
          </a:xfrm>
        </p:spPr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1A850D-C83D-1C27-485B-F1AEBFAB16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6512" y="6515103"/>
            <a:ext cx="624550" cy="304802"/>
          </a:xfrm>
        </p:spPr>
        <p:txBody>
          <a:bodyPr/>
          <a:lstStyle/>
          <a:p>
            <a:fld id="{B6D1532F-61F1-B941-ACDF-6BC65E0B405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F53CA8EE-77BA-8024-5504-53749AD83B05}"/>
              </a:ext>
            </a:extLst>
          </p:cNvPr>
          <p:cNvSpPr txBox="1">
            <a:spLocks/>
          </p:cNvSpPr>
          <p:nvPr/>
        </p:nvSpPr>
        <p:spPr>
          <a:xfrm>
            <a:off x="278664" y="58341"/>
            <a:ext cx="8688308" cy="110966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8A6D13DF-77B4-88C8-5504-1018B3CAF092}"/>
              </a:ext>
            </a:extLst>
          </p:cNvPr>
          <p:cNvSpPr txBox="1">
            <a:spLocks/>
          </p:cNvSpPr>
          <p:nvPr/>
        </p:nvSpPr>
        <p:spPr>
          <a:xfrm>
            <a:off x="22672" y="6686887"/>
            <a:ext cx="40393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8E969DE-5E2E-8FA2-6F25-98CDE53F70EE}"/>
              </a:ext>
            </a:extLst>
          </p:cNvPr>
          <p:cNvGrpSpPr/>
          <p:nvPr/>
        </p:nvGrpSpPr>
        <p:grpSpPr>
          <a:xfrm>
            <a:off x="550428" y="1333504"/>
            <a:ext cx="7473185" cy="4651384"/>
            <a:chOff x="533400" y="685800"/>
            <a:chExt cx="7473185" cy="572396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615500F-C933-34CD-0510-1D2EC1D0B202}"/>
                </a:ext>
              </a:extLst>
            </p:cNvPr>
            <p:cNvSpPr txBox="1"/>
            <p:nvPr/>
          </p:nvSpPr>
          <p:spPr>
            <a:xfrm>
              <a:off x="3581400" y="68580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  <p:cxnSp>
          <p:nvCxnSpPr>
            <p:cNvPr id="9" name="Gerade Verbindung 7">
              <a:extLst>
                <a:ext uri="{FF2B5EF4-FFF2-40B4-BE49-F238E27FC236}">
                  <a16:creationId xmlns:a16="http://schemas.microsoft.com/office/drawing/2014/main" id="{CF23325F-08EB-B281-0EFB-422D04152ECC}"/>
                </a:ext>
              </a:extLst>
            </p:cNvPr>
            <p:cNvCxnSpPr/>
            <p:nvPr/>
          </p:nvCxnSpPr>
          <p:spPr bwMode="auto">
            <a:xfrm flipH="1">
              <a:off x="1472716" y="5588333"/>
              <a:ext cx="6533869" cy="49294"/>
            </a:xfrm>
            <a:prstGeom prst="line">
              <a:avLst/>
            </a:prstGeom>
            <a:noFill/>
            <a:ln w="2540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Gerade Verbindung 8">
              <a:extLst>
                <a:ext uri="{FF2B5EF4-FFF2-40B4-BE49-F238E27FC236}">
                  <a16:creationId xmlns:a16="http://schemas.microsoft.com/office/drawing/2014/main" id="{BAF505CA-AA0B-4B1D-225E-F2530C6F512F}"/>
                </a:ext>
              </a:extLst>
            </p:cNvPr>
            <p:cNvCxnSpPr/>
            <p:nvPr/>
          </p:nvCxnSpPr>
          <p:spPr bwMode="auto">
            <a:xfrm flipV="1">
              <a:off x="1918968" y="4950075"/>
              <a:ext cx="0" cy="638258"/>
            </a:xfrm>
            <a:prstGeom prst="line">
              <a:avLst/>
            </a:prstGeom>
            <a:noFill/>
            <a:ln w="2540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" name="Ellipse 16">
              <a:extLst>
                <a:ext uri="{FF2B5EF4-FFF2-40B4-BE49-F238E27FC236}">
                  <a16:creationId xmlns:a16="http://schemas.microsoft.com/office/drawing/2014/main" id="{E9DB0168-D294-73B4-548E-BE0D89B61E52}"/>
                </a:ext>
              </a:extLst>
            </p:cNvPr>
            <p:cNvSpPr/>
            <p:nvPr/>
          </p:nvSpPr>
          <p:spPr bwMode="auto">
            <a:xfrm>
              <a:off x="1869002" y="5537811"/>
              <a:ext cx="99932" cy="101043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Audi Type" pitchFamily="34" charset="0"/>
                <a:buNone/>
                <a:tabLst/>
              </a:pPr>
              <a:endParaRPr kumimoji="0" 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udi Type" pitchFamily="34" charset="0"/>
                <a:ea typeface="Arial" pitchFamily="-110" charset="0"/>
                <a:cs typeface="Arial" pitchFamily="-110" charset="0"/>
              </a:endParaRPr>
            </a:p>
          </p:txBody>
        </p:sp>
        <p:cxnSp>
          <p:nvCxnSpPr>
            <p:cNvPr id="12" name="Gerade Verbindung 17">
              <a:extLst>
                <a:ext uri="{FF2B5EF4-FFF2-40B4-BE49-F238E27FC236}">
                  <a16:creationId xmlns:a16="http://schemas.microsoft.com/office/drawing/2014/main" id="{1CEF995B-9D49-0CFB-8330-6A0B587A26EA}"/>
                </a:ext>
              </a:extLst>
            </p:cNvPr>
            <p:cNvCxnSpPr/>
            <p:nvPr/>
          </p:nvCxnSpPr>
          <p:spPr bwMode="auto">
            <a:xfrm flipV="1">
              <a:off x="1685528" y="4950075"/>
              <a:ext cx="0" cy="998298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" name="Gerade Verbindung 19">
              <a:extLst>
                <a:ext uri="{FF2B5EF4-FFF2-40B4-BE49-F238E27FC236}">
                  <a16:creationId xmlns:a16="http://schemas.microsoft.com/office/drawing/2014/main" id="{DC6999A4-60F4-80E0-942B-74FD21DDA1E4}"/>
                </a:ext>
              </a:extLst>
            </p:cNvPr>
            <p:cNvCxnSpPr/>
            <p:nvPr/>
          </p:nvCxnSpPr>
          <p:spPr bwMode="auto">
            <a:xfrm flipH="1">
              <a:off x="1109464" y="5947145"/>
              <a:ext cx="6840252" cy="1228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" name="Ellipse 20">
              <a:extLst>
                <a:ext uri="{FF2B5EF4-FFF2-40B4-BE49-F238E27FC236}">
                  <a16:creationId xmlns:a16="http://schemas.microsoft.com/office/drawing/2014/main" id="{F887BC6E-813A-A2F4-CE82-04224246B9DB}"/>
                </a:ext>
              </a:extLst>
            </p:cNvPr>
            <p:cNvSpPr/>
            <p:nvPr/>
          </p:nvSpPr>
          <p:spPr bwMode="auto">
            <a:xfrm>
              <a:off x="1635562" y="5897851"/>
              <a:ext cx="99932" cy="101043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Audi Type" pitchFamily="34" charset="0"/>
                <a:buNone/>
                <a:tabLst/>
              </a:pPr>
              <a:endParaRPr kumimoji="0" 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udi Type" pitchFamily="34" charset="0"/>
                <a:ea typeface="Arial" pitchFamily="-110" charset="0"/>
                <a:cs typeface="Arial" pitchFamily="-110" charset="0"/>
              </a:endParaRPr>
            </a:p>
          </p:txBody>
        </p:sp>
        <p:cxnSp>
          <p:nvCxnSpPr>
            <p:cNvPr id="15" name="Gerade Verbindung 22">
              <a:extLst>
                <a:ext uri="{FF2B5EF4-FFF2-40B4-BE49-F238E27FC236}">
                  <a16:creationId xmlns:a16="http://schemas.microsoft.com/office/drawing/2014/main" id="{EE89E309-F99E-8473-0B3C-14E30715B1D1}"/>
                </a:ext>
              </a:extLst>
            </p:cNvPr>
            <p:cNvCxnSpPr/>
            <p:nvPr/>
          </p:nvCxnSpPr>
          <p:spPr bwMode="auto">
            <a:xfrm flipV="1">
              <a:off x="7530988" y="4948848"/>
              <a:ext cx="0" cy="638258"/>
            </a:xfrm>
            <a:prstGeom prst="line">
              <a:avLst/>
            </a:prstGeom>
            <a:noFill/>
            <a:ln w="2540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" name="Ellipse 23">
              <a:extLst>
                <a:ext uri="{FF2B5EF4-FFF2-40B4-BE49-F238E27FC236}">
                  <a16:creationId xmlns:a16="http://schemas.microsoft.com/office/drawing/2014/main" id="{47186FF0-B617-BF03-BC67-18E2453B1C52}"/>
                </a:ext>
              </a:extLst>
            </p:cNvPr>
            <p:cNvSpPr/>
            <p:nvPr/>
          </p:nvSpPr>
          <p:spPr bwMode="auto">
            <a:xfrm>
              <a:off x="7468784" y="5536584"/>
              <a:ext cx="99932" cy="101043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Audi Type" pitchFamily="34" charset="0"/>
                <a:buNone/>
                <a:tabLst/>
              </a:pPr>
              <a:endParaRPr kumimoji="0" 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udi Type" pitchFamily="34" charset="0"/>
                <a:ea typeface="Arial" pitchFamily="-110" charset="0"/>
                <a:cs typeface="Arial" pitchFamily="-110" charset="0"/>
              </a:endParaRPr>
            </a:p>
          </p:txBody>
        </p:sp>
        <p:cxnSp>
          <p:nvCxnSpPr>
            <p:cNvPr id="17" name="Gerade Verbindung 24">
              <a:extLst>
                <a:ext uri="{FF2B5EF4-FFF2-40B4-BE49-F238E27FC236}">
                  <a16:creationId xmlns:a16="http://schemas.microsoft.com/office/drawing/2014/main" id="{F42CC367-5C2C-8854-0823-2B6274FA84ED}"/>
                </a:ext>
              </a:extLst>
            </p:cNvPr>
            <p:cNvCxnSpPr/>
            <p:nvPr/>
          </p:nvCxnSpPr>
          <p:spPr bwMode="auto">
            <a:xfrm flipV="1">
              <a:off x="7297548" y="4948848"/>
              <a:ext cx="0" cy="998298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" name="Ellipse 25">
              <a:extLst>
                <a:ext uri="{FF2B5EF4-FFF2-40B4-BE49-F238E27FC236}">
                  <a16:creationId xmlns:a16="http://schemas.microsoft.com/office/drawing/2014/main" id="{01BE8187-4B1B-8474-9936-C665140C6CF3}"/>
                </a:ext>
              </a:extLst>
            </p:cNvPr>
            <p:cNvSpPr/>
            <p:nvPr/>
          </p:nvSpPr>
          <p:spPr bwMode="auto">
            <a:xfrm>
              <a:off x="7235344" y="5896624"/>
              <a:ext cx="99932" cy="101043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Audi Type" pitchFamily="34" charset="0"/>
                <a:buNone/>
                <a:tabLst/>
              </a:pPr>
              <a:endParaRPr kumimoji="0" 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udi Type" pitchFamily="34" charset="0"/>
                <a:ea typeface="Arial" pitchFamily="-110" charset="0"/>
                <a:cs typeface="Arial" pitchFamily="-110" charset="0"/>
              </a:endParaRPr>
            </a:p>
          </p:txBody>
        </p:sp>
        <p:sp>
          <p:nvSpPr>
            <p:cNvPr id="19" name="Textfeld 26">
              <a:extLst>
                <a:ext uri="{FF2B5EF4-FFF2-40B4-BE49-F238E27FC236}">
                  <a16:creationId xmlns:a16="http://schemas.microsoft.com/office/drawing/2014/main" id="{04D9518D-8D30-50D6-EB1C-8DF2B6B7A5F5}"/>
                </a:ext>
              </a:extLst>
            </p:cNvPr>
            <p:cNvSpPr txBox="1"/>
            <p:nvPr/>
          </p:nvSpPr>
          <p:spPr>
            <a:xfrm>
              <a:off x="533400" y="5360628"/>
              <a:ext cx="825867" cy="454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de-DE" dirty="0">
                  <a:latin typeface="Audi Type" pitchFamily="34" charset="0"/>
                </a:rPr>
                <a:t>VCAN</a:t>
              </a:r>
            </a:p>
          </p:txBody>
        </p:sp>
        <p:sp>
          <p:nvSpPr>
            <p:cNvPr id="20" name="Textfeld 28">
              <a:extLst>
                <a:ext uri="{FF2B5EF4-FFF2-40B4-BE49-F238E27FC236}">
                  <a16:creationId xmlns:a16="http://schemas.microsoft.com/office/drawing/2014/main" id="{93FBE70F-D459-0301-2BBF-6A65BBD71455}"/>
                </a:ext>
              </a:extLst>
            </p:cNvPr>
            <p:cNvSpPr txBox="1"/>
            <p:nvPr/>
          </p:nvSpPr>
          <p:spPr>
            <a:xfrm>
              <a:off x="533400" y="5955268"/>
              <a:ext cx="825867" cy="454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latin typeface="Audi Type" pitchFamily="34" charset="0"/>
                </a:rPr>
                <a:t>PCAN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D6AEC60-A91F-474B-3E9C-86F8A6DE4D0C}"/>
                </a:ext>
              </a:extLst>
            </p:cNvPr>
            <p:cNvSpPr/>
            <p:nvPr/>
          </p:nvSpPr>
          <p:spPr>
            <a:xfrm>
              <a:off x="1066800" y="1119492"/>
              <a:ext cx="1600200" cy="425309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ECU</a:t>
              </a:r>
            </a:p>
            <a:p>
              <a:pPr algn="ctr"/>
              <a:endParaRPr lang="en-US" b="1" dirty="0"/>
            </a:p>
            <a:p>
              <a:pPr algn="ctr"/>
              <a:r>
                <a:rPr lang="en-US" b="1" dirty="0"/>
                <a:t>HIL</a:t>
              </a:r>
            </a:p>
            <a:p>
              <a:pPr algn="ctr"/>
              <a:endParaRPr lang="en-US" b="1" dirty="0"/>
            </a:p>
            <a:p>
              <a:pPr algn="ctr"/>
              <a:r>
                <a:rPr lang="en-US" b="1" dirty="0"/>
                <a:t> Mode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70B21D8-2E3D-E186-4D7E-4B40AA190844}"/>
                </a:ext>
              </a:extLst>
            </p:cNvPr>
            <p:cNvGrpSpPr/>
            <p:nvPr/>
          </p:nvGrpSpPr>
          <p:grpSpPr>
            <a:xfrm>
              <a:off x="3078329" y="2192740"/>
              <a:ext cx="2732747" cy="976188"/>
              <a:chOff x="3111203" y="2209800"/>
              <a:chExt cx="2732747" cy="976188"/>
            </a:xfrm>
          </p:grpSpPr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A2ED0744-90E5-932D-9516-865838901465}"/>
                  </a:ext>
                </a:extLst>
              </p:cNvPr>
              <p:cNvCxnSpPr/>
              <p:nvPr/>
            </p:nvCxnSpPr>
            <p:spPr>
              <a:xfrm>
                <a:off x="3111203" y="2209800"/>
                <a:ext cx="2667000" cy="0"/>
              </a:xfrm>
              <a:prstGeom prst="straightConnector1">
                <a:avLst/>
              </a:prstGeom>
              <a:ln w="28575">
                <a:solidFill>
                  <a:srgbClr val="7030A0"/>
                </a:solidFill>
                <a:prstDash val="lg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BC8D467-4FE8-3A04-E71A-71B338F46083}"/>
                  </a:ext>
                </a:extLst>
              </p:cNvPr>
              <p:cNvSpPr txBox="1"/>
              <p:nvPr/>
            </p:nvSpPr>
            <p:spPr>
              <a:xfrm>
                <a:off x="3163953" y="2354991"/>
                <a:ext cx="2679997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rgbClr val="7030A0"/>
                    </a:solidFill>
                  </a:rPr>
                  <a:t>XCP Positive Acknowledgement for New Cycle HIL Data</a:t>
                </a:r>
              </a:p>
            </p:txBody>
          </p: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37CC967-4260-DF88-FB76-1F0801FB8BD1}"/>
              </a:ext>
            </a:extLst>
          </p:cNvPr>
          <p:cNvGrpSpPr/>
          <p:nvPr/>
        </p:nvGrpSpPr>
        <p:grpSpPr>
          <a:xfrm>
            <a:off x="6280679" y="1714505"/>
            <a:ext cx="2590800" cy="3330212"/>
            <a:chOff x="6187451" y="1524001"/>
            <a:chExt cx="2590800" cy="333021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C868224-7F47-1DCC-628A-98821DDACB58}"/>
                </a:ext>
              </a:extLst>
            </p:cNvPr>
            <p:cNvGrpSpPr/>
            <p:nvPr/>
          </p:nvGrpSpPr>
          <p:grpSpPr>
            <a:xfrm>
              <a:off x="6187451" y="1524001"/>
              <a:ext cx="2590800" cy="3330212"/>
              <a:chOff x="6187451" y="1524001"/>
              <a:chExt cx="2590800" cy="3330212"/>
            </a:xfrm>
          </p:grpSpPr>
          <p:sp>
            <p:nvSpPr>
              <p:cNvPr id="28" name="Rechteck 6">
                <a:extLst>
                  <a:ext uri="{FF2B5EF4-FFF2-40B4-BE49-F238E27FC236}">
                    <a16:creationId xmlns:a16="http://schemas.microsoft.com/office/drawing/2014/main" id="{E08566DE-67B7-9F82-0367-DBDA64450FC6}"/>
                  </a:ext>
                </a:extLst>
              </p:cNvPr>
              <p:cNvSpPr/>
              <p:nvPr/>
            </p:nvSpPr>
            <p:spPr bwMode="auto">
              <a:xfrm>
                <a:off x="6426662" y="3494411"/>
                <a:ext cx="1981200" cy="1137997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 cap="flat" cmpd="sng" algn="ctr">
                <a:solidFill>
                  <a:schemeClr val="accent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2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Tx/>
                  <a:buFont typeface="Audi Type" pitchFamily="34" charset="0"/>
                  <a:buNone/>
                  <a:tabLst/>
                </a:pPr>
                <a:endParaRPr kumimoji="0" lang="de-DE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udi Type" pitchFamily="34" charset="0"/>
                  <a:ea typeface="Arial" pitchFamily="-110" charset="0"/>
                  <a:cs typeface="Arial" pitchFamily="-110" charset="0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1B6DCFB1-A6A0-3E30-ABC1-64B708B58D33}"/>
                  </a:ext>
                </a:extLst>
              </p:cNvPr>
              <p:cNvSpPr/>
              <p:nvPr/>
            </p:nvSpPr>
            <p:spPr>
              <a:xfrm>
                <a:off x="6187451" y="1524001"/>
                <a:ext cx="2590800" cy="333021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04E0909-DA25-E4FB-E479-28DBB1F2AAE3}"/>
                  </a:ext>
                </a:extLst>
              </p:cNvPr>
              <p:cNvSpPr txBox="1"/>
              <p:nvPr/>
            </p:nvSpPr>
            <p:spPr>
              <a:xfrm>
                <a:off x="7025651" y="1617916"/>
                <a:ext cx="873899" cy="300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PC</a:t>
                </a:r>
              </a:p>
            </p:txBody>
          </p: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276C08C4-2B1C-6E85-A0AC-477E8B4A2E7A}"/>
                  </a:ext>
                </a:extLst>
              </p:cNvPr>
              <p:cNvGrpSpPr/>
              <p:nvPr/>
            </p:nvGrpSpPr>
            <p:grpSpPr>
              <a:xfrm>
                <a:off x="6371579" y="1975671"/>
                <a:ext cx="2140618" cy="1371911"/>
                <a:chOff x="6397291" y="1633603"/>
                <a:chExt cx="2140618" cy="1371911"/>
              </a:xfrm>
            </p:grpSpPr>
            <p:sp>
              <p:nvSpPr>
                <p:cNvPr id="32" name="Rechteck 6">
                  <a:extLst>
                    <a:ext uri="{FF2B5EF4-FFF2-40B4-BE49-F238E27FC236}">
                      <a16:creationId xmlns:a16="http://schemas.microsoft.com/office/drawing/2014/main" id="{1334ECD2-C4FB-3576-3B9B-AFAD31F37B41}"/>
                    </a:ext>
                  </a:extLst>
                </p:cNvPr>
                <p:cNvSpPr/>
                <p:nvPr/>
              </p:nvSpPr>
              <p:spPr bwMode="auto">
                <a:xfrm>
                  <a:off x="6397291" y="2511478"/>
                  <a:ext cx="2140618" cy="494036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accent3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Tx/>
                    <a:buFont typeface="Audi Type" pitchFamily="34" charset="0"/>
                    <a:buNone/>
                    <a:tabLst/>
                  </a:pPr>
                  <a:r>
                    <a:rPr kumimoji="0" lang="de-DE" sz="14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udi Type" pitchFamily="34" charset="0"/>
                      <a:ea typeface="Arial" pitchFamily="-110" charset="0"/>
                      <a:cs typeface="Arial" pitchFamily="-110" charset="0"/>
                    </a:rPr>
                    <a:t>Delphi</a:t>
                  </a:r>
                  <a:r>
                    <a:rPr kumimoji="0" lang="de-DE" sz="1400" b="1" i="0" u="none" strike="noStrike" cap="none" normalizeH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udi Type" pitchFamily="34" charset="0"/>
                      <a:ea typeface="Arial" pitchFamily="-110" charset="0"/>
                      <a:cs typeface="Arial" pitchFamily="-110" charset="0"/>
                    </a:rPr>
                    <a:t>   HIL      Filter  </a:t>
                  </a:r>
                  <a:endParaRPr kumimoji="0" lang="de-DE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udi Type" pitchFamily="34" charset="0"/>
                    <a:ea typeface="Arial" pitchFamily="-110" charset="0"/>
                    <a:cs typeface="Arial" pitchFamily="-110" charset="0"/>
                  </a:endParaRPr>
                </a:p>
              </p:txBody>
            </p:sp>
            <p:sp>
              <p:nvSpPr>
                <p:cNvPr id="33" name="Rounded Rectangle 33">
                  <a:extLst>
                    <a:ext uri="{FF2B5EF4-FFF2-40B4-BE49-F238E27FC236}">
                      <a16:creationId xmlns:a16="http://schemas.microsoft.com/office/drawing/2014/main" id="{456F99EF-FE49-0BC2-3B3C-B1C96D587277}"/>
                    </a:ext>
                  </a:extLst>
                </p:cNvPr>
                <p:cNvSpPr/>
                <p:nvPr/>
              </p:nvSpPr>
              <p:spPr>
                <a:xfrm>
                  <a:off x="6477000" y="1633603"/>
                  <a:ext cx="2060909" cy="425159"/>
                </a:xfrm>
                <a:prstGeom prst="round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Simulation Model </a:t>
                  </a:r>
                </a:p>
              </p:txBody>
            </p:sp>
            <p:sp>
              <p:nvSpPr>
                <p:cNvPr id="34" name="Down Arrow 35">
                  <a:extLst>
                    <a:ext uri="{FF2B5EF4-FFF2-40B4-BE49-F238E27FC236}">
                      <a16:creationId xmlns:a16="http://schemas.microsoft.com/office/drawing/2014/main" id="{18D0CBF4-DA0C-D40F-7DB0-1A8F5D3F92C7}"/>
                    </a:ext>
                  </a:extLst>
                </p:cNvPr>
                <p:cNvSpPr/>
                <p:nvPr/>
              </p:nvSpPr>
              <p:spPr>
                <a:xfrm>
                  <a:off x="7176772" y="2173126"/>
                  <a:ext cx="241552" cy="230156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" name="Up Arrow 36">
                  <a:extLst>
                    <a:ext uri="{FF2B5EF4-FFF2-40B4-BE49-F238E27FC236}">
                      <a16:creationId xmlns:a16="http://schemas.microsoft.com/office/drawing/2014/main" id="{DB8111F9-89C6-3D30-6FBC-0B0EACA1655E}"/>
                    </a:ext>
                  </a:extLst>
                </p:cNvPr>
                <p:cNvSpPr/>
                <p:nvPr/>
              </p:nvSpPr>
              <p:spPr>
                <a:xfrm>
                  <a:off x="7568716" y="2173126"/>
                  <a:ext cx="279884" cy="230156"/>
                </a:xfrm>
                <a:prstGeom prst="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3D1B363-4844-A8F1-FC8D-1D70140D34B7}"/>
                </a:ext>
              </a:extLst>
            </p:cNvPr>
            <p:cNvSpPr txBox="1"/>
            <p:nvPr/>
          </p:nvSpPr>
          <p:spPr>
            <a:xfrm>
              <a:off x="6523200" y="3859914"/>
              <a:ext cx="2091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ORCAS Logging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9638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1B6AD-72B1-2470-5769-1FCB002D0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827" y="474288"/>
            <a:ext cx="10969247" cy="923920"/>
          </a:xfrm>
        </p:spPr>
        <p:txBody>
          <a:bodyPr/>
          <a:lstStyle/>
          <a:p>
            <a:r>
              <a:rPr lang="en-US" dirty="0"/>
              <a:t>5. ECU Processing done on HIL Injected data </a:t>
            </a:r>
            <a:br>
              <a:rPr lang="en-US" dirty="0"/>
            </a:b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5F6683-53DE-A84E-AD7E-97BFEEC9CF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68919E-2166-C625-BF00-CFBE7C7492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F6A6AB05-1620-B280-F299-E7D79C10B049}"/>
              </a:ext>
            </a:extLst>
          </p:cNvPr>
          <p:cNvSpPr txBox="1">
            <a:spLocks/>
          </p:cNvSpPr>
          <p:nvPr/>
        </p:nvSpPr>
        <p:spPr>
          <a:xfrm>
            <a:off x="185436" y="-132163"/>
            <a:ext cx="8688308" cy="110966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0F33890C-E35B-63B9-BCBD-5414074DF147}"/>
              </a:ext>
            </a:extLst>
          </p:cNvPr>
          <p:cNvSpPr txBox="1">
            <a:spLocks/>
          </p:cNvSpPr>
          <p:nvPr/>
        </p:nvSpPr>
        <p:spPr>
          <a:xfrm>
            <a:off x="-70556" y="6496383"/>
            <a:ext cx="40393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767D823-B1AC-0E9E-470B-F7AE04F92776}"/>
              </a:ext>
            </a:extLst>
          </p:cNvPr>
          <p:cNvGrpSpPr/>
          <p:nvPr/>
        </p:nvGrpSpPr>
        <p:grpSpPr>
          <a:xfrm>
            <a:off x="533400" y="1143000"/>
            <a:ext cx="7473185" cy="4652531"/>
            <a:chOff x="533400" y="685800"/>
            <a:chExt cx="7473185" cy="572384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3051DCE-2C8F-9D48-E8C7-5F5DDB1EFD4B}"/>
                </a:ext>
              </a:extLst>
            </p:cNvPr>
            <p:cNvSpPr txBox="1"/>
            <p:nvPr/>
          </p:nvSpPr>
          <p:spPr>
            <a:xfrm>
              <a:off x="3581400" y="68580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  <p:cxnSp>
          <p:nvCxnSpPr>
            <p:cNvPr id="9" name="Gerade Verbindung 7">
              <a:extLst>
                <a:ext uri="{FF2B5EF4-FFF2-40B4-BE49-F238E27FC236}">
                  <a16:creationId xmlns:a16="http://schemas.microsoft.com/office/drawing/2014/main" id="{D4AA4CB4-16E9-7578-7116-9047B969C51E}"/>
                </a:ext>
              </a:extLst>
            </p:cNvPr>
            <p:cNvCxnSpPr/>
            <p:nvPr/>
          </p:nvCxnSpPr>
          <p:spPr bwMode="auto">
            <a:xfrm flipH="1">
              <a:off x="1472716" y="5588333"/>
              <a:ext cx="6533869" cy="49294"/>
            </a:xfrm>
            <a:prstGeom prst="line">
              <a:avLst/>
            </a:prstGeom>
            <a:noFill/>
            <a:ln w="2540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Gerade Verbindung 8">
              <a:extLst>
                <a:ext uri="{FF2B5EF4-FFF2-40B4-BE49-F238E27FC236}">
                  <a16:creationId xmlns:a16="http://schemas.microsoft.com/office/drawing/2014/main" id="{794FCC9E-39B7-B213-9AE6-145286DAB42E}"/>
                </a:ext>
              </a:extLst>
            </p:cNvPr>
            <p:cNvCxnSpPr/>
            <p:nvPr/>
          </p:nvCxnSpPr>
          <p:spPr bwMode="auto">
            <a:xfrm flipV="1">
              <a:off x="1918968" y="4950075"/>
              <a:ext cx="0" cy="638258"/>
            </a:xfrm>
            <a:prstGeom prst="line">
              <a:avLst/>
            </a:prstGeom>
            <a:noFill/>
            <a:ln w="2540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" name="Ellipse 16">
              <a:extLst>
                <a:ext uri="{FF2B5EF4-FFF2-40B4-BE49-F238E27FC236}">
                  <a16:creationId xmlns:a16="http://schemas.microsoft.com/office/drawing/2014/main" id="{A6981C7F-7F87-D957-987E-0795FB22079A}"/>
                </a:ext>
              </a:extLst>
            </p:cNvPr>
            <p:cNvSpPr/>
            <p:nvPr/>
          </p:nvSpPr>
          <p:spPr bwMode="auto">
            <a:xfrm>
              <a:off x="1869002" y="5537811"/>
              <a:ext cx="99932" cy="101043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Audi Type" pitchFamily="34" charset="0"/>
                <a:buNone/>
                <a:tabLst/>
              </a:pPr>
              <a:endParaRPr kumimoji="0" 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udi Type" pitchFamily="34" charset="0"/>
                <a:ea typeface="Arial" pitchFamily="-110" charset="0"/>
                <a:cs typeface="Arial" pitchFamily="-110" charset="0"/>
              </a:endParaRPr>
            </a:p>
          </p:txBody>
        </p:sp>
        <p:cxnSp>
          <p:nvCxnSpPr>
            <p:cNvPr id="12" name="Gerade Verbindung 17">
              <a:extLst>
                <a:ext uri="{FF2B5EF4-FFF2-40B4-BE49-F238E27FC236}">
                  <a16:creationId xmlns:a16="http://schemas.microsoft.com/office/drawing/2014/main" id="{7BD815B9-5F63-4052-9452-656C5D544D08}"/>
                </a:ext>
              </a:extLst>
            </p:cNvPr>
            <p:cNvCxnSpPr/>
            <p:nvPr/>
          </p:nvCxnSpPr>
          <p:spPr bwMode="auto">
            <a:xfrm flipV="1">
              <a:off x="1685528" y="4950075"/>
              <a:ext cx="0" cy="998298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" name="Gerade Verbindung 19">
              <a:extLst>
                <a:ext uri="{FF2B5EF4-FFF2-40B4-BE49-F238E27FC236}">
                  <a16:creationId xmlns:a16="http://schemas.microsoft.com/office/drawing/2014/main" id="{6AA585EA-508D-727F-5929-3718F841473B}"/>
                </a:ext>
              </a:extLst>
            </p:cNvPr>
            <p:cNvCxnSpPr/>
            <p:nvPr/>
          </p:nvCxnSpPr>
          <p:spPr bwMode="auto">
            <a:xfrm flipH="1">
              <a:off x="1109464" y="5947145"/>
              <a:ext cx="6840252" cy="1228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" name="Ellipse 20">
              <a:extLst>
                <a:ext uri="{FF2B5EF4-FFF2-40B4-BE49-F238E27FC236}">
                  <a16:creationId xmlns:a16="http://schemas.microsoft.com/office/drawing/2014/main" id="{EAF757CE-B7DF-58FF-E0E1-09C318B88249}"/>
                </a:ext>
              </a:extLst>
            </p:cNvPr>
            <p:cNvSpPr/>
            <p:nvPr/>
          </p:nvSpPr>
          <p:spPr bwMode="auto">
            <a:xfrm>
              <a:off x="1635562" y="5897851"/>
              <a:ext cx="99932" cy="101043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Audi Type" pitchFamily="34" charset="0"/>
                <a:buNone/>
                <a:tabLst/>
              </a:pPr>
              <a:endParaRPr kumimoji="0" 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udi Type" pitchFamily="34" charset="0"/>
                <a:ea typeface="Arial" pitchFamily="-110" charset="0"/>
                <a:cs typeface="Arial" pitchFamily="-110" charset="0"/>
              </a:endParaRPr>
            </a:p>
          </p:txBody>
        </p:sp>
        <p:cxnSp>
          <p:nvCxnSpPr>
            <p:cNvPr id="15" name="Gerade Verbindung 22">
              <a:extLst>
                <a:ext uri="{FF2B5EF4-FFF2-40B4-BE49-F238E27FC236}">
                  <a16:creationId xmlns:a16="http://schemas.microsoft.com/office/drawing/2014/main" id="{38488E47-9B3C-8AAB-058D-E5D7E8E8FF80}"/>
                </a:ext>
              </a:extLst>
            </p:cNvPr>
            <p:cNvCxnSpPr/>
            <p:nvPr/>
          </p:nvCxnSpPr>
          <p:spPr bwMode="auto">
            <a:xfrm flipV="1">
              <a:off x="7530988" y="4948848"/>
              <a:ext cx="0" cy="638258"/>
            </a:xfrm>
            <a:prstGeom prst="line">
              <a:avLst/>
            </a:prstGeom>
            <a:noFill/>
            <a:ln w="2540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" name="Ellipse 23">
              <a:extLst>
                <a:ext uri="{FF2B5EF4-FFF2-40B4-BE49-F238E27FC236}">
                  <a16:creationId xmlns:a16="http://schemas.microsoft.com/office/drawing/2014/main" id="{20033FC8-8F87-B5E1-113F-219C08256989}"/>
                </a:ext>
              </a:extLst>
            </p:cNvPr>
            <p:cNvSpPr/>
            <p:nvPr/>
          </p:nvSpPr>
          <p:spPr bwMode="auto">
            <a:xfrm>
              <a:off x="7468784" y="5536584"/>
              <a:ext cx="99932" cy="101043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Audi Type" pitchFamily="34" charset="0"/>
                <a:buNone/>
                <a:tabLst/>
              </a:pPr>
              <a:endParaRPr kumimoji="0" 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udi Type" pitchFamily="34" charset="0"/>
                <a:ea typeface="Arial" pitchFamily="-110" charset="0"/>
                <a:cs typeface="Arial" pitchFamily="-110" charset="0"/>
              </a:endParaRPr>
            </a:p>
          </p:txBody>
        </p:sp>
        <p:cxnSp>
          <p:nvCxnSpPr>
            <p:cNvPr id="17" name="Gerade Verbindung 24">
              <a:extLst>
                <a:ext uri="{FF2B5EF4-FFF2-40B4-BE49-F238E27FC236}">
                  <a16:creationId xmlns:a16="http://schemas.microsoft.com/office/drawing/2014/main" id="{22044033-732C-35B1-427A-867D2A142F7D}"/>
                </a:ext>
              </a:extLst>
            </p:cNvPr>
            <p:cNvCxnSpPr/>
            <p:nvPr/>
          </p:nvCxnSpPr>
          <p:spPr bwMode="auto">
            <a:xfrm flipV="1">
              <a:off x="7297548" y="4948848"/>
              <a:ext cx="0" cy="998298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" name="Ellipse 25">
              <a:extLst>
                <a:ext uri="{FF2B5EF4-FFF2-40B4-BE49-F238E27FC236}">
                  <a16:creationId xmlns:a16="http://schemas.microsoft.com/office/drawing/2014/main" id="{1F17F5E8-495D-73B9-E6E6-75D1939AB2B2}"/>
                </a:ext>
              </a:extLst>
            </p:cNvPr>
            <p:cNvSpPr/>
            <p:nvPr/>
          </p:nvSpPr>
          <p:spPr bwMode="auto">
            <a:xfrm>
              <a:off x="7235344" y="5896624"/>
              <a:ext cx="99932" cy="101043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Audi Type" pitchFamily="34" charset="0"/>
                <a:buNone/>
                <a:tabLst/>
              </a:pPr>
              <a:endParaRPr kumimoji="0" 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udi Type" pitchFamily="34" charset="0"/>
                <a:ea typeface="Arial" pitchFamily="-110" charset="0"/>
                <a:cs typeface="Arial" pitchFamily="-110" charset="0"/>
              </a:endParaRPr>
            </a:p>
          </p:txBody>
        </p:sp>
        <p:sp>
          <p:nvSpPr>
            <p:cNvPr id="19" name="Textfeld 26">
              <a:extLst>
                <a:ext uri="{FF2B5EF4-FFF2-40B4-BE49-F238E27FC236}">
                  <a16:creationId xmlns:a16="http://schemas.microsoft.com/office/drawing/2014/main" id="{33A6428B-52F4-3886-1497-3D41B9C9090F}"/>
                </a:ext>
              </a:extLst>
            </p:cNvPr>
            <p:cNvSpPr txBox="1"/>
            <p:nvPr/>
          </p:nvSpPr>
          <p:spPr>
            <a:xfrm>
              <a:off x="533400" y="5360629"/>
              <a:ext cx="825867" cy="4543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de-DE" dirty="0">
                  <a:latin typeface="Audi Type" pitchFamily="34" charset="0"/>
                </a:rPr>
                <a:t>VCAN</a:t>
              </a:r>
            </a:p>
          </p:txBody>
        </p:sp>
        <p:sp>
          <p:nvSpPr>
            <p:cNvPr id="20" name="Textfeld 28">
              <a:extLst>
                <a:ext uri="{FF2B5EF4-FFF2-40B4-BE49-F238E27FC236}">
                  <a16:creationId xmlns:a16="http://schemas.microsoft.com/office/drawing/2014/main" id="{515E6F82-C070-4144-8CD3-EDCF028D7B02}"/>
                </a:ext>
              </a:extLst>
            </p:cNvPr>
            <p:cNvSpPr txBox="1"/>
            <p:nvPr/>
          </p:nvSpPr>
          <p:spPr>
            <a:xfrm>
              <a:off x="533400" y="5955268"/>
              <a:ext cx="825867" cy="4543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latin typeface="Audi Type" pitchFamily="34" charset="0"/>
                </a:rPr>
                <a:t>PCAN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1B59507-1CEF-406A-0CF2-D724D6AE6348}"/>
                </a:ext>
              </a:extLst>
            </p:cNvPr>
            <p:cNvSpPr/>
            <p:nvPr/>
          </p:nvSpPr>
          <p:spPr>
            <a:xfrm>
              <a:off x="990600" y="1295400"/>
              <a:ext cx="1600200" cy="390127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ECU</a:t>
              </a:r>
            </a:p>
            <a:p>
              <a:pPr algn="ctr"/>
              <a:endParaRPr lang="en-US" b="1" dirty="0"/>
            </a:p>
            <a:p>
              <a:pPr algn="ctr"/>
              <a:r>
                <a:rPr lang="en-US" b="1" dirty="0"/>
                <a:t>HIL</a:t>
              </a:r>
            </a:p>
            <a:p>
              <a:pPr algn="ctr"/>
              <a:endParaRPr lang="en-US" b="1" dirty="0"/>
            </a:p>
            <a:p>
              <a:pPr algn="ctr"/>
              <a:r>
                <a:rPr lang="en-US" b="1" dirty="0"/>
                <a:t> Mode </a:t>
              </a:r>
            </a:p>
            <a:p>
              <a:pPr algn="ctr"/>
              <a:endParaRPr lang="en-US" b="1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3A1C003-03CF-2435-C8EF-0B0B3950CCFF}"/>
                </a:ext>
              </a:extLst>
            </p:cNvPr>
            <p:cNvSpPr txBox="1"/>
            <p:nvPr/>
          </p:nvSpPr>
          <p:spPr>
            <a:xfrm>
              <a:off x="3200400" y="2462713"/>
              <a:ext cx="2286000" cy="1135940"/>
            </a:xfrm>
            <a:prstGeom prst="rect">
              <a:avLst/>
            </a:prstGeom>
            <a:noFill/>
            <a:ln w="28575">
              <a:solidFill>
                <a:schemeClr val="accent4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ECU Runs Its Processing on HIL Injected data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1C10D31-0F92-0623-887B-C6EAC8152B01}"/>
              </a:ext>
            </a:extLst>
          </p:cNvPr>
          <p:cNvGrpSpPr/>
          <p:nvPr/>
        </p:nvGrpSpPr>
        <p:grpSpPr>
          <a:xfrm>
            <a:off x="6187451" y="1524001"/>
            <a:ext cx="2590800" cy="3330212"/>
            <a:chOff x="6187451" y="1524001"/>
            <a:chExt cx="2590800" cy="3330212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5A69686-A5BE-8A69-883F-38212261795D}"/>
                </a:ext>
              </a:extLst>
            </p:cNvPr>
            <p:cNvGrpSpPr/>
            <p:nvPr/>
          </p:nvGrpSpPr>
          <p:grpSpPr>
            <a:xfrm>
              <a:off x="6187451" y="1524001"/>
              <a:ext cx="2590800" cy="3330212"/>
              <a:chOff x="6187451" y="1524001"/>
              <a:chExt cx="2590800" cy="3330212"/>
            </a:xfrm>
          </p:grpSpPr>
          <p:sp>
            <p:nvSpPr>
              <p:cNvPr id="26" name="Rechteck 6">
                <a:extLst>
                  <a:ext uri="{FF2B5EF4-FFF2-40B4-BE49-F238E27FC236}">
                    <a16:creationId xmlns:a16="http://schemas.microsoft.com/office/drawing/2014/main" id="{9354983A-32C4-6ABA-ABB7-4D5926ACCF75}"/>
                  </a:ext>
                </a:extLst>
              </p:cNvPr>
              <p:cNvSpPr/>
              <p:nvPr/>
            </p:nvSpPr>
            <p:spPr bwMode="auto">
              <a:xfrm>
                <a:off x="6426662" y="3494411"/>
                <a:ext cx="1981200" cy="1137997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 cap="flat" cmpd="sng" algn="ctr">
                <a:solidFill>
                  <a:schemeClr val="accent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2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Tx/>
                  <a:buFont typeface="Audi Type" pitchFamily="34" charset="0"/>
                  <a:buNone/>
                  <a:tabLst/>
                </a:pPr>
                <a:endParaRPr kumimoji="0" lang="de-DE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udi Type" pitchFamily="34" charset="0"/>
                  <a:ea typeface="Arial" pitchFamily="-110" charset="0"/>
                  <a:cs typeface="Arial" pitchFamily="-110" charset="0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858AEC6-A933-ED92-DD04-273F2DA4A368}"/>
                  </a:ext>
                </a:extLst>
              </p:cNvPr>
              <p:cNvSpPr/>
              <p:nvPr/>
            </p:nvSpPr>
            <p:spPr>
              <a:xfrm>
                <a:off x="6187451" y="1524001"/>
                <a:ext cx="2590800" cy="333021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00E9FFE-BE78-26AA-B268-B9500B4032F4}"/>
                  </a:ext>
                </a:extLst>
              </p:cNvPr>
              <p:cNvSpPr txBox="1"/>
              <p:nvPr/>
            </p:nvSpPr>
            <p:spPr>
              <a:xfrm>
                <a:off x="7025651" y="1617916"/>
                <a:ext cx="873899" cy="300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PC</a:t>
                </a:r>
              </a:p>
            </p:txBody>
          </p: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11517CAB-DFEC-80D2-6F35-BC3CF4B125B6}"/>
                  </a:ext>
                </a:extLst>
              </p:cNvPr>
              <p:cNvGrpSpPr/>
              <p:nvPr/>
            </p:nvGrpSpPr>
            <p:grpSpPr>
              <a:xfrm>
                <a:off x="6371579" y="1975671"/>
                <a:ext cx="2140618" cy="1371911"/>
                <a:chOff x="6397291" y="1633603"/>
                <a:chExt cx="2140618" cy="1371911"/>
              </a:xfrm>
            </p:grpSpPr>
            <p:sp>
              <p:nvSpPr>
                <p:cNvPr id="30" name="Rechteck 6">
                  <a:extLst>
                    <a:ext uri="{FF2B5EF4-FFF2-40B4-BE49-F238E27FC236}">
                      <a16:creationId xmlns:a16="http://schemas.microsoft.com/office/drawing/2014/main" id="{FBF3AE8C-9195-FCE9-A4AF-151D40261862}"/>
                    </a:ext>
                  </a:extLst>
                </p:cNvPr>
                <p:cNvSpPr/>
                <p:nvPr/>
              </p:nvSpPr>
              <p:spPr bwMode="auto">
                <a:xfrm>
                  <a:off x="6397291" y="2511478"/>
                  <a:ext cx="2140618" cy="494036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accent3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Tx/>
                    <a:buFont typeface="Audi Type" pitchFamily="34" charset="0"/>
                    <a:buNone/>
                    <a:tabLst/>
                  </a:pPr>
                  <a:r>
                    <a:rPr kumimoji="0" lang="de-DE" sz="14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udi Type" pitchFamily="34" charset="0"/>
                      <a:ea typeface="Arial" pitchFamily="-110" charset="0"/>
                      <a:cs typeface="Arial" pitchFamily="-110" charset="0"/>
                    </a:rPr>
                    <a:t>Delphi</a:t>
                  </a:r>
                  <a:r>
                    <a:rPr kumimoji="0" lang="de-DE" sz="1400" b="1" i="0" u="none" strike="noStrike" cap="none" normalizeH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udi Type" pitchFamily="34" charset="0"/>
                      <a:ea typeface="Arial" pitchFamily="-110" charset="0"/>
                      <a:cs typeface="Arial" pitchFamily="-110" charset="0"/>
                    </a:rPr>
                    <a:t>   HIL      Filter  </a:t>
                  </a:r>
                  <a:endParaRPr kumimoji="0" lang="de-DE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udi Type" pitchFamily="34" charset="0"/>
                    <a:ea typeface="Arial" pitchFamily="-110" charset="0"/>
                    <a:cs typeface="Arial" pitchFamily="-110" charset="0"/>
                  </a:endParaRPr>
                </a:p>
              </p:txBody>
            </p:sp>
            <p:sp>
              <p:nvSpPr>
                <p:cNvPr id="31" name="Rounded Rectangle 33">
                  <a:extLst>
                    <a:ext uri="{FF2B5EF4-FFF2-40B4-BE49-F238E27FC236}">
                      <a16:creationId xmlns:a16="http://schemas.microsoft.com/office/drawing/2014/main" id="{4052E191-BAE8-49A5-5170-F02C89C54F59}"/>
                    </a:ext>
                  </a:extLst>
                </p:cNvPr>
                <p:cNvSpPr/>
                <p:nvPr/>
              </p:nvSpPr>
              <p:spPr>
                <a:xfrm>
                  <a:off x="6477000" y="1633603"/>
                  <a:ext cx="2060909" cy="425159"/>
                </a:xfrm>
                <a:prstGeom prst="round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Simulation Model </a:t>
                  </a:r>
                </a:p>
              </p:txBody>
            </p:sp>
            <p:sp>
              <p:nvSpPr>
                <p:cNvPr id="32" name="Down Arrow 35">
                  <a:extLst>
                    <a:ext uri="{FF2B5EF4-FFF2-40B4-BE49-F238E27FC236}">
                      <a16:creationId xmlns:a16="http://schemas.microsoft.com/office/drawing/2014/main" id="{70170BB8-E13B-8047-2933-DA6E07903AF5}"/>
                    </a:ext>
                  </a:extLst>
                </p:cNvPr>
                <p:cNvSpPr/>
                <p:nvPr/>
              </p:nvSpPr>
              <p:spPr>
                <a:xfrm>
                  <a:off x="7176772" y="2173126"/>
                  <a:ext cx="241552" cy="230156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Up Arrow 36">
                  <a:extLst>
                    <a:ext uri="{FF2B5EF4-FFF2-40B4-BE49-F238E27FC236}">
                      <a16:creationId xmlns:a16="http://schemas.microsoft.com/office/drawing/2014/main" id="{B50D3EE5-4FC7-41E0-B96A-89F81CCA91E7}"/>
                    </a:ext>
                  </a:extLst>
                </p:cNvPr>
                <p:cNvSpPr/>
                <p:nvPr/>
              </p:nvSpPr>
              <p:spPr>
                <a:xfrm>
                  <a:off x="7568716" y="2173126"/>
                  <a:ext cx="279884" cy="230156"/>
                </a:xfrm>
                <a:prstGeom prst="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C0764FF-0FC6-E9A8-B57C-451778088288}"/>
                </a:ext>
              </a:extLst>
            </p:cNvPr>
            <p:cNvSpPr txBox="1"/>
            <p:nvPr/>
          </p:nvSpPr>
          <p:spPr>
            <a:xfrm>
              <a:off x="6523200" y="3859914"/>
              <a:ext cx="2091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ORCAS Logging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59272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A6392-8B80-7ACA-C997-32B193C3F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ECU Transmits HIL Processed Data</a:t>
            </a:r>
            <a:br>
              <a:rPr lang="en-US" dirty="0"/>
            </a:b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4220F6-A7DF-8524-C30B-296E6B7838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7329F-650B-A6FD-40B4-4FC59196C5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A1964CA8-EAF4-D4F3-B019-D0BA9C71BF6D}"/>
              </a:ext>
            </a:extLst>
          </p:cNvPr>
          <p:cNvSpPr txBox="1">
            <a:spLocks/>
          </p:cNvSpPr>
          <p:nvPr/>
        </p:nvSpPr>
        <p:spPr>
          <a:xfrm>
            <a:off x="1045384" y="343811"/>
            <a:ext cx="8688308" cy="110966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4F50AFF9-BCE5-6FAE-5F1D-CAFE064D2307}"/>
              </a:ext>
            </a:extLst>
          </p:cNvPr>
          <p:cNvSpPr txBox="1">
            <a:spLocks/>
          </p:cNvSpPr>
          <p:nvPr/>
        </p:nvSpPr>
        <p:spPr>
          <a:xfrm>
            <a:off x="789392" y="6972357"/>
            <a:ext cx="40393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E12E9E5-3FE0-4268-D33E-776A10B749FA}"/>
              </a:ext>
            </a:extLst>
          </p:cNvPr>
          <p:cNvGrpSpPr/>
          <p:nvPr/>
        </p:nvGrpSpPr>
        <p:grpSpPr>
          <a:xfrm>
            <a:off x="1393348" y="1618974"/>
            <a:ext cx="7473185" cy="4652531"/>
            <a:chOff x="533400" y="685800"/>
            <a:chExt cx="7473185" cy="572384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BBDECA8-3420-FE08-B861-5B43566C6EFA}"/>
                </a:ext>
              </a:extLst>
            </p:cNvPr>
            <p:cNvSpPr txBox="1"/>
            <p:nvPr/>
          </p:nvSpPr>
          <p:spPr>
            <a:xfrm>
              <a:off x="3581400" y="68580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  <p:cxnSp>
          <p:nvCxnSpPr>
            <p:cNvPr id="9" name="Gerade Verbindung 7">
              <a:extLst>
                <a:ext uri="{FF2B5EF4-FFF2-40B4-BE49-F238E27FC236}">
                  <a16:creationId xmlns:a16="http://schemas.microsoft.com/office/drawing/2014/main" id="{396EA53C-9E90-E1F3-6F5E-A68AD9206BEB}"/>
                </a:ext>
              </a:extLst>
            </p:cNvPr>
            <p:cNvCxnSpPr/>
            <p:nvPr/>
          </p:nvCxnSpPr>
          <p:spPr bwMode="auto">
            <a:xfrm flipH="1">
              <a:off x="1472716" y="5588334"/>
              <a:ext cx="6533869" cy="49294"/>
            </a:xfrm>
            <a:prstGeom prst="line">
              <a:avLst/>
            </a:prstGeom>
            <a:noFill/>
            <a:ln w="2540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Gerade Verbindung 8">
              <a:extLst>
                <a:ext uri="{FF2B5EF4-FFF2-40B4-BE49-F238E27FC236}">
                  <a16:creationId xmlns:a16="http://schemas.microsoft.com/office/drawing/2014/main" id="{7ECA3C87-0042-613D-09FF-425C719F16A1}"/>
                </a:ext>
              </a:extLst>
            </p:cNvPr>
            <p:cNvCxnSpPr/>
            <p:nvPr/>
          </p:nvCxnSpPr>
          <p:spPr bwMode="auto">
            <a:xfrm flipV="1">
              <a:off x="1918968" y="4950075"/>
              <a:ext cx="0" cy="638258"/>
            </a:xfrm>
            <a:prstGeom prst="line">
              <a:avLst/>
            </a:prstGeom>
            <a:noFill/>
            <a:ln w="2540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" name="Ellipse 16">
              <a:extLst>
                <a:ext uri="{FF2B5EF4-FFF2-40B4-BE49-F238E27FC236}">
                  <a16:creationId xmlns:a16="http://schemas.microsoft.com/office/drawing/2014/main" id="{AA0804AD-BC2C-986C-A432-6DF7B4797836}"/>
                </a:ext>
              </a:extLst>
            </p:cNvPr>
            <p:cNvSpPr/>
            <p:nvPr/>
          </p:nvSpPr>
          <p:spPr bwMode="auto">
            <a:xfrm>
              <a:off x="1869002" y="5537812"/>
              <a:ext cx="99932" cy="101043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Audi Type" pitchFamily="34" charset="0"/>
                <a:buNone/>
                <a:tabLst/>
              </a:pPr>
              <a:endParaRPr kumimoji="0" 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udi Type" pitchFamily="34" charset="0"/>
                <a:ea typeface="Arial" pitchFamily="-110" charset="0"/>
                <a:cs typeface="Arial" pitchFamily="-110" charset="0"/>
              </a:endParaRPr>
            </a:p>
          </p:txBody>
        </p:sp>
        <p:cxnSp>
          <p:nvCxnSpPr>
            <p:cNvPr id="12" name="Gerade Verbindung 17">
              <a:extLst>
                <a:ext uri="{FF2B5EF4-FFF2-40B4-BE49-F238E27FC236}">
                  <a16:creationId xmlns:a16="http://schemas.microsoft.com/office/drawing/2014/main" id="{2661B64F-C349-D754-F04A-A325B9203AF0}"/>
                </a:ext>
              </a:extLst>
            </p:cNvPr>
            <p:cNvCxnSpPr/>
            <p:nvPr/>
          </p:nvCxnSpPr>
          <p:spPr bwMode="auto">
            <a:xfrm flipV="1">
              <a:off x="1685528" y="4950075"/>
              <a:ext cx="0" cy="998298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" name="Gerade Verbindung 19">
              <a:extLst>
                <a:ext uri="{FF2B5EF4-FFF2-40B4-BE49-F238E27FC236}">
                  <a16:creationId xmlns:a16="http://schemas.microsoft.com/office/drawing/2014/main" id="{54D37A3D-2CA8-E01F-ED4E-E55E5B9E7F2E}"/>
                </a:ext>
              </a:extLst>
            </p:cNvPr>
            <p:cNvCxnSpPr/>
            <p:nvPr/>
          </p:nvCxnSpPr>
          <p:spPr bwMode="auto">
            <a:xfrm flipH="1">
              <a:off x="1109464" y="5947146"/>
              <a:ext cx="6840252" cy="1228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" name="Ellipse 20">
              <a:extLst>
                <a:ext uri="{FF2B5EF4-FFF2-40B4-BE49-F238E27FC236}">
                  <a16:creationId xmlns:a16="http://schemas.microsoft.com/office/drawing/2014/main" id="{72F394C0-82A6-A26E-74B3-F8A3FC0AEDEC}"/>
                </a:ext>
              </a:extLst>
            </p:cNvPr>
            <p:cNvSpPr/>
            <p:nvPr/>
          </p:nvSpPr>
          <p:spPr bwMode="auto">
            <a:xfrm>
              <a:off x="1635562" y="5897852"/>
              <a:ext cx="99932" cy="101043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Audi Type" pitchFamily="34" charset="0"/>
                <a:buNone/>
                <a:tabLst/>
              </a:pPr>
              <a:endParaRPr kumimoji="0" 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udi Type" pitchFamily="34" charset="0"/>
                <a:ea typeface="Arial" pitchFamily="-110" charset="0"/>
                <a:cs typeface="Arial" pitchFamily="-110" charset="0"/>
              </a:endParaRPr>
            </a:p>
          </p:txBody>
        </p:sp>
        <p:cxnSp>
          <p:nvCxnSpPr>
            <p:cNvPr id="15" name="Gerade Verbindung 22">
              <a:extLst>
                <a:ext uri="{FF2B5EF4-FFF2-40B4-BE49-F238E27FC236}">
                  <a16:creationId xmlns:a16="http://schemas.microsoft.com/office/drawing/2014/main" id="{9C95FEDF-A7A8-3101-CE43-4B8917F9E226}"/>
                </a:ext>
              </a:extLst>
            </p:cNvPr>
            <p:cNvCxnSpPr/>
            <p:nvPr/>
          </p:nvCxnSpPr>
          <p:spPr bwMode="auto">
            <a:xfrm flipV="1">
              <a:off x="7530988" y="4948849"/>
              <a:ext cx="0" cy="638258"/>
            </a:xfrm>
            <a:prstGeom prst="line">
              <a:avLst/>
            </a:prstGeom>
            <a:noFill/>
            <a:ln w="2540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" name="Ellipse 23">
              <a:extLst>
                <a:ext uri="{FF2B5EF4-FFF2-40B4-BE49-F238E27FC236}">
                  <a16:creationId xmlns:a16="http://schemas.microsoft.com/office/drawing/2014/main" id="{AD0909A3-76F3-21AB-9D27-4A8B16F38528}"/>
                </a:ext>
              </a:extLst>
            </p:cNvPr>
            <p:cNvSpPr/>
            <p:nvPr/>
          </p:nvSpPr>
          <p:spPr bwMode="auto">
            <a:xfrm>
              <a:off x="7468784" y="5536584"/>
              <a:ext cx="99932" cy="101043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Audi Type" pitchFamily="34" charset="0"/>
                <a:buNone/>
                <a:tabLst/>
              </a:pPr>
              <a:endParaRPr kumimoji="0" 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udi Type" pitchFamily="34" charset="0"/>
                <a:ea typeface="Arial" pitchFamily="-110" charset="0"/>
                <a:cs typeface="Arial" pitchFamily="-110" charset="0"/>
              </a:endParaRPr>
            </a:p>
          </p:txBody>
        </p:sp>
        <p:cxnSp>
          <p:nvCxnSpPr>
            <p:cNvPr id="17" name="Gerade Verbindung 24">
              <a:extLst>
                <a:ext uri="{FF2B5EF4-FFF2-40B4-BE49-F238E27FC236}">
                  <a16:creationId xmlns:a16="http://schemas.microsoft.com/office/drawing/2014/main" id="{5FA12A5C-50A6-7256-6B10-A51D192AF0A6}"/>
                </a:ext>
              </a:extLst>
            </p:cNvPr>
            <p:cNvCxnSpPr/>
            <p:nvPr/>
          </p:nvCxnSpPr>
          <p:spPr bwMode="auto">
            <a:xfrm flipV="1">
              <a:off x="7297548" y="4948849"/>
              <a:ext cx="0" cy="998298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" name="Ellipse 25">
              <a:extLst>
                <a:ext uri="{FF2B5EF4-FFF2-40B4-BE49-F238E27FC236}">
                  <a16:creationId xmlns:a16="http://schemas.microsoft.com/office/drawing/2014/main" id="{03BB895D-BC84-CF2E-CB5E-0DFE389E84DF}"/>
                </a:ext>
              </a:extLst>
            </p:cNvPr>
            <p:cNvSpPr/>
            <p:nvPr/>
          </p:nvSpPr>
          <p:spPr bwMode="auto">
            <a:xfrm>
              <a:off x="7235344" y="5896625"/>
              <a:ext cx="99932" cy="101043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Audi Type" pitchFamily="34" charset="0"/>
                <a:buNone/>
                <a:tabLst/>
              </a:pPr>
              <a:endParaRPr kumimoji="0" 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udi Type" pitchFamily="34" charset="0"/>
                <a:ea typeface="Arial" pitchFamily="-110" charset="0"/>
                <a:cs typeface="Arial" pitchFamily="-110" charset="0"/>
              </a:endParaRPr>
            </a:p>
          </p:txBody>
        </p:sp>
        <p:sp>
          <p:nvSpPr>
            <p:cNvPr id="19" name="Textfeld 26">
              <a:extLst>
                <a:ext uri="{FF2B5EF4-FFF2-40B4-BE49-F238E27FC236}">
                  <a16:creationId xmlns:a16="http://schemas.microsoft.com/office/drawing/2014/main" id="{9EE28270-6904-C5F1-C1F4-0F7EE94F7175}"/>
                </a:ext>
              </a:extLst>
            </p:cNvPr>
            <p:cNvSpPr txBox="1"/>
            <p:nvPr/>
          </p:nvSpPr>
          <p:spPr>
            <a:xfrm>
              <a:off x="533400" y="5360629"/>
              <a:ext cx="825867" cy="4543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de-DE" dirty="0">
                  <a:latin typeface="Audi Type" pitchFamily="34" charset="0"/>
                </a:rPr>
                <a:t>VCAN</a:t>
              </a:r>
            </a:p>
          </p:txBody>
        </p:sp>
        <p:sp>
          <p:nvSpPr>
            <p:cNvPr id="20" name="Textfeld 28">
              <a:extLst>
                <a:ext uri="{FF2B5EF4-FFF2-40B4-BE49-F238E27FC236}">
                  <a16:creationId xmlns:a16="http://schemas.microsoft.com/office/drawing/2014/main" id="{ECE40BDC-D171-603F-16CF-5A9FA4AB26FD}"/>
                </a:ext>
              </a:extLst>
            </p:cNvPr>
            <p:cNvSpPr txBox="1"/>
            <p:nvPr/>
          </p:nvSpPr>
          <p:spPr>
            <a:xfrm>
              <a:off x="533400" y="5955269"/>
              <a:ext cx="825867" cy="4543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latin typeface="Audi Type" pitchFamily="34" charset="0"/>
                </a:rPr>
                <a:t>PCAN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51EA07A-F2A4-63F8-B8BC-B0445D9A64ED}"/>
                </a:ext>
              </a:extLst>
            </p:cNvPr>
            <p:cNvSpPr/>
            <p:nvPr/>
          </p:nvSpPr>
          <p:spPr>
            <a:xfrm>
              <a:off x="990600" y="1295400"/>
              <a:ext cx="1600200" cy="390127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ECU</a:t>
              </a:r>
            </a:p>
            <a:p>
              <a:pPr algn="ctr"/>
              <a:endParaRPr lang="en-US" b="1" dirty="0"/>
            </a:p>
            <a:p>
              <a:pPr algn="ctr"/>
              <a:r>
                <a:rPr lang="en-US" b="1" dirty="0"/>
                <a:t>HIL</a:t>
              </a:r>
            </a:p>
            <a:p>
              <a:pPr algn="ctr"/>
              <a:endParaRPr lang="en-US" b="1" dirty="0"/>
            </a:p>
            <a:p>
              <a:pPr algn="ctr"/>
              <a:r>
                <a:rPr lang="en-US" b="1" dirty="0"/>
                <a:t> Mode </a:t>
              </a:r>
            </a:p>
            <a:p>
              <a:pPr algn="ctr"/>
              <a:endParaRPr lang="en-US" b="1" dirty="0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B7F323B-04E3-9A52-83D0-EA3B6753AE09}"/>
                </a:ext>
              </a:extLst>
            </p:cNvPr>
            <p:cNvGrpSpPr/>
            <p:nvPr/>
          </p:nvGrpSpPr>
          <p:grpSpPr>
            <a:xfrm>
              <a:off x="3124200" y="4038600"/>
              <a:ext cx="2756197" cy="1131332"/>
              <a:chOff x="3124200" y="4038600"/>
              <a:chExt cx="2756197" cy="1131332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6986599-51BD-61EF-2686-A62E6F6486CF}"/>
                  </a:ext>
                </a:extLst>
              </p:cNvPr>
              <p:cNvSpPr txBox="1"/>
              <p:nvPr/>
            </p:nvSpPr>
            <p:spPr>
              <a:xfrm>
                <a:off x="3219195" y="4450986"/>
                <a:ext cx="26612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0070C0"/>
                    </a:solidFill>
                  </a:rPr>
                  <a:t>UDP Logging Data </a:t>
                </a:r>
              </a:p>
            </p:txBody>
          </p: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14E4EA89-0AAF-E423-5801-613260A9741C}"/>
                  </a:ext>
                </a:extLst>
              </p:cNvPr>
              <p:cNvCxnSpPr/>
              <p:nvPr/>
            </p:nvCxnSpPr>
            <p:spPr>
              <a:xfrm>
                <a:off x="3200400" y="4038600"/>
                <a:ext cx="2667000" cy="0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2391DCA3-AF17-7401-1BBA-99311DBB32BE}"/>
                  </a:ext>
                </a:extLst>
              </p:cNvPr>
              <p:cNvCxnSpPr/>
              <p:nvPr/>
            </p:nvCxnSpPr>
            <p:spPr>
              <a:xfrm>
                <a:off x="3200400" y="4195642"/>
                <a:ext cx="2667000" cy="0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E2E003A5-4E99-B6CB-5C20-BDF2169EA2DD}"/>
                  </a:ext>
                </a:extLst>
              </p:cNvPr>
              <p:cNvCxnSpPr/>
              <p:nvPr/>
            </p:nvCxnSpPr>
            <p:spPr>
              <a:xfrm>
                <a:off x="3200400" y="4348042"/>
                <a:ext cx="2667000" cy="0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73EE437-36D4-F0DF-8058-50DA03D4BE0C}"/>
                  </a:ext>
                </a:extLst>
              </p:cNvPr>
              <p:cNvSpPr txBox="1"/>
              <p:nvPr/>
            </p:nvSpPr>
            <p:spPr>
              <a:xfrm>
                <a:off x="3124200" y="4800600"/>
                <a:ext cx="2667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0070C0"/>
                    </a:solidFill>
                  </a:rPr>
                  <a:t>( Z7A, Z7B, Z4 )</a:t>
                </a: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271EF06-8D9B-0F10-6049-1B56F9CFAAE8}"/>
                </a:ext>
              </a:extLst>
            </p:cNvPr>
            <p:cNvSpPr txBox="1"/>
            <p:nvPr/>
          </p:nvSpPr>
          <p:spPr>
            <a:xfrm>
              <a:off x="3142397" y="2170325"/>
              <a:ext cx="2286000" cy="1476723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ECU Transmits Algorithm outputs based on Injected data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7549399-6D5E-2960-1D07-DDB22C5B7C85}"/>
              </a:ext>
            </a:extLst>
          </p:cNvPr>
          <p:cNvGrpSpPr/>
          <p:nvPr/>
        </p:nvGrpSpPr>
        <p:grpSpPr>
          <a:xfrm>
            <a:off x="7047399" y="1999975"/>
            <a:ext cx="2590800" cy="3330212"/>
            <a:chOff x="6187451" y="1524001"/>
            <a:chExt cx="2590800" cy="333021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1609F41-F8CA-D07D-120B-57D18CA9EA9D}"/>
                </a:ext>
              </a:extLst>
            </p:cNvPr>
            <p:cNvGrpSpPr/>
            <p:nvPr/>
          </p:nvGrpSpPr>
          <p:grpSpPr>
            <a:xfrm>
              <a:off x="6187451" y="1524001"/>
              <a:ext cx="2590800" cy="3330212"/>
              <a:chOff x="6187451" y="1524001"/>
              <a:chExt cx="2590800" cy="3330212"/>
            </a:xfrm>
          </p:grpSpPr>
          <p:sp>
            <p:nvSpPr>
              <p:cNvPr id="32" name="Rechteck 6">
                <a:extLst>
                  <a:ext uri="{FF2B5EF4-FFF2-40B4-BE49-F238E27FC236}">
                    <a16:creationId xmlns:a16="http://schemas.microsoft.com/office/drawing/2014/main" id="{080B3CA3-4DBF-6314-1AB6-D056CF6836E5}"/>
                  </a:ext>
                </a:extLst>
              </p:cNvPr>
              <p:cNvSpPr/>
              <p:nvPr/>
            </p:nvSpPr>
            <p:spPr bwMode="auto">
              <a:xfrm>
                <a:off x="6426662" y="3494411"/>
                <a:ext cx="1981200" cy="1137997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 cap="flat" cmpd="sng" algn="ctr">
                <a:solidFill>
                  <a:schemeClr val="accent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2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Tx/>
                  <a:buFont typeface="Audi Type" pitchFamily="34" charset="0"/>
                  <a:buNone/>
                  <a:tabLst/>
                </a:pPr>
                <a:endParaRPr kumimoji="0" lang="de-DE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udi Type" pitchFamily="34" charset="0"/>
                  <a:ea typeface="Arial" pitchFamily="-110" charset="0"/>
                  <a:cs typeface="Arial" pitchFamily="-110" charset="0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E7EF57A5-066F-D0F0-A312-A3DA70C5B69D}"/>
                  </a:ext>
                </a:extLst>
              </p:cNvPr>
              <p:cNvSpPr/>
              <p:nvPr/>
            </p:nvSpPr>
            <p:spPr>
              <a:xfrm>
                <a:off x="6187451" y="1524001"/>
                <a:ext cx="2590800" cy="333021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9980815-38C6-E471-CC1A-56458EC64F29}"/>
                  </a:ext>
                </a:extLst>
              </p:cNvPr>
              <p:cNvSpPr txBox="1"/>
              <p:nvPr/>
            </p:nvSpPr>
            <p:spPr>
              <a:xfrm>
                <a:off x="7025651" y="1617916"/>
                <a:ext cx="873899" cy="300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PC</a:t>
                </a:r>
              </a:p>
            </p:txBody>
          </p: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B74AB85E-0C0C-1446-D0E4-6E298F8E4C81}"/>
                  </a:ext>
                </a:extLst>
              </p:cNvPr>
              <p:cNvGrpSpPr/>
              <p:nvPr/>
            </p:nvGrpSpPr>
            <p:grpSpPr>
              <a:xfrm>
                <a:off x="6371579" y="1975671"/>
                <a:ext cx="2140618" cy="1371911"/>
                <a:chOff x="6397291" y="1633603"/>
                <a:chExt cx="2140618" cy="1371911"/>
              </a:xfrm>
            </p:grpSpPr>
            <p:sp>
              <p:nvSpPr>
                <p:cNvPr id="36" name="Rechteck 6">
                  <a:extLst>
                    <a:ext uri="{FF2B5EF4-FFF2-40B4-BE49-F238E27FC236}">
                      <a16:creationId xmlns:a16="http://schemas.microsoft.com/office/drawing/2014/main" id="{6FB7158D-59D3-3A49-306F-E5920CFB1CD9}"/>
                    </a:ext>
                  </a:extLst>
                </p:cNvPr>
                <p:cNvSpPr/>
                <p:nvPr/>
              </p:nvSpPr>
              <p:spPr bwMode="auto">
                <a:xfrm>
                  <a:off x="6397291" y="2511478"/>
                  <a:ext cx="2140618" cy="494036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accent3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Tx/>
                    <a:buFont typeface="Audi Type" pitchFamily="34" charset="0"/>
                    <a:buNone/>
                    <a:tabLst/>
                  </a:pPr>
                  <a:r>
                    <a:rPr kumimoji="0" lang="de-DE" sz="14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udi Type" pitchFamily="34" charset="0"/>
                      <a:ea typeface="Arial" pitchFamily="-110" charset="0"/>
                      <a:cs typeface="Arial" pitchFamily="-110" charset="0"/>
                    </a:rPr>
                    <a:t>Delphi</a:t>
                  </a:r>
                  <a:r>
                    <a:rPr kumimoji="0" lang="de-DE" sz="1400" b="1" i="0" u="none" strike="noStrike" cap="none" normalizeH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udi Type" pitchFamily="34" charset="0"/>
                      <a:ea typeface="Arial" pitchFamily="-110" charset="0"/>
                      <a:cs typeface="Arial" pitchFamily="-110" charset="0"/>
                    </a:rPr>
                    <a:t>   HIL      Filter  </a:t>
                  </a:r>
                  <a:endParaRPr kumimoji="0" lang="de-DE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udi Type" pitchFamily="34" charset="0"/>
                    <a:ea typeface="Arial" pitchFamily="-110" charset="0"/>
                    <a:cs typeface="Arial" pitchFamily="-110" charset="0"/>
                  </a:endParaRPr>
                </a:p>
              </p:txBody>
            </p:sp>
            <p:sp>
              <p:nvSpPr>
                <p:cNvPr id="37" name="Rounded Rectangle 40">
                  <a:extLst>
                    <a:ext uri="{FF2B5EF4-FFF2-40B4-BE49-F238E27FC236}">
                      <a16:creationId xmlns:a16="http://schemas.microsoft.com/office/drawing/2014/main" id="{39F35B9F-3710-64A6-1BDD-11BB7A3A6EDA}"/>
                    </a:ext>
                  </a:extLst>
                </p:cNvPr>
                <p:cNvSpPr/>
                <p:nvPr/>
              </p:nvSpPr>
              <p:spPr>
                <a:xfrm>
                  <a:off x="6477000" y="1633603"/>
                  <a:ext cx="2060909" cy="425159"/>
                </a:xfrm>
                <a:prstGeom prst="round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Simulation Model </a:t>
                  </a:r>
                </a:p>
              </p:txBody>
            </p:sp>
            <p:sp>
              <p:nvSpPr>
                <p:cNvPr id="38" name="Down Arrow 41">
                  <a:extLst>
                    <a:ext uri="{FF2B5EF4-FFF2-40B4-BE49-F238E27FC236}">
                      <a16:creationId xmlns:a16="http://schemas.microsoft.com/office/drawing/2014/main" id="{A040CFE4-D97E-9EF3-FCC3-1CA60BDBA529}"/>
                    </a:ext>
                  </a:extLst>
                </p:cNvPr>
                <p:cNvSpPr/>
                <p:nvPr/>
              </p:nvSpPr>
              <p:spPr>
                <a:xfrm>
                  <a:off x="7176772" y="2173126"/>
                  <a:ext cx="241552" cy="230156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Up Arrow 42">
                  <a:extLst>
                    <a:ext uri="{FF2B5EF4-FFF2-40B4-BE49-F238E27FC236}">
                      <a16:creationId xmlns:a16="http://schemas.microsoft.com/office/drawing/2014/main" id="{52D4D021-F7CA-8625-6E17-4AECF0958EE6}"/>
                    </a:ext>
                  </a:extLst>
                </p:cNvPr>
                <p:cNvSpPr/>
                <p:nvPr/>
              </p:nvSpPr>
              <p:spPr>
                <a:xfrm>
                  <a:off x="7568716" y="2173126"/>
                  <a:ext cx="279884" cy="230156"/>
                </a:xfrm>
                <a:prstGeom prst="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E8336C5-A58D-500F-66C7-19D49F6EEDAB}"/>
                </a:ext>
              </a:extLst>
            </p:cNvPr>
            <p:cNvSpPr txBox="1"/>
            <p:nvPr/>
          </p:nvSpPr>
          <p:spPr>
            <a:xfrm>
              <a:off x="6523200" y="3859914"/>
              <a:ext cx="2091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ORCAS Logging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67478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EFE29-3E62-65BE-D7FE-6E7FE37A1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ECU In HIL mode (Request New cycle data)</a:t>
            </a:r>
            <a:br>
              <a:rPr lang="en-US" dirty="0"/>
            </a:b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87C4EA-1ADC-4DD1-098A-C52649B7C2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7C5D55-5FAD-21E3-F22F-B58038BE1A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9528B992-3FB6-EDDC-A40F-46376D6E0754}"/>
              </a:ext>
            </a:extLst>
          </p:cNvPr>
          <p:cNvSpPr txBox="1">
            <a:spLocks/>
          </p:cNvSpPr>
          <p:nvPr/>
        </p:nvSpPr>
        <p:spPr>
          <a:xfrm>
            <a:off x="832315" y="360974"/>
            <a:ext cx="8688308" cy="110966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BE717AD7-C894-22F5-5DB9-347C3F6567FD}"/>
              </a:ext>
            </a:extLst>
          </p:cNvPr>
          <p:cNvSpPr txBox="1">
            <a:spLocks/>
          </p:cNvSpPr>
          <p:nvPr/>
        </p:nvSpPr>
        <p:spPr>
          <a:xfrm>
            <a:off x="576323" y="6989520"/>
            <a:ext cx="40393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A771751-DAF6-8C1A-EAC9-B684333D80D8}"/>
              </a:ext>
            </a:extLst>
          </p:cNvPr>
          <p:cNvGrpSpPr/>
          <p:nvPr/>
        </p:nvGrpSpPr>
        <p:grpSpPr>
          <a:xfrm>
            <a:off x="1180279" y="1636137"/>
            <a:ext cx="7473185" cy="4652531"/>
            <a:chOff x="533400" y="685800"/>
            <a:chExt cx="7473185" cy="572384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43EC6D8-B058-EFF1-F256-0E060F436463}"/>
                </a:ext>
              </a:extLst>
            </p:cNvPr>
            <p:cNvSpPr txBox="1"/>
            <p:nvPr/>
          </p:nvSpPr>
          <p:spPr>
            <a:xfrm>
              <a:off x="3581400" y="68580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  <p:cxnSp>
          <p:nvCxnSpPr>
            <p:cNvPr id="9" name="Gerade Verbindung 7">
              <a:extLst>
                <a:ext uri="{FF2B5EF4-FFF2-40B4-BE49-F238E27FC236}">
                  <a16:creationId xmlns:a16="http://schemas.microsoft.com/office/drawing/2014/main" id="{FD665C4B-962B-2ACE-8986-FBD13CF8BA4C}"/>
                </a:ext>
              </a:extLst>
            </p:cNvPr>
            <p:cNvCxnSpPr/>
            <p:nvPr/>
          </p:nvCxnSpPr>
          <p:spPr bwMode="auto">
            <a:xfrm flipH="1">
              <a:off x="1472716" y="5588333"/>
              <a:ext cx="6533869" cy="49294"/>
            </a:xfrm>
            <a:prstGeom prst="line">
              <a:avLst/>
            </a:prstGeom>
            <a:noFill/>
            <a:ln w="2540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Gerade Verbindung 8">
              <a:extLst>
                <a:ext uri="{FF2B5EF4-FFF2-40B4-BE49-F238E27FC236}">
                  <a16:creationId xmlns:a16="http://schemas.microsoft.com/office/drawing/2014/main" id="{9CF68E9F-2503-3BCE-C0BD-058E4A6A3223}"/>
                </a:ext>
              </a:extLst>
            </p:cNvPr>
            <p:cNvCxnSpPr/>
            <p:nvPr/>
          </p:nvCxnSpPr>
          <p:spPr bwMode="auto">
            <a:xfrm flipV="1">
              <a:off x="1918968" y="4950075"/>
              <a:ext cx="0" cy="638258"/>
            </a:xfrm>
            <a:prstGeom prst="line">
              <a:avLst/>
            </a:prstGeom>
            <a:noFill/>
            <a:ln w="2540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" name="Ellipse 16">
              <a:extLst>
                <a:ext uri="{FF2B5EF4-FFF2-40B4-BE49-F238E27FC236}">
                  <a16:creationId xmlns:a16="http://schemas.microsoft.com/office/drawing/2014/main" id="{685748AE-A40B-2335-4E42-5C9AE114961D}"/>
                </a:ext>
              </a:extLst>
            </p:cNvPr>
            <p:cNvSpPr/>
            <p:nvPr/>
          </p:nvSpPr>
          <p:spPr bwMode="auto">
            <a:xfrm>
              <a:off x="1869002" y="5537811"/>
              <a:ext cx="99932" cy="101043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Audi Type" pitchFamily="34" charset="0"/>
                <a:buNone/>
                <a:tabLst/>
              </a:pPr>
              <a:endParaRPr kumimoji="0" 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udi Type" pitchFamily="34" charset="0"/>
                <a:ea typeface="Arial" pitchFamily="-110" charset="0"/>
                <a:cs typeface="Arial" pitchFamily="-110" charset="0"/>
              </a:endParaRPr>
            </a:p>
          </p:txBody>
        </p:sp>
        <p:cxnSp>
          <p:nvCxnSpPr>
            <p:cNvPr id="12" name="Gerade Verbindung 17">
              <a:extLst>
                <a:ext uri="{FF2B5EF4-FFF2-40B4-BE49-F238E27FC236}">
                  <a16:creationId xmlns:a16="http://schemas.microsoft.com/office/drawing/2014/main" id="{4ED2ABDF-F6F8-5077-BAED-6BDE66C977C1}"/>
                </a:ext>
              </a:extLst>
            </p:cNvPr>
            <p:cNvCxnSpPr/>
            <p:nvPr/>
          </p:nvCxnSpPr>
          <p:spPr bwMode="auto">
            <a:xfrm flipV="1">
              <a:off x="1685528" y="4950075"/>
              <a:ext cx="0" cy="998298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" name="Gerade Verbindung 19">
              <a:extLst>
                <a:ext uri="{FF2B5EF4-FFF2-40B4-BE49-F238E27FC236}">
                  <a16:creationId xmlns:a16="http://schemas.microsoft.com/office/drawing/2014/main" id="{D74AE07F-7ADC-05D9-787A-2AC8269B5A26}"/>
                </a:ext>
              </a:extLst>
            </p:cNvPr>
            <p:cNvCxnSpPr/>
            <p:nvPr/>
          </p:nvCxnSpPr>
          <p:spPr bwMode="auto">
            <a:xfrm flipH="1">
              <a:off x="1109464" y="5947145"/>
              <a:ext cx="6840252" cy="1228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" name="Ellipse 20">
              <a:extLst>
                <a:ext uri="{FF2B5EF4-FFF2-40B4-BE49-F238E27FC236}">
                  <a16:creationId xmlns:a16="http://schemas.microsoft.com/office/drawing/2014/main" id="{968AC40A-2C17-DC61-E6AC-F933780DD7CB}"/>
                </a:ext>
              </a:extLst>
            </p:cNvPr>
            <p:cNvSpPr/>
            <p:nvPr/>
          </p:nvSpPr>
          <p:spPr bwMode="auto">
            <a:xfrm>
              <a:off x="1635562" y="5897851"/>
              <a:ext cx="99932" cy="101043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Audi Type" pitchFamily="34" charset="0"/>
                <a:buNone/>
                <a:tabLst/>
              </a:pPr>
              <a:endParaRPr kumimoji="0" 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udi Type" pitchFamily="34" charset="0"/>
                <a:ea typeface="Arial" pitchFamily="-110" charset="0"/>
                <a:cs typeface="Arial" pitchFamily="-110" charset="0"/>
              </a:endParaRPr>
            </a:p>
          </p:txBody>
        </p:sp>
        <p:cxnSp>
          <p:nvCxnSpPr>
            <p:cNvPr id="15" name="Gerade Verbindung 22">
              <a:extLst>
                <a:ext uri="{FF2B5EF4-FFF2-40B4-BE49-F238E27FC236}">
                  <a16:creationId xmlns:a16="http://schemas.microsoft.com/office/drawing/2014/main" id="{8AD4F7EE-D02C-01D8-48A9-259F5E52283F}"/>
                </a:ext>
              </a:extLst>
            </p:cNvPr>
            <p:cNvCxnSpPr/>
            <p:nvPr/>
          </p:nvCxnSpPr>
          <p:spPr bwMode="auto">
            <a:xfrm flipV="1">
              <a:off x="7530988" y="4948848"/>
              <a:ext cx="0" cy="638258"/>
            </a:xfrm>
            <a:prstGeom prst="line">
              <a:avLst/>
            </a:prstGeom>
            <a:noFill/>
            <a:ln w="2540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" name="Ellipse 23">
              <a:extLst>
                <a:ext uri="{FF2B5EF4-FFF2-40B4-BE49-F238E27FC236}">
                  <a16:creationId xmlns:a16="http://schemas.microsoft.com/office/drawing/2014/main" id="{28C7DC96-8F02-C4F9-ED6D-DF614E1164CB}"/>
                </a:ext>
              </a:extLst>
            </p:cNvPr>
            <p:cNvSpPr/>
            <p:nvPr/>
          </p:nvSpPr>
          <p:spPr bwMode="auto">
            <a:xfrm>
              <a:off x="7468784" y="5536584"/>
              <a:ext cx="99932" cy="101043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Audi Type" pitchFamily="34" charset="0"/>
                <a:buNone/>
                <a:tabLst/>
              </a:pPr>
              <a:endParaRPr kumimoji="0" 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udi Type" pitchFamily="34" charset="0"/>
                <a:ea typeface="Arial" pitchFamily="-110" charset="0"/>
                <a:cs typeface="Arial" pitchFamily="-110" charset="0"/>
              </a:endParaRPr>
            </a:p>
          </p:txBody>
        </p:sp>
        <p:cxnSp>
          <p:nvCxnSpPr>
            <p:cNvPr id="17" name="Gerade Verbindung 24">
              <a:extLst>
                <a:ext uri="{FF2B5EF4-FFF2-40B4-BE49-F238E27FC236}">
                  <a16:creationId xmlns:a16="http://schemas.microsoft.com/office/drawing/2014/main" id="{B161DFBF-BF6A-CD82-4E6D-CCF12F39C163}"/>
                </a:ext>
              </a:extLst>
            </p:cNvPr>
            <p:cNvCxnSpPr/>
            <p:nvPr/>
          </p:nvCxnSpPr>
          <p:spPr bwMode="auto">
            <a:xfrm flipV="1">
              <a:off x="7297548" y="4948848"/>
              <a:ext cx="0" cy="998298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" name="Ellipse 25">
              <a:extLst>
                <a:ext uri="{FF2B5EF4-FFF2-40B4-BE49-F238E27FC236}">
                  <a16:creationId xmlns:a16="http://schemas.microsoft.com/office/drawing/2014/main" id="{9AD04A27-6CFD-D02E-2122-C3D17A651CBC}"/>
                </a:ext>
              </a:extLst>
            </p:cNvPr>
            <p:cNvSpPr/>
            <p:nvPr/>
          </p:nvSpPr>
          <p:spPr bwMode="auto">
            <a:xfrm>
              <a:off x="7235344" y="5896624"/>
              <a:ext cx="99932" cy="101043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Audi Type" pitchFamily="34" charset="0"/>
                <a:buNone/>
                <a:tabLst/>
              </a:pPr>
              <a:endParaRPr kumimoji="0" 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udi Type" pitchFamily="34" charset="0"/>
                <a:ea typeface="Arial" pitchFamily="-110" charset="0"/>
                <a:cs typeface="Arial" pitchFamily="-110" charset="0"/>
              </a:endParaRPr>
            </a:p>
          </p:txBody>
        </p:sp>
        <p:sp>
          <p:nvSpPr>
            <p:cNvPr id="19" name="Textfeld 26">
              <a:extLst>
                <a:ext uri="{FF2B5EF4-FFF2-40B4-BE49-F238E27FC236}">
                  <a16:creationId xmlns:a16="http://schemas.microsoft.com/office/drawing/2014/main" id="{CD72BC43-7D71-B533-D1B4-0C7D6BA8D2C7}"/>
                </a:ext>
              </a:extLst>
            </p:cNvPr>
            <p:cNvSpPr txBox="1"/>
            <p:nvPr/>
          </p:nvSpPr>
          <p:spPr>
            <a:xfrm>
              <a:off x="533400" y="5360629"/>
              <a:ext cx="825867" cy="4543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de-DE" dirty="0">
                  <a:latin typeface="Audi Type" pitchFamily="34" charset="0"/>
                </a:rPr>
                <a:t>VCAN</a:t>
              </a:r>
            </a:p>
          </p:txBody>
        </p:sp>
        <p:sp>
          <p:nvSpPr>
            <p:cNvPr id="20" name="Textfeld 28">
              <a:extLst>
                <a:ext uri="{FF2B5EF4-FFF2-40B4-BE49-F238E27FC236}">
                  <a16:creationId xmlns:a16="http://schemas.microsoft.com/office/drawing/2014/main" id="{3DB155E8-43E2-A8E2-EE11-5D844D9DAF1C}"/>
                </a:ext>
              </a:extLst>
            </p:cNvPr>
            <p:cNvSpPr txBox="1"/>
            <p:nvPr/>
          </p:nvSpPr>
          <p:spPr>
            <a:xfrm>
              <a:off x="533400" y="5955269"/>
              <a:ext cx="825867" cy="4543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latin typeface="Audi Type" pitchFamily="34" charset="0"/>
                </a:rPr>
                <a:t>PCAN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C116A7B-F566-9F79-147C-C59C749B7E35}"/>
                </a:ext>
              </a:extLst>
            </p:cNvPr>
            <p:cNvSpPr/>
            <p:nvPr/>
          </p:nvSpPr>
          <p:spPr>
            <a:xfrm>
              <a:off x="990600" y="1295400"/>
              <a:ext cx="1600200" cy="390127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ECU</a:t>
              </a:r>
            </a:p>
            <a:p>
              <a:pPr algn="ctr"/>
              <a:endParaRPr lang="en-US" b="1" dirty="0"/>
            </a:p>
            <a:p>
              <a:pPr algn="ctr"/>
              <a:r>
                <a:rPr lang="en-US" b="1" dirty="0"/>
                <a:t>HIL</a:t>
              </a:r>
            </a:p>
            <a:p>
              <a:pPr algn="ctr"/>
              <a:endParaRPr lang="en-US" b="1" dirty="0"/>
            </a:p>
            <a:p>
              <a:pPr algn="ctr"/>
              <a:r>
                <a:rPr lang="en-US" b="1" dirty="0"/>
                <a:t> Mode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A375FF1-C9F0-0295-0024-BDD9BA6B4EDB}"/>
                </a:ext>
              </a:extLst>
            </p:cNvPr>
            <p:cNvGrpSpPr/>
            <p:nvPr/>
          </p:nvGrpSpPr>
          <p:grpSpPr>
            <a:xfrm>
              <a:off x="3078329" y="2192740"/>
              <a:ext cx="2732747" cy="1167537"/>
              <a:chOff x="3111203" y="2209800"/>
              <a:chExt cx="2732747" cy="1167537"/>
            </a:xfrm>
          </p:grpSpPr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27D3FB9F-1459-FBB9-11E1-3DC63541E67C}"/>
                  </a:ext>
                </a:extLst>
              </p:cNvPr>
              <p:cNvCxnSpPr/>
              <p:nvPr/>
            </p:nvCxnSpPr>
            <p:spPr>
              <a:xfrm>
                <a:off x="3111203" y="2209800"/>
                <a:ext cx="2667000" cy="0"/>
              </a:xfrm>
              <a:prstGeom prst="straightConnector1">
                <a:avLst/>
              </a:prstGeom>
              <a:ln w="28575">
                <a:solidFill>
                  <a:srgbClr val="7030A0"/>
                </a:solidFill>
                <a:prstDash val="lg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392C3F3-F42F-A434-B7F2-8F2A41A236B1}"/>
                  </a:ext>
                </a:extLst>
              </p:cNvPr>
              <p:cNvSpPr txBox="1"/>
              <p:nvPr/>
            </p:nvSpPr>
            <p:spPr>
              <a:xfrm>
                <a:off x="3163953" y="2354991"/>
                <a:ext cx="2679997" cy="102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rgbClr val="7030A0"/>
                    </a:solidFill>
                  </a:rPr>
                  <a:t>XCP Request  for New Cycle HIL Data (Sent Next PCAN Cycle 50ms)</a:t>
                </a:r>
              </a:p>
            </p:txBody>
          </p: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050B034-0010-C55C-3DE5-8344C346BFD3}"/>
              </a:ext>
            </a:extLst>
          </p:cNvPr>
          <p:cNvGrpSpPr/>
          <p:nvPr/>
        </p:nvGrpSpPr>
        <p:grpSpPr>
          <a:xfrm>
            <a:off x="6834330" y="2017138"/>
            <a:ext cx="2590800" cy="3330212"/>
            <a:chOff x="6187451" y="1524001"/>
            <a:chExt cx="2590800" cy="333021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E97422E-9B79-1006-1D92-3167C344217B}"/>
                </a:ext>
              </a:extLst>
            </p:cNvPr>
            <p:cNvGrpSpPr/>
            <p:nvPr/>
          </p:nvGrpSpPr>
          <p:grpSpPr>
            <a:xfrm>
              <a:off x="6187451" y="1524001"/>
              <a:ext cx="2590800" cy="3330212"/>
              <a:chOff x="6187451" y="1524001"/>
              <a:chExt cx="2590800" cy="3330212"/>
            </a:xfrm>
          </p:grpSpPr>
          <p:sp>
            <p:nvSpPr>
              <p:cNvPr id="28" name="Rechteck 6">
                <a:extLst>
                  <a:ext uri="{FF2B5EF4-FFF2-40B4-BE49-F238E27FC236}">
                    <a16:creationId xmlns:a16="http://schemas.microsoft.com/office/drawing/2014/main" id="{02ACDB87-B54B-7D76-BC90-3635641B420E}"/>
                  </a:ext>
                </a:extLst>
              </p:cNvPr>
              <p:cNvSpPr/>
              <p:nvPr/>
            </p:nvSpPr>
            <p:spPr bwMode="auto">
              <a:xfrm>
                <a:off x="6426662" y="3494411"/>
                <a:ext cx="1981200" cy="1137997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 cap="flat" cmpd="sng" algn="ctr">
                <a:solidFill>
                  <a:schemeClr val="accent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2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Tx/>
                  <a:buFont typeface="Audi Type" pitchFamily="34" charset="0"/>
                  <a:buNone/>
                  <a:tabLst/>
                </a:pPr>
                <a:endParaRPr kumimoji="0" lang="de-DE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udi Type" pitchFamily="34" charset="0"/>
                  <a:ea typeface="Arial" pitchFamily="-110" charset="0"/>
                  <a:cs typeface="Arial" pitchFamily="-110" charset="0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18A21FBE-8C82-84EE-F36D-4976DDA9E139}"/>
                  </a:ext>
                </a:extLst>
              </p:cNvPr>
              <p:cNvSpPr/>
              <p:nvPr/>
            </p:nvSpPr>
            <p:spPr>
              <a:xfrm>
                <a:off x="6187451" y="1524001"/>
                <a:ext cx="2590800" cy="333021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CCF29A7-DCC8-2E87-3A1B-397710FCBF66}"/>
                  </a:ext>
                </a:extLst>
              </p:cNvPr>
              <p:cNvSpPr txBox="1"/>
              <p:nvPr/>
            </p:nvSpPr>
            <p:spPr>
              <a:xfrm>
                <a:off x="7025651" y="1617916"/>
                <a:ext cx="873899" cy="300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PC</a:t>
                </a:r>
              </a:p>
            </p:txBody>
          </p: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735597CE-1DD6-A405-106A-E5BBCE25C9B3}"/>
                  </a:ext>
                </a:extLst>
              </p:cNvPr>
              <p:cNvGrpSpPr/>
              <p:nvPr/>
            </p:nvGrpSpPr>
            <p:grpSpPr>
              <a:xfrm>
                <a:off x="6371579" y="1975671"/>
                <a:ext cx="2140618" cy="1371911"/>
                <a:chOff x="6397291" y="1633603"/>
                <a:chExt cx="2140618" cy="1371911"/>
              </a:xfrm>
            </p:grpSpPr>
            <p:sp>
              <p:nvSpPr>
                <p:cNvPr id="32" name="Rechteck 6">
                  <a:extLst>
                    <a:ext uri="{FF2B5EF4-FFF2-40B4-BE49-F238E27FC236}">
                      <a16:creationId xmlns:a16="http://schemas.microsoft.com/office/drawing/2014/main" id="{B5A2EC62-ACCB-C36B-4A32-51C20952C1FE}"/>
                    </a:ext>
                  </a:extLst>
                </p:cNvPr>
                <p:cNvSpPr/>
                <p:nvPr/>
              </p:nvSpPr>
              <p:spPr bwMode="auto">
                <a:xfrm>
                  <a:off x="6397291" y="2511478"/>
                  <a:ext cx="2140618" cy="494036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accent3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Tx/>
                    <a:buFont typeface="Audi Type" pitchFamily="34" charset="0"/>
                    <a:buNone/>
                    <a:tabLst/>
                  </a:pPr>
                  <a:r>
                    <a:rPr kumimoji="0" lang="de-DE" sz="14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udi Type" pitchFamily="34" charset="0"/>
                      <a:ea typeface="Arial" pitchFamily="-110" charset="0"/>
                      <a:cs typeface="Arial" pitchFamily="-110" charset="0"/>
                    </a:rPr>
                    <a:t>Delphi</a:t>
                  </a:r>
                  <a:r>
                    <a:rPr kumimoji="0" lang="de-DE" sz="1400" b="1" i="0" u="none" strike="noStrike" cap="none" normalizeH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udi Type" pitchFamily="34" charset="0"/>
                      <a:ea typeface="Arial" pitchFamily="-110" charset="0"/>
                      <a:cs typeface="Arial" pitchFamily="-110" charset="0"/>
                    </a:rPr>
                    <a:t>   HIL      Filter  </a:t>
                  </a:r>
                  <a:endParaRPr kumimoji="0" lang="de-DE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udi Type" pitchFamily="34" charset="0"/>
                    <a:ea typeface="Arial" pitchFamily="-110" charset="0"/>
                    <a:cs typeface="Arial" pitchFamily="-110" charset="0"/>
                  </a:endParaRPr>
                </a:p>
              </p:txBody>
            </p:sp>
            <p:sp>
              <p:nvSpPr>
                <p:cNvPr id="33" name="Rounded Rectangle 36">
                  <a:extLst>
                    <a:ext uri="{FF2B5EF4-FFF2-40B4-BE49-F238E27FC236}">
                      <a16:creationId xmlns:a16="http://schemas.microsoft.com/office/drawing/2014/main" id="{566EAA06-66FB-19E8-4609-71E2EEC99FA7}"/>
                    </a:ext>
                  </a:extLst>
                </p:cNvPr>
                <p:cNvSpPr/>
                <p:nvPr/>
              </p:nvSpPr>
              <p:spPr>
                <a:xfrm>
                  <a:off x="6477000" y="1633603"/>
                  <a:ext cx="2060909" cy="425159"/>
                </a:xfrm>
                <a:prstGeom prst="round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Simulation Model </a:t>
                  </a:r>
                </a:p>
              </p:txBody>
            </p:sp>
            <p:sp>
              <p:nvSpPr>
                <p:cNvPr id="34" name="Down Arrow 37">
                  <a:extLst>
                    <a:ext uri="{FF2B5EF4-FFF2-40B4-BE49-F238E27FC236}">
                      <a16:creationId xmlns:a16="http://schemas.microsoft.com/office/drawing/2014/main" id="{F46BABB9-FD65-B252-ECDD-909CBAFA3F15}"/>
                    </a:ext>
                  </a:extLst>
                </p:cNvPr>
                <p:cNvSpPr/>
                <p:nvPr/>
              </p:nvSpPr>
              <p:spPr>
                <a:xfrm>
                  <a:off x="7176772" y="2173126"/>
                  <a:ext cx="241552" cy="230156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" name="Up Arrow 38">
                  <a:extLst>
                    <a:ext uri="{FF2B5EF4-FFF2-40B4-BE49-F238E27FC236}">
                      <a16:creationId xmlns:a16="http://schemas.microsoft.com/office/drawing/2014/main" id="{2D1D9430-3E9F-9E64-B594-22DDC894AF78}"/>
                    </a:ext>
                  </a:extLst>
                </p:cNvPr>
                <p:cNvSpPr/>
                <p:nvPr/>
              </p:nvSpPr>
              <p:spPr>
                <a:xfrm>
                  <a:off x="7568716" y="2173126"/>
                  <a:ext cx="279884" cy="230156"/>
                </a:xfrm>
                <a:prstGeom prst="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6F88CC3-0348-35D1-CB1F-018C05F0D0A2}"/>
                </a:ext>
              </a:extLst>
            </p:cNvPr>
            <p:cNvSpPr txBox="1"/>
            <p:nvPr/>
          </p:nvSpPr>
          <p:spPr>
            <a:xfrm>
              <a:off x="6523200" y="3859914"/>
              <a:ext cx="2091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ORCAS Logging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71965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DB6E3-EC76-3369-4CF0-E79713380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HIL Modes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F55A35-A2AE-4186-278C-6E46F87B042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22CC29-15E4-A213-6A09-87D7C670C5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152E4A-996C-4854-0F61-69ECEF6F0D1A}"/>
              </a:ext>
            </a:extLst>
          </p:cNvPr>
          <p:cNvSpPr txBox="1"/>
          <p:nvPr/>
        </p:nvSpPr>
        <p:spPr>
          <a:xfrm>
            <a:off x="613284" y="1690062"/>
            <a:ext cx="766156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HIL Injection of Track Objects</a:t>
            </a:r>
          </a:p>
          <a:p>
            <a:pPr lvl="1"/>
            <a:r>
              <a:rPr lang="en-US" sz="2200" dirty="0">
                <a:solidFill>
                  <a:schemeClr val="tx2"/>
                </a:solidFill>
              </a:rPr>
              <a:t>Radar Tracks injected via HIL</a:t>
            </a:r>
          </a:p>
          <a:p>
            <a:pPr lvl="1"/>
            <a:r>
              <a:rPr lang="en-US" sz="2200" dirty="0">
                <a:solidFill>
                  <a:schemeClr val="tx2"/>
                </a:solidFill>
              </a:rPr>
              <a:t>Feature functions run on injected Tracks </a:t>
            </a:r>
          </a:p>
          <a:p>
            <a:pPr lvl="1"/>
            <a:r>
              <a:rPr lang="en-US" sz="2200" dirty="0">
                <a:solidFill>
                  <a:schemeClr val="tx2"/>
                </a:solidFill>
              </a:rPr>
              <a:t>Radar transmits feature outputs on VCAN/PCAN</a:t>
            </a:r>
          </a:p>
          <a:p>
            <a:r>
              <a:rPr lang="en-US" sz="2400" b="1" dirty="0">
                <a:solidFill>
                  <a:srgbClr val="00B050"/>
                </a:solidFill>
              </a:rPr>
              <a:t>HIL Injection of Detections </a:t>
            </a:r>
          </a:p>
          <a:p>
            <a:pPr lvl="1"/>
            <a:r>
              <a:rPr lang="en-US" sz="2200" dirty="0">
                <a:solidFill>
                  <a:schemeClr val="tx2"/>
                </a:solidFill>
              </a:rPr>
              <a:t>Radar detections injected via HIL</a:t>
            </a:r>
          </a:p>
          <a:p>
            <a:pPr lvl="1"/>
            <a:r>
              <a:rPr lang="en-US" sz="2200" dirty="0">
                <a:solidFill>
                  <a:schemeClr val="tx2"/>
                </a:solidFill>
              </a:rPr>
              <a:t>Tracker run on injected detections </a:t>
            </a:r>
          </a:p>
          <a:p>
            <a:pPr lvl="1"/>
            <a:r>
              <a:rPr lang="en-US" sz="2200" dirty="0">
                <a:solidFill>
                  <a:schemeClr val="tx2"/>
                </a:solidFill>
              </a:rPr>
              <a:t>Radar transmits detections, feature outputs on PCAN/VCAN</a:t>
            </a:r>
            <a:endParaRPr lang="en-US" sz="2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112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AD327-2993-1E6F-02E2-DF7EA949E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530" y="231846"/>
            <a:ext cx="10969247" cy="923920"/>
          </a:xfrm>
        </p:spPr>
        <p:txBody>
          <a:bodyPr/>
          <a:lstStyle/>
          <a:p>
            <a:r>
              <a:rPr lang="en-US" sz="2800" dirty="0"/>
              <a:t>HIL  (Track Injection for Feature function Verification) </a:t>
            </a:r>
            <a:br>
              <a:rPr lang="en-US" sz="3600" dirty="0"/>
            </a:b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84D387-D39F-76A0-D34A-4839F5531E7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AECE3-D060-BE66-3E88-6B178305CA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43A8DF-39F3-B3B8-DA94-8F6E550FF034}"/>
              </a:ext>
            </a:extLst>
          </p:cNvPr>
          <p:cNvSpPr txBox="1"/>
          <p:nvPr/>
        </p:nvSpPr>
        <p:spPr>
          <a:xfrm>
            <a:off x="4261555" y="5091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DB1BC1A9-57C5-A63D-3231-ECD80F1B0849}"/>
              </a:ext>
            </a:extLst>
          </p:cNvPr>
          <p:cNvSpPr txBox="1">
            <a:spLocks/>
          </p:cNvSpPr>
          <p:nvPr/>
        </p:nvSpPr>
        <p:spPr>
          <a:xfrm>
            <a:off x="609599" y="6319723"/>
            <a:ext cx="40393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0D934D-4A9D-29A8-7150-25FBDA498F91}"/>
              </a:ext>
            </a:extLst>
          </p:cNvPr>
          <p:cNvSpPr/>
          <p:nvPr/>
        </p:nvSpPr>
        <p:spPr>
          <a:xfrm>
            <a:off x="984955" y="5385940"/>
            <a:ext cx="7115176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63F52C-2CB1-671E-C4D1-DF6CE07EB8C1}"/>
              </a:ext>
            </a:extLst>
          </p:cNvPr>
          <p:cNvSpPr/>
          <p:nvPr/>
        </p:nvSpPr>
        <p:spPr>
          <a:xfrm>
            <a:off x="984955" y="1424464"/>
            <a:ext cx="7162800" cy="1219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468D60-8C7B-7817-9B34-6CE429930086}"/>
              </a:ext>
            </a:extLst>
          </p:cNvPr>
          <p:cNvSpPr/>
          <p:nvPr/>
        </p:nvSpPr>
        <p:spPr>
          <a:xfrm>
            <a:off x="984955" y="2643664"/>
            <a:ext cx="7162798" cy="28946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55FA6BC-DDEC-2BB3-D5B3-68F75608570E}"/>
              </a:ext>
            </a:extLst>
          </p:cNvPr>
          <p:cNvSpPr txBox="1">
            <a:spLocks/>
          </p:cNvSpPr>
          <p:nvPr/>
        </p:nvSpPr>
        <p:spPr>
          <a:xfrm>
            <a:off x="907247" y="-290960"/>
            <a:ext cx="8777209" cy="1109663"/>
          </a:xfrm>
          <a:prstGeom prst="rect">
            <a:avLst/>
          </a:prstGeom>
        </p:spPr>
        <p:txBody>
          <a:bodyPr vert="horz" lIns="91422" tIns="45712" rIns="91422" bIns="45712" rtlCol="0" anchor="b">
            <a:normAutofit/>
          </a:bodyPr>
          <a:lstStyle>
            <a:lvl1pPr algn="l" defTabSz="914224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8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F11660-5590-12E8-9DC0-9E78749F133C}"/>
              </a:ext>
            </a:extLst>
          </p:cNvPr>
          <p:cNvSpPr/>
          <p:nvPr/>
        </p:nvSpPr>
        <p:spPr>
          <a:xfrm>
            <a:off x="6099881" y="1576864"/>
            <a:ext cx="990600" cy="685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ADC</a:t>
            </a:r>
          </a:p>
        </p:txBody>
      </p:sp>
      <p:sp>
        <p:nvSpPr>
          <p:cNvPr id="12" name="Right Arrow 8">
            <a:extLst>
              <a:ext uri="{FF2B5EF4-FFF2-40B4-BE49-F238E27FC236}">
                <a16:creationId xmlns:a16="http://schemas.microsoft.com/office/drawing/2014/main" id="{444B82B0-684D-43E7-8BF5-023AAD5B462F}"/>
              </a:ext>
            </a:extLst>
          </p:cNvPr>
          <p:cNvSpPr/>
          <p:nvPr/>
        </p:nvSpPr>
        <p:spPr>
          <a:xfrm flipH="1" flipV="1">
            <a:off x="5414081" y="1729264"/>
            <a:ext cx="571502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CBFC75-D342-90BF-7748-173CEC7B8CD7}"/>
              </a:ext>
            </a:extLst>
          </p:cNvPr>
          <p:cNvSpPr/>
          <p:nvPr/>
        </p:nvSpPr>
        <p:spPr>
          <a:xfrm>
            <a:off x="4347281" y="1576864"/>
            <a:ext cx="990600" cy="685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RDD 1</a:t>
            </a:r>
            <a:r>
              <a:rPr lang="en-US" baseline="30000" dirty="0">
                <a:solidFill>
                  <a:srgbClr val="C00000"/>
                </a:solidFill>
              </a:rPr>
              <a:t>st</a:t>
            </a:r>
            <a:r>
              <a:rPr lang="en-US" dirty="0">
                <a:solidFill>
                  <a:srgbClr val="C00000"/>
                </a:solidFill>
              </a:rPr>
              <a:t> Pass</a:t>
            </a:r>
          </a:p>
        </p:txBody>
      </p:sp>
      <p:sp>
        <p:nvSpPr>
          <p:cNvPr id="14" name="Right Arrow 38">
            <a:extLst>
              <a:ext uri="{FF2B5EF4-FFF2-40B4-BE49-F238E27FC236}">
                <a16:creationId xmlns:a16="http://schemas.microsoft.com/office/drawing/2014/main" id="{E6F743CB-2870-AF54-ACA3-668AB54D4AE2}"/>
              </a:ext>
            </a:extLst>
          </p:cNvPr>
          <p:cNvSpPr/>
          <p:nvPr/>
        </p:nvSpPr>
        <p:spPr>
          <a:xfrm flipH="1" flipV="1">
            <a:off x="3585281" y="1757402"/>
            <a:ext cx="571502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C77760-BD25-A417-2393-575E2BB611F1}"/>
              </a:ext>
            </a:extLst>
          </p:cNvPr>
          <p:cNvSpPr/>
          <p:nvPr/>
        </p:nvSpPr>
        <p:spPr>
          <a:xfrm>
            <a:off x="2261305" y="1576864"/>
            <a:ext cx="990600" cy="685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C00000"/>
                </a:solidFill>
              </a:rPr>
              <a:t>RDD 2</a:t>
            </a:r>
            <a:r>
              <a:rPr lang="en-US" sz="1600" baseline="30000" dirty="0">
                <a:solidFill>
                  <a:srgbClr val="C00000"/>
                </a:solidFill>
              </a:rPr>
              <a:t>nd</a:t>
            </a:r>
            <a:r>
              <a:rPr lang="en-US" sz="1600" dirty="0">
                <a:solidFill>
                  <a:srgbClr val="C00000"/>
                </a:solidFill>
              </a:rPr>
              <a:t> Pass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6E27B8-0927-C8FA-1175-2AE32906B130}"/>
              </a:ext>
            </a:extLst>
          </p:cNvPr>
          <p:cNvSpPr/>
          <p:nvPr/>
        </p:nvSpPr>
        <p:spPr>
          <a:xfrm>
            <a:off x="984955" y="3404740"/>
            <a:ext cx="990600" cy="685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C00000"/>
                </a:solidFill>
              </a:rPr>
              <a:t>Angle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C00000"/>
                </a:solidFill>
              </a:rPr>
              <a:t>Finding</a:t>
            </a:r>
          </a:p>
        </p:txBody>
      </p:sp>
      <p:sp>
        <p:nvSpPr>
          <p:cNvPr id="17" name="Right Arrow 48">
            <a:extLst>
              <a:ext uri="{FF2B5EF4-FFF2-40B4-BE49-F238E27FC236}">
                <a16:creationId xmlns:a16="http://schemas.microsoft.com/office/drawing/2014/main" id="{09863DAF-7C3F-49B8-F75E-AE10F3F41BE9}"/>
              </a:ext>
            </a:extLst>
          </p:cNvPr>
          <p:cNvSpPr/>
          <p:nvPr/>
        </p:nvSpPr>
        <p:spPr>
          <a:xfrm flipH="1" flipV="1">
            <a:off x="1413579" y="1805464"/>
            <a:ext cx="571502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451A58-4E0E-F400-D99F-DC3406CF9743}"/>
              </a:ext>
            </a:extLst>
          </p:cNvPr>
          <p:cNvSpPr/>
          <p:nvPr/>
        </p:nvSpPr>
        <p:spPr>
          <a:xfrm>
            <a:off x="1613019" y="4700140"/>
            <a:ext cx="3366106" cy="685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C00000"/>
                </a:solidFill>
              </a:rPr>
              <a:t>Free Space</a:t>
            </a:r>
          </a:p>
        </p:txBody>
      </p:sp>
      <p:sp>
        <p:nvSpPr>
          <p:cNvPr id="19" name="Down Arrow 52">
            <a:extLst>
              <a:ext uri="{FF2B5EF4-FFF2-40B4-BE49-F238E27FC236}">
                <a16:creationId xmlns:a16="http://schemas.microsoft.com/office/drawing/2014/main" id="{C2648E80-9B41-4134-D2B3-0095EFEDED15}"/>
              </a:ext>
            </a:extLst>
          </p:cNvPr>
          <p:cNvSpPr/>
          <p:nvPr/>
        </p:nvSpPr>
        <p:spPr>
          <a:xfrm>
            <a:off x="4506320" y="3986334"/>
            <a:ext cx="266700" cy="7048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56CECC-5907-CEBF-EDAC-44762ACC651B}"/>
              </a:ext>
            </a:extLst>
          </p:cNvPr>
          <p:cNvSpPr/>
          <p:nvPr/>
        </p:nvSpPr>
        <p:spPr>
          <a:xfrm>
            <a:off x="5942290" y="5043040"/>
            <a:ext cx="1900665" cy="5715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IPC</a:t>
            </a:r>
          </a:p>
        </p:txBody>
      </p:sp>
      <p:sp>
        <p:nvSpPr>
          <p:cNvPr id="21" name="Right Arrow 62">
            <a:extLst>
              <a:ext uri="{FF2B5EF4-FFF2-40B4-BE49-F238E27FC236}">
                <a16:creationId xmlns:a16="http://schemas.microsoft.com/office/drawing/2014/main" id="{1A70D2CE-8377-38F9-0322-9C413CC762ED}"/>
              </a:ext>
            </a:extLst>
          </p:cNvPr>
          <p:cNvSpPr/>
          <p:nvPr/>
        </p:nvSpPr>
        <p:spPr>
          <a:xfrm>
            <a:off x="5061229" y="5062090"/>
            <a:ext cx="800526" cy="2476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15A074-A31D-D629-F611-6E5830ACFAB9}"/>
              </a:ext>
            </a:extLst>
          </p:cNvPr>
          <p:cNvSpPr/>
          <p:nvPr/>
        </p:nvSpPr>
        <p:spPr>
          <a:xfrm>
            <a:off x="1137355" y="5805040"/>
            <a:ext cx="990600" cy="3429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OS</a:t>
            </a:r>
          </a:p>
        </p:txBody>
      </p:sp>
      <p:sp>
        <p:nvSpPr>
          <p:cNvPr id="23" name="Down Arrow 10">
            <a:extLst>
              <a:ext uri="{FF2B5EF4-FFF2-40B4-BE49-F238E27FC236}">
                <a16:creationId xmlns:a16="http://schemas.microsoft.com/office/drawing/2014/main" id="{44911361-B65A-C69F-ADAD-5B2A82D4CC88}"/>
              </a:ext>
            </a:extLst>
          </p:cNvPr>
          <p:cNvSpPr/>
          <p:nvPr/>
        </p:nvSpPr>
        <p:spPr>
          <a:xfrm>
            <a:off x="1137355" y="2490340"/>
            <a:ext cx="304800" cy="838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75AAC5B-3D84-30A9-D271-1A7A93450175}"/>
              </a:ext>
            </a:extLst>
          </p:cNvPr>
          <p:cNvSpPr/>
          <p:nvPr/>
        </p:nvSpPr>
        <p:spPr>
          <a:xfrm>
            <a:off x="5414081" y="5766940"/>
            <a:ext cx="2124074" cy="43815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C00000"/>
                </a:solidFill>
              </a:rPr>
              <a:t>Feature Output</a:t>
            </a:r>
          </a:p>
        </p:txBody>
      </p:sp>
      <p:sp>
        <p:nvSpPr>
          <p:cNvPr id="25" name="Down Arrow 71">
            <a:extLst>
              <a:ext uri="{FF2B5EF4-FFF2-40B4-BE49-F238E27FC236}">
                <a16:creationId xmlns:a16="http://schemas.microsoft.com/office/drawing/2014/main" id="{C3A9BC0D-16E5-C20E-8C87-FFD68354F4D3}"/>
              </a:ext>
            </a:extLst>
          </p:cNvPr>
          <p:cNvSpPr/>
          <p:nvPr/>
        </p:nvSpPr>
        <p:spPr>
          <a:xfrm>
            <a:off x="2661355" y="3995290"/>
            <a:ext cx="266700" cy="7048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BC3FD6F-8FA8-92C1-035D-6DEDEF05151D}"/>
              </a:ext>
            </a:extLst>
          </p:cNvPr>
          <p:cNvSpPr/>
          <p:nvPr/>
        </p:nvSpPr>
        <p:spPr>
          <a:xfrm>
            <a:off x="5899763" y="3404740"/>
            <a:ext cx="1943192" cy="685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C00000"/>
                </a:solidFill>
              </a:rPr>
              <a:t>CTA , RECW,SWW</a:t>
            </a:r>
          </a:p>
        </p:txBody>
      </p:sp>
      <p:sp>
        <p:nvSpPr>
          <p:cNvPr id="27" name="Right Arrow 69">
            <a:extLst>
              <a:ext uri="{FF2B5EF4-FFF2-40B4-BE49-F238E27FC236}">
                <a16:creationId xmlns:a16="http://schemas.microsoft.com/office/drawing/2014/main" id="{18E816D9-0715-28EA-60F4-BBF62D10A869}"/>
              </a:ext>
            </a:extLst>
          </p:cNvPr>
          <p:cNvSpPr/>
          <p:nvPr/>
        </p:nvSpPr>
        <p:spPr>
          <a:xfrm>
            <a:off x="3635837" y="3595240"/>
            <a:ext cx="549518" cy="2667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D02D774-6C62-48FB-B8C7-07DE07A64521}"/>
              </a:ext>
            </a:extLst>
          </p:cNvPr>
          <p:cNvSpPr/>
          <p:nvPr/>
        </p:nvSpPr>
        <p:spPr>
          <a:xfrm>
            <a:off x="2389892" y="3404740"/>
            <a:ext cx="1228726" cy="685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C00000"/>
                </a:solidFill>
              </a:rPr>
              <a:t>Detections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8AB765A-5FA4-5A93-15FB-F1CBCA41F436}"/>
              </a:ext>
            </a:extLst>
          </p:cNvPr>
          <p:cNvSpPr/>
          <p:nvPr/>
        </p:nvSpPr>
        <p:spPr>
          <a:xfrm>
            <a:off x="1061155" y="2338864"/>
            <a:ext cx="1066800" cy="304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IPC</a:t>
            </a:r>
          </a:p>
        </p:txBody>
      </p:sp>
      <p:sp>
        <p:nvSpPr>
          <p:cNvPr id="30" name="Right Arrow 70">
            <a:extLst>
              <a:ext uri="{FF2B5EF4-FFF2-40B4-BE49-F238E27FC236}">
                <a16:creationId xmlns:a16="http://schemas.microsoft.com/office/drawing/2014/main" id="{11F1B681-EF9E-0378-857F-3F1F24274595}"/>
              </a:ext>
            </a:extLst>
          </p:cNvPr>
          <p:cNvSpPr/>
          <p:nvPr/>
        </p:nvSpPr>
        <p:spPr>
          <a:xfrm>
            <a:off x="1840374" y="3595240"/>
            <a:ext cx="549518" cy="2667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E3D30CC-5787-4416-4E37-E2FB8E26EADA}"/>
              </a:ext>
            </a:extLst>
          </p:cNvPr>
          <p:cNvSpPr/>
          <p:nvPr/>
        </p:nvSpPr>
        <p:spPr>
          <a:xfrm>
            <a:off x="4185355" y="3328540"/>
            <a:ext cx="990600" cy="685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C00000"/>
                </a:solidFill>
              </a:rPr>
              <a:t>Tracker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5506CEE-6ADD-46B5-33EC-13B3F786A18F}"/>
              </a:ext>
            </a:extLst>
          </p:cNvPr>
          <p:cNvSpPr/>
          <p:nvPr/>
        </p:nvSpPr>
        <p:spPr>
          <a:xfrm>
            <a:off x="8528756" y="2345510"/>
            <a:ext cx="685800" cy="199026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UDP</a:t>
            </a:r>
          </a:p>
        </p:txBody>
      </p:sp>
      <p:sp>
        <p:nvSpPr>
          <p:cNvPr id="33" name="Right Arrow 49">
            <a:extLst>
              <a:ext uri="{FF2B5EF4-FFF2-40B4-BE49-F238E27FC236}">
                <a16:creationId xmlns:a16="http://schemas.microsoft.com/office/drawing/2014/main" id="{AA804B83-DC6D-1970-7B06-43F0A694534E}"/>
              </a:ext>
            </a:extLst>
          </p:cNvPr>
          <p:cNvSpPr/>
          <p:nvPr/>
        </p:nvSpPr>
        <p:spPr>
          <a:xfrm flipH="1">
            <a:off x="5175954" y="2776552"/>
            <a:ext cx="3352800" cy="265776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34" name="Down Arrow 74">
            <a:extLst>
              <a:ext uri="{FF2B5EF4-FFF2-40B4-BE49-F238E27FC236}">
                <a16:creationId xmlns:a16="http://schemas.microsoft.com/office/drawing/2014/main" id="{F7FAC055-D578-AC7B-9D8C-ADECD4DDA39B}"/>
              </a:ext>
            </a:extLst>
          </p:cNvPr>
          <p:cNvSpPr/>
          <p:nvPr/>
        </p:nvSpPr>
        <p:spPr>
          <a:xfrm>
            <a:off x="5175955" y="2985640"/>
            <a:ext cx="300038" cy="647700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Down Arrow 36">
            <a:extLst>
              <a:ext uri="{FF2B5EF4-FFF2-40B4-BE49-F238E27FC236}">
                <a16:creationId xmlns:a16="http://schemas.microsoft.com/office/drawing/2014/main" id="{C5541810-608E-C9D4-7524-A8C7E0BED4DB}"/>
              </a:ext>
            </a:extLst>
          </p:cNvPr>
          <p:cNvSpPr/>
          <p:nvPr/>
        </p:nvSpPr>
        <p:spPr>
          <a:xfrm>
            <a:off x="6252279" y="4128640"/>
            <a:ext cx="266700" cy="809625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Up-Down Arrow 40">
            <a:extLst>
              <a:ext uri="{FF2B5EF4-FFF2-40B4-BE49-F238E27FC236}">
                <a16:creationId xmlns:a16="http://schemas.microsoft.com/office/drawing/2014/main" id="{5085643C-5770-895A-CEBC-D167DEC49044}"/>
              </a:ext>
            </a:extLst>
          </p:cNvPr>
          <p:cNvSpPr/>
          <p:nvPr/>
        </p:nvSpPr>
        <p:spPr>
          <a:xfrm>
            <a:off x="7223829" y="5424040"/>
            <a:ext cx="171450" cy="457200"/>
          </a:xfrm>
          <a:prstGeom prst="up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ight Arrow 45">
            <a:extLst>
              <a:ext uri="{FF2B5EF4-FFF2-40B4-BE49-F238E27FC236}">
                <a16:creationId xmlns:a16="http://schemas.microsoft.com/office/drawing/2014/main" id="{88B599F9-F65C-9C2C-B4B2-DC4EF7E8DA35}"/>
              </a:ext>
            </a:extLst>
          </p:cNvPr>
          <p:cNvSpPr/>
          <p:nvPr/>
        </p:nvSpPr>
        <p:spPr>
          <a:xfrm>
            <a:off x="5166431" y="3633340"/>
            <a:ext cx="771524" cy="26670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Left-Right Arrow 55">
            <a:extLst>
              <a:ext uri="{FF2B5EF4-FFF2-40B4-BE49-F238E27FC236}">
                <a16:creationId xmlns:a16="http://schemas.microsoft.com/office/drawing/2014/main" id="{133237E6-A215-7922-E7A9-BE65D3D21323}"/>
              </a:ext>
            </a:extLst>
          </p:cNvPr>
          <p:cNvSpPr/>
          <p:nvPr/>
        </p:nvSpPr>
        <p:spPr>
          <a:xfrm>
            <a:off x="7666743" y="5843140"/>
            <a:ext cx="862012" cy="266700"/>
          </a:xfrm>
          <a:prstGeom prst="left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AAEDFA3-2C1F-4174-8F39-0D26ADCC884A}"/>
              </a:ext>
            </a:extLst>
          </p:cNvPr>
          <p:cNvSpPr/>
          <p:nvPr/>
        </p:nvSpPr>
        <p:spPr>
          <a:xfrm>
            <a:off x="8604955" y="5385940"/>
            <a:ext cx="990600" cy="685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VCAN</a:t>
            </a:r>
          </a:p>
        </p:txBody>
      </p:sp>
      <p:sp>
        <p:nvSpPr>
          <p:cNvPr id="40" name="Left-Right Arrow 57">
            <a:extLst>
              <a:ext uri="{FF2B5EF4-FFF2-40B4-BE49-F238E27FC236}">
                <a16:creationId xmlns:a16="http://schemas.microsoft.com/office/drawing/2014/main" id="{084AB317-9A2C-37B9-C657-38FE48C26832}"/>
              </a:ext>
            </a:extLst>
          </p:cNvPr>
          <p:cNvSpPr/>
          <p:nvPr/>
        </p:nvSpPr>
        <p:spPr>
          <a:xfrm>
            <a:off x="8147755" y="4849819"/>
            <a:ext cx="519906" cy="228600"/>
          </a:xfrm>
          <a:prstGeom prst="left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105C0AD-3377-B135-4D19-E8FDA03BE2E8}"/>
              </a:ext>
            </a:extLst>
          </p:cNvPr>
          <p:cNvSpPr/>
          <p:nvPr/>
        </p:nvSpPr>
        <p:spPr>
          <a:xfrm>
            <a:off x="8744656" y="4555904"/>
            <a:ext cx="850899" cy="58782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PCAN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4131683-0830-94DE-F389-8D8C71AB2A74}"/>
              </a:ext>
            </a:extLst>
          </p:cNvPr>
          <p:cNvSpPr txBox="1"/>
          <p:nvPr/>
        </p:nvSpPr>
        <p:spPr>
          <a:xfrm>
            <a:off x="984955" y="878472"/>
            <a:ext cx="678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Verification using Artificial Objects or Real Vehicle Scenario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4F14091-6805-B211-A8B3-A91148CA5297}"/>
              </a:ext>
            </a:extLst>
          </p:cNvPr>
          <p:cNvSpPr/>
          <p:nvPr/>
        </p:nvSpPr>
        <p:spPr>
          <a:xfrm>
            <a:off x="6680427" y="4262670"/>
            <a:ext cx="1402602" cy="47625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C00000"/>
                </a:solidFill>
              </a:rPr>
              <a:t>DADC</a:t>
            </a:r>
          </a:p>
        </p:txBody>
      </p:sp>
      <p:sp>
        <p:nvSpPr>
          <p:cNvPr id="44" name="Right Arrow 47">
            <a:extLst>
              <a:ext uri="{FF2B5EF4-FFF2-40B4-BE49-F238E27FC236}">
                <a16:creationId xmlns:a16="http://schemas.microsoft.com/office/drawing/2014/main" id="{56202869-7A1C-C321-2A11-137793238D67}"/>
              </a:ext>
            </a:extLst>
          </p:cNvPr>
          <p:cNvSpPr/>
          <p:nvPr/>
        </p:nvSpPr>
        <p:spPr>
          <a:xfrm>
            <a:off x="5337881" y="4374138"/>
            <a:ext cx="1357266" cy="26670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Down Arrow 51">
            <a:extLst>
              <a:ext uri="{FF2B5EF4-FFF2-40B4-BE49-F238E27FC236}">
                <a16:creationId xmlns:a16="http://schemas.microsoft.com/office/drawing/2014/main" id="{056FF567-DACD-6F7E-BA48-CBF947D317F5}"/>
              </a:ext>
            </a:extLst>
          </p:cNvPr>
          <p:cNvSpPr/>
          <p:nvPr/>
        </p:nvSpPr>
        <p:spPr>
          <a:xfrm>
            <a:off x="7500054" y="4738920"/>
            <a:ext cx="266700" cy="1104220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330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40" grpId="0" animBg="1"/>
      <p:bldP spid="44" grpId="0" animBg="1"/>
      <p:bldP spid="4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C2D3F-FBEA-42D1-7C8C-28543585B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HIL (Detections Injection for Algorithm Verification</a:t>
            </a:r>
            <a:r>
              <a:rPr lang="en-US" sz="3600" dirty="0"/>
              <a:t>) </a:t>
            </a:r>
            <a:br>
              <a:rPr lang="en-US" sz="3600" dirty="0"/>
            </a:b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E8F669-7984-34AF-B19E-9D3BC4E88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81A77-B126-8208-2A74-D41516C75B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4193A1-EA4B-59CB-BF25-3FE69F6325C9}"/>
              </a:ext>
            </a:extLst>
          </p:cNvPr>
          <p:cNvSpPr txBox="1"/>
          <p:nvPr/>
        </p:nvSpPr>
        <p:spPr>
          <a:xfrm>
            <a:off x="4266774" y="5011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FF0AFC23-316E-BE37-746B-0FBB19356BFA}"/>
              </a:ext>
            </a:extLst>
          </p:cNvPr>
          <p:cNvSpPr txBox="1">
            <a:spLocks/>
          </p:cNvSpPr>
          <p:nvPr/>
        </p:nvSpPr>
        <p:spPr>
          <a:xfrm>
            <a:off x="614818" y="6311717"/>
            <a:ext cx="40393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556188-43C1-E766-87B4-2A29C39FCB8C}"/>
              </a:ext>
            </a:extLst>
          </p:cNvPr>
          <p:cNvSpPr/>
          <p:nvPr/>
        </p:nvSpPr>
        <p:spPr>
          <a:xfrm>
            <a:off x="990174" y="5377934"/>
            <a:ext cx="7115176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ECFDF8-80AF-1258-12FC-03B362D725DF}"/>
              </a:ext>
            </a:extLst>
          </p:cNvPr>
          <p:cNvSpPr/>
          <p:nvPr/>
        </p:nvSpPr>
        <p:spPr>
          <a:xfrm>
            <a:off x="990174" y="1416458"/>
            <a:ext cx="7162800" cy="1219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CA9059-7E02-6EDB-7EC8-4CC952902B82}"/>
              </a:ext>
            </a:extLst>
          </p:cNvPr>
          <p:cNvSpPr/>
          <p:nvPr/>
        </p:nvSpPr>
        <p:spPr>
          <a:xfrm>
            <a:off x="990174" y="2635658"/>
            <a:ext cx="7162798" cy="28946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6E4D515-AB3C-25AE-09E7-11A78EC8D2E7}"/>
              </a:ext>
            </a:extLst>
          </p:cNvPr>
          <p:cNvSpPr txBox="1">
            <a:spLocks/>
          </p:cNvSpPr>
          <p:nvPr/>
        </p:nvSpPr>
        <p:spPr>
          <a:xfrm>
            <a:off x="912466" y="-298966"/>
            <a:ext cx="8777209" cy="1109663"/>
          </a:xfrm>
          <a:prstGeom prst="rect">
            <a:avLst/>
          </a:prstGeom>
        </p:spPr>
        <p:txBody>
          <a:bodyPr vert="horz" lIns="91422" tIns="45712" rIns="91422" bIns="45712" rtlCol="0" anchor="b">
            <a:normAutofit/>
          </a:bodyPr>
          <a:lstStyle>
            <a:lvl1pPr algn="l" defTabSz="914224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8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792BCF-FAF6-D2E8-A8FF-E12D91FC8FDD}"/>
              </a:ext>
            </a:extLst>
          </p:cNvPr>
          <p:cNvSpPr/>
          <p:nvPr/>
        </p:nvSpPr>
        <p:spPr>
          <a:xfrm>
            <a:off x="6021733" y="1555112"/>
            <a:ext cx="990600" cy="685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ADC</a:t>
            </a:r>
          </a:p>
        </p:txBody>
      </p:sp>
      <p:sp>
        <p:nvSpPr>
          <p:cNvPr id="12" name="Right Arrow 8">
            <a:extLst>
              <a:ext uri="{FF2B5EF4-FFF2-40B4-BE49-F238E27FC236}">
                <a16:creationId xmlns:a16="http://schemas.microsoft.com/office/drawing/2014/main" id="{09F68EC9-7D93-FE0C-57B4-92627B15A6DF}"/>
              </a:ext>
            </a:extLst>
          </p:cNvPr>
          <p:cNvSpPr/>
          <p:nvPr/>
        </p:nvSpPr>
        <p:spPr>
          <a:xfrm flipH="1" flipV="1">
            <a:off x="5419300" y="1721258"/>
            <a:ext cx="571502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97DE2A-5F4D-1138-6116-7668E81AC675}"/>
              </a:ext>
            </a:extLst>
          </p:cNvPr>
          <p:cNvSpPr/>
          <p:nvPr/>
        </p:nvSpPr>
        <p:spPr>
          <a:xfrm>
            <a:off x="4352500" y="1568858"/>
            <a:ext cx="990600" cy="685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RDD 1</a:t>
            </a:r>
            <a:r>
              <a:rPr lang="en-US" baseline="30000" dirty="0">
                <a:solidFill>
                  <a:srgbClr val="C00000"/>
                </a:solidFill>
              </a:rPr>
              <a:t>st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Pass</a:t>
            </a:r>
          </a:p>
        </p:txBody>
      </p:sp>
      <p:sp>
        <p:nvSpPr>
          <p:cNvPr id="14" name="Right Arrow 38">
            <a:extLst>
              <a:ext uri="{FF2B5EF4-FFF2-40B4-BE49-F238E27FC236}">
                <a16:creationId xmlns:a16="http://schemas.microsoft.com/office/drawing/2014/main" id="{23FCA4A2-880A-8CCC-DF64-2D2D815FFE95}"/>
              </a:ext>
            </a:extLst>
          </p:cNvPr>
          <p:cNvSpPr/>
          <p:nvPr/>
        </p:nvSpPr>
        <p:spPr>
          <a:xfrm flipH="1" flipV="1">
            <a:off x="3590500" y="1749396"/>
            <a:ext cx="571502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4093CB-DF72-4E11-A8B5-15CFCA424BF4}"/>
              </a:ext>
            </a:extLst>
          </p:cNvPr>
          <p:cNvSpPr/>
          <p:nvPr/>
        </p:nvSpPr>
        <p:spPr>
          <a:xfrm>
            <a:off x="2266524" y="1568858"/>
            <a:ext cx="990600" cy="685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C00000"/>
                </a:solidFill>
              </a:rPr>
              <a:t>RDD 2</a:t>
            </a:r>
            <a:r>
              <a:rPr lang="en-US" sz="1600" baseline="30000" dirty="0">
                <a:solidFill>
                  <a:srgbClr val="C00000"/>
                </a:solidFill>
              </a:rPr>
              <a:t>nd</a:t>
            </a:r>
            <a:r>
              <a:rPr lang="en-US" sz="1600" dirty="0">
                <a:solidFill>
                  <a:srgbClr val="C00000"/>
                </a:solidFill>
              </a:rPr>
              <a:t> Pass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E1BED1-A25F-BBE6-23FF-F11D9E1996F8}"/>
              </a:ext>
            </a:extLst>
          </p:cNvPr>
          <p:cNvSpPr/>
          <p:nvPr/>
        </p:nvSpPr>
        <p:spPr>
          <a:xfrm>
            <a:off x="990174" y="3396734"/>
            <a:ext cx="990600" cy="685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C00000"/>
                </a:solidFill>
              </a:rPr>
              <a:t>Angle Finding</a:t>
            </a:r>
          </a:p>
        </p:txBody>
      </p:sp>
      <p:sp>
        <p:nvSpPr>
          <p:cNvPr id="17" name="Right Arrow 48">
            <a:extLst>
              <a:ext uri="{FF2B5EF4-FFF2-40B4-BE49-F238E27FC236}">
                <a16:creationId xmlns:a16="http://schemas.microsoft.com/office/drawing/2014/main" id="{13E47D45-62CD-AC59-B548-E80A1C615BBB}"/>
              </a:ext>
            </a:extLst>
          </p:cNvPr>
          <p:cNvSpPr/>
          <p:nvPr/>
        </p:nvSpPr>
        <p:spPr>
          <a:xfrm flipH="1" flipV="1">
            <a:off x="1418798" y="1797458"/>
            <a:ext cx="571502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3ED68B-6B87-E6F9-D8B6-82E541954471}"/>
              </a:ext>
            </a:extLst>
          </p:cNvPr>
          <p:cNvSpPr/>
          <p:nvPr/>
        </p:nvSpPr>
        <p:spPr>
          <a:xfrm>
            <a:off x="1618238" y="4692134"/>
            <a:ext cx="3366106" cy="685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C00000"/>
                </a:solidFill>
              </a:rPr>
              <a:t>Free Space</a:t>
            </a:r>
          </a:p>
        </p:txBody>
      </p:sp>
      <p:sp>
        <p:nvSpPr>
          <p:cNvPr id="19" name="Down Arrow 52">
            <a:extLst>
              <a:ext uri="{FF2B5EF4-FFF2-40B4-BE49-F238E27FC236}">
                <a16:creationId xmlns:a16="http://schemas.microsoft.com/office/drawing/2014/main" id="{CA697985-D461-08B8-78EC-2D2165B9B0A1}"/>
              </a:ext>
            </a:extLst>
          </p:cNvPr>
          <p:cNvSpPr/>
          <p:nvPr/>
        </p:nvSpPr>
        <p:spPr>
          <a:xfrm>
            <a:off x="4511539" y="3978328"/>
            <a:ext cx="266700" cy="704850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4460DF-27CA-8A51-1867-D569B3DD92C5}"/>
              </a:ext>
            </a:extLst>
          </p:cNvPr>
          <p:cNvSpPr/>
          <p:nvPr/>
        </p:nvSpPr>
        <p:spPr>
          <a:xfrm>
            <a:off x="5947509" y="5035034"/>
            <a:ext cx="1900665" cy="5715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IPC</a:t>
            </a:r>
          </a:p>
        </p:txBody>
      </p:sp>
      <p:sp>
        <p:nvSpPr>
          <p:cNvPr id="21" name="Right Arrow 62">
            <a:extLst>
              <a:ext uri="{FF2B5EF4-FFF2-40B4-BE49-F238E27FC236}">
                <a16:creationId xmlns:a16="http://schemas.microsoft.com/office/drawing/2014/main" id="{93F54059-456F-91F6-2D11-993C302DD15E}"/>
              </a:ext>
            </a:extLst>
          </p:cNvPr>
          <p:cNvSpPr/>
          <p:nvPr/>
        </p:nvSpPr>
        <p:spPr>
          <a:xfrm>
            <a:off x="5066448" y="5054084"/>
            <a:ext cx="800526" cy="24765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FF8E04A-1148-B5BF-652D-BB0F5AB59EA2}"/>
              </a:ext>
            </a:extLst>
          </p:cNvPr>
          <p:cNvSpPr/>
          <p:nvPr/>
        </p:nvSpPr>
        <p:spPr>
          <a:xfrm>
            <a:off x="1122938" y="5797034"/>
            <a:ext cx="990600" cy="3429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OS</a:t>
            </a:r>
          </a:p>
        </p:txBody>
      </p:sp>
      <p:sp>
        <p:nvSpPr>
          <p:cNvPr id="23" name="Down Arrow 10">
            <a:extLst>
              <a:ext uri="{FF2B5EF4-FFF2-40B4-BE49-F238E27FC236}">
                <a16:creationId xmlns:a16="http://schemas.microsoft.com/office/drawing/2014/main" id="{44BA7462-F088-CF29-F706-578B81F96C1C}"/>
              </a:ext>
            </a:extLst>
          </p:cNvPr>
          <p:cNvSpPr/>
          <p:nvPr/>
        </p:nvSpPr>
        <p:spPr>
          <a:xfrm>
            <a:off x="1142574" y="2482334"/>
            <a:ext cx="304800" cy="838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1A2189-335E-656D-2FD8-3D6F8AD178B7}"/>
              </a:ext>
            </a:extLst>
          </p:cNvPr>
          <p:cNvSpPr/>
          <p:nvPr/>
        </p:nvSpPr>
        <p:spPr>
          <a:xfrm>
            <a:off x="5705050" y="5758934"/>
            <a:ext cx="1838323" cy="43815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C00000"/>
                </a:solidFill>
              </a:rPr>
              <a:t>Feature Output</a:t>
            </a:r>
          </a:p>
        </p:txBody>
      </p:sp>
      <p:sp>
        <p:nvSpPr>
          <p:cNvPr id="25" name="Down Arrow 71">
            <a:extLst>
              <a:ext uri="{FF2B5EF4-FFF2-40B4-BE49-F238E27FC236}">
                <a16:creationId xmlns:a16="http://schemas.microsoft.com/office/drawing/2014/main" id="{3DF93901-76A0-A05A-CAAB-1A6577916957}"/>
              </a:ext>
            </a:extLst>
          </p:cNvPr>
          <p:cNvSpPr/>
          <p:nvPr/>
        </p:nvSpPr>
        <p:spPr>
          <a:xfrm>
            <a:off x="2666574" y="3987284"/>
            <a:ext cx="266700" cy="704850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6C7F723-C035-6360-A854-9A2F00DB3A1E}"/>
              </a:ext>
            </a:extLst>
          </p:cNvPr>
          <p:cNvSpPr/>
          <p:nvPr/>
        </p:nvSpPr>
        <p:spPr>
          <a:xfrm>
            <a:off x="5904982" y="3396734"/>
            <a:ext cx="1943192" cy="685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C00000"/>
                </a:solidFill>
              </a:rPr>
              <a:t>CTA , SWW,RECW </a:t>
            </a:r>
          </a:p>
        </p:txBody>
      </p:sp>
      <p:sp>
        <p:nvSpPr>
          <p:cNvPr id="27" name="Right Arrow 69">
            <a:extLst>
              <a:ext uri="{FF2B5EF4-FFF2-40B4-BE49-F238E27FC236}">
                <a16:creationId xmlns:a16="http://schemas.microsoft.com/office/drawing/2014/main" id="{BCF774BF-B985-D60E-13F2-14F95FB7CE77}"/>
              </a:ext>
            </a:extLst>
          </p:cNvPr>
          <p:cNvSpPr/>
          <p:nvPr/>
        </p:nvSpPr>
        <p:spPr>
          <a:xfrm>
            <a:off x="3641056" y="3587234"/>
            <a:ext cx="549518" cy="26670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87B4335-44FF-B069-38FF-DF8099BF2526}"/>
              </a:ext>
            </a:extLst>
          </p:cNvPr>
          <p:cNvSpPr/>
          <p:nvPr/>
        </p:nvSpPr>
        <p:spPr>
          <a:xfrm>
            <a:off x="2395111" y="3396734"/>
            <a:ext cx="1228726" cy="685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C00000"/>
                </a:solidFill>
              </a:rPr>
              <a:t>Detections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C902C0-97F1-9304-C285-25138EEFFD8F}"/>
              </a:ext>
            </a:extLst>
          </p:cNvPr>
          <p:cNvSpPr/>
          <p:nvPr/>
        </p:nvSpPr>
        <p:spPr>
          <a:xfrm>
            <a:off x="1066374" y="2330858"/>
            <a:ext cx="1066800" cy="304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IPC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8731419-DEFC-DE95-33FE-1FF5FE56EC8A}"/>
              </a:ext>
            </a:extLst>
          </p:cNvPr>
          <p:cNvSpPr/>
          <p:nvPr/>
        </p:nvSpPr>
        <p:spPr>
          <a:xfrm>
            <a:off x="4190574" y="3320534"/>
            <a:ext cx="990600" cy="685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C00000"/>
                </a:solidFill>
              </a:rPr>
              <a:t>Tracker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CD4D6F0-99A8-1DB5-3DB4-CC1BBF2B26B0}"/>
              </a:ext>
            </a:extLst>
          </p:cNvPr>
          <p:cNvSpPr/>
          <p:nvPr/>
        </p:nvSpPr>
        <p:spPr>
          <a:xfrm>
            <a:off x="8533975" y="2337504"/>
            <a:ext cx="685800" cy="199026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UDP</a:t>
            </a:r>
          </a:p>
        </p:txBody>
      </p:sp>
      <p:sp>
        <p:nvSpPr>
          <p:cNvPr id="32" name="Right Arrow 49">
            <a:extLst>
              <a:ext uri="{FF2B5EF4-FFF2-40B4-BE49-F238E27FC236}">
                <a16:creationId xmlns:a16="http://schemas.microsoft.com/office/drawing/2014/main" id="{4BDC253E-6338-A712-7229-CFA983B5E4C0}"/>
              </a:ext>
            </a:extLst>
          </p:cNvPr>
          <p:cNvSpPr/>
          <p:nvPr/>
        </p:nvSpPr>
        <p:spPr>
          <a:xfrm flipH="1">
            <a:off x="2611804" y="2768546"/>
            <a:ext cx="5922169" cy="265776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33" name="Down Arrow 74">
            <a:extLst>
              <a:ext uri="{FF2B5EF4-FFF2-40B4-BE49-F238E27FC236}">
                <a16:creationId xmlns:a16="http://schemas.microsoft.com/office/drawing/2014/main" id="{0FB904A1-AA71-51CE-641C-D1CDDA81E5EF}"/>
              </a:ext>
            </a:extLst>
          </p:cNvPr>
          <p:cNvSpPr/>
          <p:nvPr/>
        </p:nvSpPr>
        <p:spPr>
          <a:xfrm>
            <a:off x="2444324" y="2800296"/>
            <a:ext cx="300038" cy="647700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Down Arrow 36">
            <a:extLst>
              <a:ext uri="{FF2B5EF4-FFF2-40B4-BE49-F238E27FC236}">
                <a16:creationId xmlns:a16="http://schemas.microsoft.com/office/drawing/2014/main" id="{3786BA40-A48E-D4DF-316B-8B630FF7933B}"/>
              </a:ext>
            </a:extLst>
          </p:cNvPr>
          <p:cNvSpPr/>
          <p:nvPr/>
        </p:nvSpPr>
        <p:spPr>
          <a:xfrm>
            <a:off x="6257498" y="4120634"/>
            <a:ext cx="266700" cy="809625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Up-Down Arrow 40">
            <a:extLst>
              <a:ext uri="{FF2B5EF4-FFF2-40B4-BE49-F238E27FC236}">
                <a16:creationId xmlns:a16="http://schemas.microsoft.com/office/drawing/2014/main" id="{1F329328-7994-D8BE-6872-184607075C39}"/>
              </a:ext>
            </a:extLst>
          </p:cNvPr>
          <p:cNvSpPr/>
          <p:nvPr/>
        </p:nvSpPr>
        <p:spPr>
          <a:xfrm>
            <a:off x="7229048" y="5416034"/>
            <a:ext cx="171450" cy="457200"/>
          </a:xfrm>
          <a:prstGeom prst="up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ight Arrow 45">
            <a:extLst>
              <a:ext uri="{FF2B5EF4-FFF2-40B4-BE49-F238E27FC236}">
                <a16:creationId xmlns:a16="http://schemas.microsoft.com/office/drawing/2014/main" id="{964E4CC7-DBFD-AD6E-E92D-0C2277385F65}"/>
              </a:ext>
            </a:extLst>
          </p:cNvPr>
          <p:cNvSpPr/>
          <p:nvPr/>
        </p:nvSpPr>
        <p:spPr>
          <a:xfrm>
            <a:off x="5171650" y="3625334"/>
            <a:ext cx="771524" cy="26670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Left-Right Arrow 46">
            <a:extLst>
              <a:ext uri="{FF2B5EF4-FFF2-40B4-BE49-F238E27FC236}">
                <a16:creationId xmlns:a16="http://schemas.microsoft.com/office/drawing/2014/main" id="{9D05EC58-2E17-AB9C-BAC7-CC9E5A43F76C}"/>
              </a:ext>
            </a:extLst>
          </p:cNvPr>
          <p:cNvSpPr/>
          <p:nvPr/>
        </p:nvSpPr>
        <p:spPr>
          <a:xfrm>
            <a:off x="7671962" y="5835134"/>
            <a:ext cx="862012" cy="266700"/>
          </a:xfrm>
          <a:prstGeom prst="left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121E48E-3CCF-6BB1-CF3C-BDE02301225C}"/>
              </a:ext>
            </a:extLst>
          </p:cNvPr>
          <p:cNvSpPr/>
          <p:nvPr/>
        </p:nvSpPr>
        <p:spPr>
          <a:xfrm>
            <a:off x="8572071" y="5625584"/>
            <a:ext cx="990600" cy="685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VCAN</a:t>
            </a:r>
          </a:p>
        </p:txBody>
      </p:sp>
      <p:sp>
        <p:nvSpPr>
          <p:cNvPr id="39" name="Left-Right Arrow 51">
            <a:extLst>
              <a:ext uri="{FF2B5EF4-FFF2-40B4-BE49-F238E27FC236}">
                <a16:creationId xmlns:a16="http://schemas.microsoft.com/office/drawing/2014/main" id="{91F2CC2C-9B49-4B7E-68EB-47DB57911BB7}"/>
              </a:ext>
            </a:extLst>
          </p:cNvPr>
          <p:cNvSpPr/>
          <p:nvPr/>
        </p:nvSpPr>
        <p:spPr>
          <a:xfrm>
            <a:off x="8152974" y="4841813"/>
            <a:ext cx="519906" cy="228600"/>
          </a:xfrm>
          <a:prstGeom prst="left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425307F-5CBE-5D0C-9684-13A83C86C79E}"/>
              </a:ext>
            </a:extLst>
          </p:cNvPr>
          <p:cNvSpPr/>
          <p:nvPr/>
        </p:nvSpPr>
        <p:spPr>
          <a:xfrm>
            <a:off x="8690687" y="4590080"/>
            <a:ext cx="850899" cy="58782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PCAN</a:t>
            </a:r>
          </a:p>
        </p:txBody>
      </p:sp>
      <p:sp>
        <p:nvSpPr>
          <p:cNvPr id="41" name="Right Arrow 55">
            <a:extLst>
              <a:ext uri="{FF2B5EF4-FFF2-40B4-BE49-F238E27FC236}">
                <a16:creationId xmlns:a16="http://schemas.microsoft.com/office/drawing/2014/main" id="{D7FDB958-2C29-FB94-6B2A-C0E3EDD07DAD}"/>
              </a:ext>
            </a:extLst>
          </p:cNvPr>
          <p:cNvSpPr/>
          <p:nvPr/>
        </p:nvSpPr>
        <p:spPr>
          <a:xfrm>
            <a:off x="1980774" y="3587234"/>
            <a:ext cx="457200" cy="266700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BC58528-2CF2-7C92-1815-803DE5229AEB}"/>
              </a:ext>
            </a:extLst>
          </p:cNvPr>
          <p:cNvSpPr txBox="1"/>
          <p:nvPr/>
        </p:nvSpPr>
        <p:spPr>
          <a:xfrm>
            <a:off x="1066374" y="880980"/>
            <a:ext cx="678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Verification of Tracker Performance 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182E0F0-8FBB-841A-7624-E964A9A1FDCA}"/>
              </a:ext>
            </a:extLst>
          </p:cNvPr>
          <p:cNvSpPr/>
          <p:nvPr/>
        </p:nvSpPr>
        <p:spPr>
          <a:xfrm>
            <a:off x="6700366" y="4254664"/>
            <a:ext cx="1402602" cy="47625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C00000"/>
                </a:solidFill>
              </a:rPr>
              <a:t>DADC</a:t>
            </a:r>
          </a:p>
        </p:txBody>
      </p:sp>
      <p:sp>
        <p:nvSpPr>
          <p:cNvPr id="44" name="Right Arrow 58">
            <a:extLst>
              <a:ext uri="{FF2B5EF4-FFF2-40B4-BE49-F238E27FC236}">
                <a16:creationId xmlns:a16="http://schemas.microsoft.com/office/drawing/2014/main" id="{4B9546B4-FD48-E997-1B5A-39A8879B5085}"/>
              </a:ext>
            </a:extLst>
          </p:cNvPr>
          <p:cNvSpPr/>
          <p:nvPr/>
        </p:nvSpPr>
        <p:spPr>
          <a:xfrm>
            <a:off x="5343100" y="4366132"/>
            <a:ext cx="1357266" cy="26670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Down Arrow 59">
            <a:extLst>
              <a:ext uri="{FF2B5EF4-FFF2-40B4-BE49-F238E27FC236}">
                <a16:creationId xmlns:a16="http://schemas.microsoft.com/office/drawing/2014/main" id="{0C5EB4FC-EDF5-E481-7ED4-2F3EFDAF658B}"/>
              </a:ext>
            </a:extLst>
          </p:cNvPr>
          <p:cNvSpPr/>
          <p:nvPr/>
        </p:nvSpPr>
        <p:spPr>
          <a:xfrm>
            <a:off x="7505273" y="4730914"/>
            <a:ext cx="266700" cy="1104220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704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  <p:bldP spid="25" grpId="0" animBg="1"/>
      <p:bldP spid="27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9" grpId="0" animBg="1"/>
      <p:bldP spid="41" grpId="0" animBg="1"/>
      <p:bldP spid="44" grpId="0" animBg="1"/>
      <p:bldP spid="4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FA292-9988-E14A-A9EB-461462800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Advantages of HIL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480881-E366-8A10-8765-1F5E97FD40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68A533-E355-5266-E630-3FE9BF7274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2B124E-20CD-06F2-6ABC-1256B3112968}"/>
              </a:ext>
            </a:extLst>
          </p:cNvPr>
          <p:cNvSpPr txBox="1"/>
          <p:nvPr/>
        </p:nvSpPr>
        <p:spPr>
          <a:xfrm>
            <a:off x="719266" y="1111882"/>
            <a:ext cx="7776082" cy="7521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Hardware in Loop is available for Automated verification of FTP 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Software team to verify 4 Radar functionality on HIL bench 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Feature functions can use to verify Functionality at HIL bench before customer delivery 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Systems team to Run basic verification at the bench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Run Automated FTP testing so reduce vehicle testing 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ITV to use to verify customer FTPs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Hardware in Loop is a Fully developed solution available to all SRR3 customers at the start of the program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Hardware in Loop is Synchronized to Radar Embedded Hardware Proven 4 Radar Synchronization technique and No loss of Injected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No need to rerun the Customer FTPs on test track every time , can be done at the HIL Benches .</a:t>
            </a:r>
          </a:p>
          <a:p>
            <a:pPr lvl="1"/>
            <a:endParaRPr lang="en-US" dirty="0">
              <a:solidFill>
                <a:schemeClr val="tx2"/>
              </a:solidFill>
            </a:endParaRPr>
          </a:p>
          <a:p>
            <a:pPr lvl="1"/>
            <a:endParaRPr lang="en-US" dirty="0">
              <a:solidFill>
                <a:schemeClr val="tx2"/>
              </a:solidFill>
            </a:endParaRPr>
          </a:p>
          <a:p>
            <a:pPr lvl="1"/>
            <a:endParaRPr lang="en-US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  <a:p>
            <a:pPr lvl="1"/>
            <a:endParaRPr lang="en-US" dirty="0">
              <a:solidFill>
                <a:schemeClr val="tx2"/>
              </a:solidFill>
            </a:endParaRPr>
          </a:p>
          <a:p>
            <a:pPr marL="457113" lvl="1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457113" lvl="1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pPr lvl="2"/>
            <a:endParaRPr lang="en-US" dirty="0">
              <a:solidFill>
                <a:schemeClr val="tx2"/>
              </a:solidFill>
            </a:endParaRPr>
          </a:p>
          <a:p>
            <a:pPr marL="457113" lvl="1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pPr lvl="1"/>
            <a:endParaRPr lang="en-US" dirty="0">
              <a:solidFill>
                <a:schemeClr val="tx2"/>
              </a:solidFill>
            </a:endParaRPr>
          </a:p>
          <a:p>
            <a:pPr lvl="1"/>
            <a:endParaRPr lang="en-US" dirty="0">
              <a:solidFill>
                <a:schemeClr val="tx2"/>
              </a:solidFill>
            </a:endParaRPr>
          </a:p>
          <a:p>
            <a:pPr lvl="1"/>
            <a:endParaRPr lang="en-US" dirty="0">
              <a:solidFill>
                <a:schemeClr val="tx2"/>
              </a:solidFill>
            </a:endParaRPr>
          </a:p>
          <a:p>
            <a:pPr lvl="1"/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245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3BA25-DFD0-0A7A-7AF4-DBBB29737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IN" sz="3600" b="1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DejaVu Sans"/>
              </a:rPr>
              <a:t>HiL : Users and Deployments</a:t>
            </a:r>
            <a:br>
              <a:rPr kumimoji="0" lang="en-IN" sz="36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</a:b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9A7DA5-095A-8F7E-D6B0-0B12EA5FB9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D65F8-93DD-3397-0AAD-35C4944E14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20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F70F2BF-2FFF-456B-D1F8-08695D07293B}"/>
              </a:ext>
            </a:extLst>
          </p:cNvPr>
          <p:cNvGrpSpPr/>
          <p:nvPr/>
        </p:nvGrpSpPr>
        <p:grpSpPr>
          <a:xfrm>
            <a:off x="5325995" y="1801210"/>
            <a:ext cx="5428248" cy="3602064"/>
            <a:chOff x="6406650" y="969937"/>
            <a:chExt cx="5428248" cy="360206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E72AC9C-7813-C0BB-CAB1-B206D12CAE57}"/>
                </a:ext>
              </a:extLst>
            </p:cNvPr>
            <p:cNvGrpSpPr/>
            <p:nvPr/>
          </p:nvGrpSpPr>
          <p:grpSpPr>
            <a:xfrm>
              <a:off x="6406650" y="969937"/>
              <a:ext cx="4873412" cy="2923082"/>
              <a:chOff x="6503426" y="1061244"/>
              <a:chExt cx="4873412" cy="2923082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F154AA56-BEE0-838E-3CD3-0E7D18BE87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604813" y="1061244"/>
                <a:ext cx="2371976" cy="1123840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4A6BC90A-8B70-0695-7573-DE074F4507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20447" y="1061244"/>
                <a:ext cx="1956391" cy="1104274"/>
              </a:xfrm>
              <a:prstGeom prst="rect">
                <a:avLst/>
              </a:prstGeom>
            </p:spPr>
          </p:pic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245AFF7B-B243-B4B6-A69C-3AC4C27493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03426" y="2504960"/>
                <a:ext cx="2222044" cy="1479366"/>
              </a:xfrm>
              <a:prstGeom prst="rect">
                <a:avLst/>
              </a:prstGeom>
            </p:spPr>
          </p:pic>
        </p:grp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89656B4-0D0D-9D9F-D406-D0F1FF0B1D3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89834" y="2469625"/>
              <a:ext cx="2845064" cy="2102376"/>
            </a:xfrm>
            <a:prstGeom prst="rect">
              <a:avLst/>
            </a:prstGeom>
          </p:spPr>
        </p:pic>
      </p:grpSp>
      <p:graphicFrame>
        <p:nvGraphicFramePr>
          <p:cNvPr id="23" name="Diagram 22">
            <a:extLst>
              <a:ext uri="{FF2B5EF4-FFF2-40B4-BE49-F238E27FC236}">
                <a16:creationId xmlns:a16="http://schemas.microsoft.com/office/drawing/2014/main" id="{BC140C2E-3804-280B-219F-35042E47C7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9796643"/>
              </p:ext>
            </p:extLst>
          </p:nvPr>
        </p:nvGraphicFramePr>
        <p:xfrm>
          <a:off x="224046" y="1406192"/>
          <a:ext cx="5189050" cy="4927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31085025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Thank you.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1227266" y="6324599"/>
            <a:ext cx="3492500" cy="304801"/>
          </a:xfrm>
          <a:prstGeom prst="rect">
            <a:avLst/>
          </a:prstGeom>
        </p:spPr>
        <p:txBody>
          <a:bodyPr/>
          <a:lstStyle/>
          <a:p>
            <a:r>
              <a:rPr lang="en-US" sz="1000" dirty="0"/>
              <a:t>ReSIM | 20-July-2021 | Aptiv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55844829"/>
      </p:ext>
    </p:extLst>
  </p:cSld>
  <p:clrMapOvr>
    <a:masterClrMapping/>
  </p:clrMapOvr>
</p:sld>
</file>

<file path=ppt/theme/theme1.xml><?xml version="1.0" encoding="utf-8"?>
<a:theme xmlns:a="http://schemas.openxmlformats.org/drawingml/2006/main" name="Aptiv Master Theme">
  <a:themeElements>
    <a:clrScheme name="Custom 21">
      <a:dk1>
        <a:srgbClr val="000000"/>
      </a:dk1>
      <a:lt1>
        <a:srgbClr val="FFFFFF"/>
      </a:lt1>
      <a:dk2>
        <a:srgbClr val="4C7B86"/>
      </a:dk2>
      <a:lt2>
        <a:srgbClr val="FFFFFF"/>
      </a:lt2>
      <a:accent1>
        <a:srgbClr val="F74018"/>
      </a:accent1>
      <a:accent2>
        <a:srgbClr val="B6D0CF"/>
      </a:accent2>
      <a:accent3>
        <a:srgbClr val="006B63"/>
      </a:accent3>
      <a:accent4>
        <a:srgbClr val="E5E1DA"/>
      </a:accent4>
      <a:accent5>
        <a:srgbClr val="383841"/>
      </a:accent5>
      <a:accent6>
        <a:srgbClr val="4D7B87"/>
      </a:accent6>
      <a:hlink>
        <a:srgbClr val="F74018"/>
      </a:hlink>
      <a:folHlink>
        <a:srgbClr val="F7401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tiv Master Template 11.30.17" id="{75EECCA6-0BFA-DC47-A5EB-29F87041773E}" vid="{9DA35DF2-0795-424C-B9BD-D8A5EE42062A}"/>
    </a:ext>
  </a:extLst>
</a:theme>
</file>

<file path=ppt/theme/theme2.xml><?xml version="1.0" encoding="utf-8"?>
<a:theme xmlns:a="http://schemas.openxmlformats.org/drawingml/2006/main" name="Aptiv Theme Instructions">
  <a:themeElements>
    <a:clrScheme name="Aptiv Theme Colors">
      <a:dk1>
        <a:srgbClr val="000000"/>
      </a:dk1>
      <a:lt1>
        <a:srgbClr val="FFFFFF"/>
      </a:lt1>
      <a:dk2>
        <a:srgbClr val="B7D1CF"/>
      </a:dk2>
      <a:lt2>
        <a:srgbClr val="FFFFFF"/>
      </a:lt2>
      <a:accent1>
        <a:srgbClr val="F74018"/>
      </a:accent1>
      <a:accent2>
        <a:srgbClr val="B6D0CF"/>
      </a:accent2>
      <a:accent3>
        <a:srgbClr val="006B63"/>
      </a:accent3>
      <a:accent4>
        <a:srgbClr val="E5E1DA"/>
      </a:accent4>
      <a:accent5>
        <a:srgbClr val="383841"/>
      </a:accent5>
      <a:accent6>
        <a:srgbClr val="4D7B87"/>
      </a:accent6>
      <a:hlink>
        <a:srgbClr val="F74018"/>
      </a:hlink>
      <a:folHlink>
        <a:srgbClr val="F7401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tiv Master Template 11.30.17" id="{75EECCA6-0BFA-DC47-A5EB-29F87041773E}" vid="{BF0B1E6E-1DD6-F04E-A9C7-BDEA07374E20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FCD14D11E47A04F8A1D8F1AE129B16D" ma:contentTypeVersion="18" ma:contentTypeDescription="Create a new document." ma:contentTypeScope="" ma:versionID="4f29d0adc6eb6eb592621649f45a31f7">
  <xsd:schema xmlns:xsd="http://www.w3.org/2001/XMLSchema" xmlns:xs="http://www.w3.org/2001/XMLSchema" xmlns:p="http://schemas.microsoft.com/office/2006/metadata/properties" xmlns:ns2="0c36092b-8ec2-40bd-b469-d1fe4f1e7785" xmlns:ns3="b5d27259-2aee-4319-bf8a-583a92469da7" xmlns:ns4="660dcfd0-9953-4b1d-8454-643f2e64b2fa" targetNamespace="http://schemas.microsoft.com/office/2006/metadata/properties" ma:root="true" ma:fieldsID="1effe7f7f26e6d1dbc02557a923d47ac" ns2:_="" ns3:_="" ns4:_="">
    <xsd:import namespace="0c36092b-8ec2-40bd-b469-d1fe4f1e7785"/>
    <xsd:import namespace="b5d27259-2aee-4319-bf8a-583a92469da7"/>
    <xsd:import namespace="660dcfd0-9953-4b1d-8454-643f2e64b2fa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2:fddf08f74f1e4eb0b4a866c10db37afa" minOccurs="0"/>
                <xsd:element ref="ns2:ka0759a5942f41c695b775aef8208f3e" minOccurs="0"/>
                <xsd:element ref="ns2:le32960acc2343b2a783ebfbeb256c3d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lcf76f155ced4ddcb4097134ff3c332f" minOccurs="0"/>
                <xsd:element ref="ns3:Labe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36092b-8ec2-40bd-b469-d1fe4f1e7785" elementFormDefault="qualified">
    <xsd:import namespace="http://schemas.microsoft.com/office/2006/documentManagement/types"/>
    <xsd:import namespace="http://schemas.microsoft.com/office/infopath/2007/PartnerControls"/>
    <xsd:element name="TaxCatchAll" ma:index="2" nillable="true" ma:displayName="Taxonomy Catch All Column" ma:hidden="true" ma:list="{0b61abf6-0922-4adc-b246-c47b676c7ed4}" ma:internalName="TaxCatchAll" ma:showField="CatchAllData" ma:web="660dcfd0-9953-4b1d-8454-643f2e64b2f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3" nillable="true" ma:displayName="Taxonomy Catch All Column1" ma:hidden="true" ma:list="{0b61abf6-0922-4adc-b246-c47b676c7ed4}" ma:internalName="TaxCatchAllLabel" ma:readOnly="true" ma:showField="CatchAllDataLabel" ma:web="660dcfd0-9953-4b1d-8454-643f2e64b2f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fddf08f74f1e4eb0b4a866c10db37afa" ma:index="7" nillable="true" ma:taxonomy="true" ma:internalName="fddf08f74f1e4eb0b4a866c10db37afa" ma:taxonomyFieldName="emm_Division" ma:displayName="emm_Division" ma:readOnly="false" ma:default="" ma:fieldId="{fddf08f7-4f1e-4eb0-b4a8-66c10db37afa}" ma:sspId="9f8ee6ba-22ae-4b18-a96b-b6990d3e2b67" ma:termSetId="5dde4a48-55d5-4c0a-9779-582059f53b1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a0759a5942f41c695b775aef8208f3e" ma:index="8" nillable="true" ma:taxonomy="true" ma:internalName="ka0759a5942f41c695b775aef8208f3e" ma:taxonomyFieldName="emm_Function" ma:displayName="emm_Function" ma:readOnly="false" ma:default="" ma:fieldId="{4a0759a5-942f-41c6-95b7-75aef8208f3e}" ma:sspId="9f8ee6ba-22ae-4b18-a96b-b6990d3e2b67" ma:termSetId="2cdd7b0f-fc41-4bc0-b507-1083be529d1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e32960acc2343b2a783ebfbeb256c3d" ma:index="9" nillable="true" ma:taxonomy="true" ma:internalName="le32960acc2343b2a783ebfbeb256c3d" ma:taxonomyFieldName="emm_Language" ma:displayName="emm_Language" ma:readOnly="false" ma:default="" ma:fieldId="{5e32960a-cc23-43b2-a783-ebfbeb256c3d}" ma:sspId="9f8ee6ba-22ae-4b18-a96b-b6990d3e2b67" ma:termSetId="628d4a0e-43e1-471b-bfbd-4dccf339dc98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d27259-2aee-4319-bf8a-583a92469d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22" nillable="true" ma:displayName="Tags" ma:internalName="MediaServiceAutoTags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7" nillable="true" ma:displayName="Location" ma:internalName="MediaServiceLocation" ma:readOnly="true">
      <xsd:simpleType>
        <xsd:restriction base="dms:Text"/>
      </xsd:simpleType>
    </xsd:element>
    <xsd:element name="MediaLengthInSeconds" ma:index="28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30" nillable="true" ma:taxonomy="true" ma:internalName="lcf76f155ced4ddcb4097134ff3c332f" ma:taxonomyFieldName="MediaServiceImageTags" ma:displayName="Image Tags" ma:readOnly="false" ma:fieldId="{5cf76f15-5ced-4ddc-b409-7134ff3c332f}" ma:taxonomyMulti="true" ma:sspId="9f8ee6ba-22ae-4b18-a96b-b6990d3e2b6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Label" ma:index="31" nillable="true" ma:displayName="Label" ma:format="Dropdown" ma:internalName="Label">
      <xsd:simpleType>
        <xsd:restriction base="dms:Text">
          <xsd:maxLength value="255"/>
        </xsd:restriction>
      </xsd:simpleType>
    </xsd:element>
    <xsd:element name="MediaServiceObjectDetectorVersions" ma:index="3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0dcfd0-9953-4b1d-8454-643f2e64b2fa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haredContentType xmlns="Microsoft.SharePoint.Taxonomy.ContentTypeSync" SourceId="9f8ee6ba-22ae-4b18-a96b-b6990d3e2b67" ContentTypeId="0x01" PreviousValue="false"/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ka0759a5942f41c695b775aef8208f3e xmlns="0c36092b-8ec2-40bd-b469-d1fe4f1e7785">
      <Terms xmlns="http://schemas.microsoft.com/office/infopath/2007/PartnerControls"/>
    </ka0759a5942f41c695b775aef8208f3e>
    <TaxCatchAll xmlns="0c36092b-8ec2-40bd-b469-d1fe4f1e7785" xsi:nil="true"/>
    <le32960acc2343b2a783ebfbeb256c3d xmlns="0c36092b-8ec2-40bd-b469-d1fe4f1e7785">
      <Terms xmlns="http://schemas.microsoft.com/office/infopath/2007/PartnerControls"/>
    </le32960acc2343b2a783ebfbeb256c3d>
    <fddf08f74f1e4eb0b4a866c10db37afa xmlns="0c36092b-8ec2-40bd-b469-d1fe4f1e7785">
      <Terms xmlns="http://schemas.microsoft.com/office/infopath/2007/PartnerControls"/>
    </fddf08f74f1e4eb0b4a866c10db37afa>
    <TaxCatchAllLabel xmlns="0c36092b-8ec2-40bd-b469-d1fe4f1e7785" xsi:nil="true"/>
    <lcf76f155ced4ddcb4097134ff3c332f xmlns="b5d27259-2aee-4319-bf8a-583a92469da7">
      <Terms xmlns="http://schemas.microsoft.com/office/infopath/2007/PartnerControls"/>
    </lcf76f155ced4ddcb4097134ff3c332f>
    <Label xmlns="b5d27259-2aee-4319-bf8a-583a92469da7" xsi:nil="true"/>
  </documentManagement>
</p:properties>
</file>

<file path=customXml/itemProps1.xml><?xml version="1.0" encoding="utf-8"?>
<ds:datastoreItem xmlns:ds="http://schemas.openxmlformats.org/officeDocument/2006/customXml" ds:itemID="{6F4A142F-C56E-4D45-9800-5600D21C4EE2}"/>
</file>

<file path=customXml/itemProps2.xml><?xml version="1.0" encoding="utf-8"?>
<ds:datastoreItem xmlns:ds="http://schemas.openxmlformats.org/officeDocument/2006/customXml" ds:itemID="{55574C75-AC5F-434F-9683-015DCD682B9F}">
  <ds:schemaRefs>
    <ds:schemaRef ds:uri="Microsoft.SharePoint.Taxonomy.ContentTypeSync"/>
  </ds:schemaRefs>
</ds:datastoreItem>
</file>

<file path=customXml/itemProps3.xml><?xml version="1.0" encoding="utf-8"?>
<ds:datastoreItem xmlns:ds="http://schemas.openxmlformats.org/officeDocument/2006/customXml" ds:itemID="{6DAC6117-D79C-4874-B9B8-93CF1352DCEA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9DF8CE2B-B209-4523-B996-0164EAECBB44}">
  <ds:schemaRefs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660dcfd0-9953-4b1d-8454-643f2e64b2fa"/>
    <ds:schemaRef ds:uri="b5d27259-2aee-4319-bf8a-583a92469da7"/>
    <ds:schemaRef ds:uri="http://purl.org/dc/dcmitype/"/>
    <ds:schemaRef ds:uri="http://purl.org/dc/terms/"/>
    <ds:schemaRef ds:uri="0c36092b-8ec2-40bd-b469-d1fe4f1e7785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Aptiv Master Template 11.30.17</Template>
  <TotalTime>0</TotalTime>
  <Words>991</Words>
  <Application>Microsoft Office PowerPoint</Application>
  <PresentationFormat>Widescreen</PresentationFormat>
  <Paragraphs>330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.AppleSystemUIFont</vt:lpstr>
      <vt:lpstr>Akkurat Pro</vt:lpstr>
      <vt:lpstr>Arial Regular</vt:lpstr>
      <vt:lpstr>Audi Type</vt:lpstr>
      <vt:lpstr>Arial</vt:lpstr>
      <vt:lpstr>Calibri</vt:lpstr>
      <vt:lpstr>Aptiv Master Theme</vt:lpstr>
      <vt:lpstr>Aptiv Theme Instructions</vt:lpstr>
      <vt:lpstr>PowerPoint Presentation</vt:lpstr>
      <vt:lpstr>Objective</vt:lpstr>
      <vt:lpstr>HIL System</vt:lpstr>
      <vt:lpstr>IPC mechanism</vt:lpstr>
      <vt:lpstr>Functional Partioning</vt:lpstr>
      <vt:lpstr>UDP Logging </vt:lpstr>
      <vt:lpstr>Radar IP &amp; MAC Configuration </vt:lpstr>
      <vt:lpstr>SRR Normal Mode (ORCAS UDP ) </vt:lpstr>
      <vt:lpstr>1. XCP Request to Enter HIL mode </vt:lpstr>
      <vt:lpstr>2. XCP Response to HIL mode </vt:lpstr>
      <vt:lpstr>3. ECU In HIL mode (Request New cycle data) </vt:lpstr>
      <vt:lpstr>4. ECU In HIL mode (Acknowledge New data) </vt:lpstr>
      <vt:lpstr>5. ECU Processing done on HIL Injected data  </vt:lpstr>
      <vt:lpstr>6. ECU Transmits HIL Processed Data </vt:lpstr>
      <vt:lpstr>7. ECU In HIL mode (Request New cycle data) </vt:lpstr>
      <vt:lpstr>HIL Modes</vt:lpstr>
      <vt:lpstr>HIL  (Track Injection for Feature function Verification)  </vt:lpstr>
      <vt:lpstr>HIL (Detections Injection for Algorithm Verification)  </vt:lpstr>
      <vt:lpstr>Advantages of HIL</vt:lpstr>
      <vt:lpstr>HiL : Users and Deployments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Valdez, Rachelle R</dc:creator>
  <cp:lastModifiedBy>Singh, Riteshkumar</cp:lastModifiedBy>
  <cp:revision>1033</cp:revision>
  <dcterms:created xsi:type="dcterms:W3CDTF">2017-12-01T02:09:49Z</dcterms:created>
  <dcterms:modified xsi:type="dcterms:W3CDTF">2024-03-10T11:06:05Z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0x0101008FCD14D11E47A04F8A1D8F1AE129B16D</vt:lpwstr>
  </property>
  <property fmtid="{D5CDD505-2E9C-101B-9397-08002B2CF9AE}" pid="3" name="emm_Function">
    <vt:lpwstr/>
  </property>
  <property fmtid="{D5CDD505-2E9C-101B-9397-08002B2CF9AE}" pid="4" name="emm_Division">
    <vt:lpwstr/>
  </property>
  <property fmtid="{D5CDD505-2E9C-101B-9397-08002B2CF9AE}" pid="5" name="emm_Language">
    <vt:lpwstr/>
  </property>
  <property fmtid="{D5CDD505-2E9C-101B-9397-08002B2CF9AE}" pid="6" name="MediaServiceImageTags">
    <vt:lpwstr/>
  </property>
</Properties>
</file>