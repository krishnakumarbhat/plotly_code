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6"/>
    <p:sldMasterId id="2147483819" r:id="rId7"/>
  </p:sldMasterIdLst>
  <p:notesMasterIdLst>
    <p:notesMasterId r:id="rId21"/>
  </p:notesMasterIdLst>
  <p:sldIdLst>
    <p:sldId id="258" r:id="rId8"/>
    <p:sldId id="469" r:id="rId9"/>
    <p:sldId id="464" r:id="rId10"/>
    <p:sldId id="423" r:id="rId11"/>
    <p:sldId id="465" r:id="rId12"/>
    <p:sldId id="475" r:id="rId13"/>
    <p:sldId id="466" r:id="rId14"/>
    <p:sldId id="467" r:id="rId15"/>
    <p:sldId id="474" r:id="rId16"/>
    <p:sldId id="468" r:id="rId17"/>
    <p:sldId id="470" r:id="rId18"/>
    <p:sldId id="471" r:id="rId19"/>
    <p:sldId id="4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with sample content" id="{4ADCAC6E-76FB-4742-A84B-05DC4F58187F}">
          <p14:sldIdLst>
            <p14:sldId id="258"/>
            <p14:sldId id="469"/>
            <p14:sldId id="464"/>
            <p14:sldId id="423"/>
            <p14:sldId id="465"/>
            <p14:sldId id="475"/>
            <p14:sldId id="466"/>
            <p14:sldId id="467"/>
            <p14:sldId id="474"/>
            <p14:sldId id="468"/>
            <p14:sldId id="470"/>
            <p14:sldId id="471"/>
            <p14:sldId id="4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CCD3"/>
    <a:srgbClr val="98BBC4"/>
    <a:srgbClr val="6F959E"/>
    <a:srgbClr val="FFFFFF"/>
    <a:srgbClr val="475A64"/>
    <a:srgbClr val="81A2AA"/>
    <a:srgbClr val="4C7B86"/>
    <a:srgbClr val="00AC9F"/>
    <a:srgbClr val="C13B33"/>
    <a:srgbClr val="297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0330" autoAdjust="0"/>
  </p:normalViewPr>
  <p:slideViewPr>
    <p:cSldViewPr snapToGrid="0" snapToObjects="1">
      <p:cViewPr>
        <p:scale>
          <a:sx n="66" d="100"/>
          <a:sy n="66" d="100"/>
        </p:scale>
        <p:origin x="111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22" Type="http://schemas.openxmlformats.org/officeDocument/2006/relationships/presProps" Target="pres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3C2B-7622-0048-9737-00D777C842A4}" type="datetimeFigureOut">
              <a:rPr lang="en-US" smtClean="0"/>
              <a:t>8/5/2020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80450-3FB4-A045-97DC-2269F700E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78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80450-3FB4-A045-97DC-2269F700E04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053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872" y="6141573"/>
            <a:ext cx="2289401" cy="51563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908" y="6141328"/>
            <a:ext cx="2290482" cy="515875"/>
          </a:xfrm>
          <a:prstGeom prst="rect">
            <a:avLst/>
          </a:prstGeom>
        </p:spPr>
      </p:pic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+ imag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867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872" y="6141573"/>
            <a:ext cx="2289401" cy="51563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7059581"/>
            <a:ext cx="4804898" cy="184666"/>
            <a:chOff x="6311590" y="7118434"/>
            <a:chExt cx="4796677" cy="184666"/>
          </a:xfrm>
        </p:grpSpPr>
        <p:sp>
          <p:nvSpPr>
            <p:cNvPr id="12" name="Rectangle 11"/>
            <p:cNvSpPr/>
            <p:nvPr userDrawn="1"/>
          </p:nvSpPr>
          <p:spPr>
            <a:xfrm>
              <a:off x="6311590" y="7118434"/>
              <a:ext cx="45720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1100" b="1" baseline="0" dirty="0">
                  <a:solidFill>
                    <a:srgbClr val="929D96"/>
                  </a:solidFill>
                </a:rPr>
                <a:t>Note</a:t>
              </a:r>
              <a:endParaRPr lang="en-US" sz="1100" baseline="0" dirty="0">
                <a:solidFill>
                  <a:srgbClr val="929D96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793974" y="7133823"/>
              <a:ext cx="431429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100" baseline="0" dirty="0">
                  <a:solidFill>
                    <a:srgbClr val="929D96"/>
                  </a:solidFill>
                  <a:sym typeface="Wingdings 3" panose="05040102010807070707" pitchFamily="18" charset="2"/>
                </a:rPr>
                <a:t>Use this slide with a light colored image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+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867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908" y="6141328"/>
            <a:ext cx="2290482" cy="515875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80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Presenter Title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7081353"/>
            <a:ext cx="4804898" cy="184666"/>
            <a:chOff x="6311590" y="7118434"/>
            <a:chExt cx="4796677" cy="18466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311590" y="7118434"/>
              <a:ext cx="45720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1100" b="1" baseline="0" dirty="0">
                  <a:solidFill>
                    <a:srgbClr val="929D96"/>
                  </a:solidFill>
                </a:rPr>
                <a:t>Note</a:t>
              </a:r>
              <a:endParaRPr lang="en-US" sz="1100" baseline="0" dirty="0">
                <a:solidFill>
                  <a:srgbClr val="929D96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793974" y="7133823"/>
              <a:ext cx="431429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100" baseline="0" dirty="0">
                  <a:solidFill>
                    <a:srgbClr val="929D96"/>
                  </a:solidFill>
                  <a:sym typeface="Wingdings 3" panose="05040102010807070707" pitchFamily="18" charset="2"/>
                </a:rPr>
                <a:t>Use this slide with a dark colored image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600" y="381000"/>
            <a:ext cx="10972800" cy="57912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14400" y="685800"/>
            <a:ext cx="51816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all out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8229601" cy="92392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905000"/>
            <a:ext cx="8229600" cy="3962400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-241739" y="2050134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all out no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381000"/>
            <a:ext cx="8229600" cy="5486400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-241739" y="52613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962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657600"/>
          </a:xfrm>
        </p:spPr>
        <p:txBody>
          <a:bodyPr bIns="18288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962400"/>
          </a:xfrm>
        </p:spPr>
        <p:txBody>
          <a:bodyPr>
            <a:noAutofit/>
          </a:bodyPr>
          <a:lstStyle>
            <a:lvl7pPr>
              <a:defRPr baseline="0"/>
            </a:lvl7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657600"/>
          </a:xfrm>
        </p:spPr>
        <p:txBody>
          <a:bodyPr bIns="18288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657600"/>
          </a:xfrm>
        </p:spPr>
        <p:txBody>
          <a:bodyPr bIns="182880">
            <a:noAutofit/>
          </a:bodyPr>
          <a:lstStyle>
            <a:lvl7pPr>
              <a:defRPr baseline="0"/>
            </a:lvl7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9"/>
          </p:nvPr>
        </p:nvSpPr>
        <p:spPr>
          <a:xfrm>
            <a:off x="609600" y="5562600"/>
            <a:ext cx="10969625" cy="609600"/>
          </a:xfrm>
          <a:solidFill>
            <a:schemeClr val="tx2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1905000"/>
            <a:ext cx="5181600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5282625"/>
            <a:ext cx="51816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97247" y="1905000"/>
            <a:ext cx="5181600" cy="3974128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9600" y="1905000"/>
            <a:ext cx="5181600" cy="3968264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397247" y="5263575"/>
            <a:ext cx="5181600" cy="615553"/>
          </a:xfrm>
        </p:spPr>
        <p:txBody>
          <a:bodyPr lIns="182880" tIns="182880" rIns="182880" bIns="182880" anchor="b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image le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1905000"/>
            <a:ext cx="5181600" cy="3965448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5448"/>
          </a:xfrm>
          <a:solidFill>
            <a:schemeClr val="tx2"/>
          </a:solidFill>
        </p:spPr>
        <p:txBody>
          <a:bodyPr lIns="365760" tIns="365760" rIns="365760" bIns="365760"/>
          <a:lstStyle>
            <a:lvl1pPr>
              <a:defRPr b="0">
                <a:solidFill>
                  <a:schemeClr val="bg1"/>
                </a:solidFill>
              </a:defRPr>
            </a:lvl1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5285673"/>
            <a:ext cx="5181599" cy="584775"/>
          </a:xfrm>
        </p:spPr>
        <p:txBody>
          <a:bodyPr lIns="182880" tIns="182880" rIns="182880" bIns="182880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97247" y="1910444"/>
            <a:ext cx="5181600" cy="3956955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397247" y="5282625"/>
            <a:ext cx="51816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09600" y="1905000"/>
            <a:ext cx="5486400" cy="3962400"/>
          </a:xfrm>
          <a:solidFill>
            <a:schemeClr val="tx2"/>
          </a:solidFill>
        </p:spPr>
        <p:txBody>
          <a:bodyPr lIns="365760" tIns="365760" rIns="365760" bIns="365760"/>
          <a:lstStyle>
            <a:lvl1pPr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 baseline="0">
                <a:solidFill>
                  <a:schemeClr val="tx1"/>
                </a:solidFill>
              </a:defRPr>
            </a:lvl6pPr>
            <a:lvl7pPr>
              <a:defRPr baseline="0"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22494" y="1907406"/>
            <a:ext cx="3356353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22494" y="1907406"/>
            <a:ext cx="3356353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20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607823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417823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07823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7823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  <a:endParaRPr lang="en-US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6047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7052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419600" y="1905000"/>
            <a:ext cx="3352800" cy="3970526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70526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9600" y="5290751"/>
            <a:ext cx="3352800" cy="584775"/>
          </a:xfrm>
          <a:effectLst/>
        </p:spPr>
        <p:txBody>
          <a:bodyPr lIns="182880" tIns="182880" rIns="182880" bIns="182880" anchor="b">
            <a:norm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9600" y="5290751"/>
            <a:ext cx="3352800" cy="584775"/>
          </a:xfrm>
          <a:effectLst/>
        </p:spPr>
        <p:txBody>
          <a:bodyPr lIns="182880" tIns="182880" rIns="182880" bIns="182880" anchor="b">
            <a:norm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62400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6047" y="5282626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411224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962400"/>
          </a:xfrm>
        </p:spPr>
        <p:txBody>
          <a:bodyPr>
            <a:noAutofit/>
          </a:bodyPr>
          <a:lstStyle>
            <a:lvl1pPr>
              <a:defRPr sz="2800"/>
            </a:lvl1pPr>
            <a:lvl7pPr>
              <a:defRPr>
                <a:solidFill>
                  <a:srgbClr val="929D96"/>
                </a:solidFill>
              </a:defRPr>
            </a:lvl7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5564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9019903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411224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657599"/>
          </a:xfrm>
        </p:spPr>
        <p:txBody>
          <a:bodyPr>
            <a:noAutofit/>
          </a:bodyPr>
          <a:lstStyle>
            <a:lvl1pPr>
              <a:defRPr sz="2800"/>
            </a:lvl1pPr>
            <a:lvl7pPr>
              <a:defRPr>
                <a:solidFill>
                  <a:srgbClr val="929D96"/>
                </a:solidFill>
              </a:defRPr>
            </a:lvl7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5564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9019903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9016465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3412981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901468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3411204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13955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61217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217439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6215662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9624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0368" y="1905000"/>
            <a:ext cx="2566737" cy="39624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9012110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3408626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901468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3411204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9624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657600"/>
          </a:xfrm>
        </p:spPr>
        <p:txBody>
          <a:bodyPr bIns="18288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657600"/>
          </a:xfrm>
        </p:spPr>
        <p:txBody>
          <a:bodyPr bIns="182880"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12775" y="1905000"/>
            <a:ext cx="5178425" cy="39624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lef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397247" y="1905000"/>
            <a:ext cx="5181600" cy="3657599"/>
          </a:xfrm>
        </p:spPr>
        <p:txBody>
          <a:bodyPr bIns="18288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12775" y="1905000"/>
            <a:ext cx="5178425" cy="3657599"/>
          </a:xfrm>
        </p:spPr>
        <p:txBody>
          <a:bodyPr bIns="182880"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9624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905000"/>
            <a:ext cx="5178425" cy="39624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6576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905000"/>
            <a:ext cx="5178425" cy="36576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609600" y="1905000"/>
            <a:ext cx="10969625" cy="396240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har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609600" y="1905000"/>
            <a:ext cx="10969625" cy="3657599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609600" y="1905000"/>
            <a:ext cx="10969625" cy="3962400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494923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55937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67061" y="2443159"/>
            <a:ext cx="3450771" cy="2743200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28076" y="2443159"/>
            <a:ext cx="3450771" cy="2743200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2443159"/>
            <a:ext cx="2468880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75327" y="2443159"/>
            <a:ext cx="2468880" cy="2743200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109967" y="2443159"/>
            <a:ext cx="2468880" cy="2743200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40687" y="2443159"/>
            <a:ext cx="2468880" cy="2743200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606063"/>
            <a:ext cx="3450771" cy="1999287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70614" y="1606063"/>
            <a:ext cx="3450771" cy="1999287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31629" y="1606063"/>
            <a:ext cx="3450771" cy="1999287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09600" y="3920366"/>
            <a:ext cx="3450771" cy="194703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370614" y="3920366"/>
            <a:ext cx="3450771" cy="194703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606063"/>
            <a:ext cx="3450771" cy="1999287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70614" y="1606063"/>
            <a:ext cx="3450771" cy="1999287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31629" y="1606063"/>
            <a:ext cx="3450771" cy="1999287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09600" y="3920366"/>
            <a:ext cx="3450771" cy="194703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370614" y="3920366"/>
            <a:ext cx="3450771" cy="194703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28076" y="3920366"/>
            <a:ext cx="3450771" cy="194703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1600200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36251" y="1600200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051352" y="1600200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21149" y="1600200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09600" y="3892731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239804" y="3892731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424702" y="3892731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1600200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36251" y="1600200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051352" y="1600200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21149" y="1600200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09600" y="3892731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239804" y="3892731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9054905" y="3892731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424702" y="3892731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69816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699694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529572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225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439812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8270950" y="1600201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8" name="Straight Connector 7"/>
          <p:cNvCxnSpPr>
            <a:stCxn id="5" idx="6"/>
            <a:endCxn id="14" idx="2"/>
          </p:cNvCxnSpPr>
          <p:nvPr userDrawn="1"/>
        </p:nvCxnSpPr>
        <p:spPr>
          <a:xfrm>
            <a:off x="1138989" y="1859876"/>
            <a:ext cx="330082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4"/>
          </p:cNvCxnSpPr>
          <p:nvPr userDrawn="1"/>
        </p:nvCxnSpPr>
        <p:spPr>
          <a:xfrm>
            <a:off x="879107" y="2119551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4699694" y="2119550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8529572" y="2119550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4" idx="6"/>
            <a:endCxn id="16" idx="2"/>
          </p:cNvCxnSpPr>
          <p:nvPr userDrawn="1"/>
        </p:nvCxnSpPr>
        <p:spPr>
          <a:xfrm>
            <a:off x="4959576" y="1859876"/>
            <a:ext cx="331137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195" y="2819402"/>
            <a:ext cx="2246651" cy="3047998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671201" y="2819402"/>
            <a:ext cx="2246651" cy="3047998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02743" y="2819398"/>
            <a:ext cx="2246651" cy="3048002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9335749" y="2819398"/>
            <a:ext cx="2246651" cy="3048002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19225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3446056" y="160019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6274148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879107" y="2119551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3705938" y="2119548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6532770" y="2119549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/>
          <p:cNvCxnSpPr>
            <a:stCxn id="14" idx="6"/>
            <a:endCxn id="16" idx="2"/>
          </p:cNvCxnSpPr>
          <p:nvPr userDrawn="1"/>
        </p:nvCxnSpPr>
        <p:spPr>
          <a:xfrm flipV="1">
            <a:off x="1138989" y="1859874"/>
            <a:ext cx="2307067" cy="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9100979" y="160994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9359601" y="2129289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16" idx="6"/>
            <a:endCxn id="19" idx="2"/>
          </p:cNvCxnSpPr>
          <p:nvPr userDrawn="1"/>
        </p:nvCxnSpPr>
        <p:spPr>
          <a:xfrm>
            <a:off x="3965820" y="1859874"/>
            <a:ext cx="2308328" cy="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9" idx="6"/>
            <a:endCxn id="614" idx="2"/>
          </p:cNvCxnSpPr>
          <p:nvPr userDrawn="1"/>
        </p:nvCxnSpPr>
        <p:spPr>
          <a:xfrm>
            <a:off x="6793912" y="1859876"/>
            <a:ext cx="2307067" cy="97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75156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547651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5414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2550160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4464906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 flipV="1">
            <a:off x="895296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2810042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6379652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6639534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V="1">
            <a:off x="4724788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711404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8294396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8554278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2801904" y="4594767"/>
            <a:ext cx="3054096" cy="1517904"/>
          </a:xfrm>
        </p:spPr>
        <p:txBody>
          <a:bodyPr tIns="9144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6638152" y="4594767"/>
            <a:ext cx="3054096" cy="1517904"/>
          </a:xfrm>
        </p:spPr>
        <p:txBody>
          <a:bodyPr tIns="9144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cxnSp>
        <p:nvCxnSpPr>
          <p:cNvPr id="8" name="Straight Connector 7"/>
          <p:cNvCxnSpPr>
            <a:stCxn id="14" idx="6"/>
            <a:endCxn id="16" idx="2"/>
          </p:cNvCxnSpPr>
          <p:nvPr userDrawn="1"/>
        </p:nvCxnSpPr>
        <p:spPr>
          <a:xfrm>
            <a:off x="1155178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6" idx="6"/>
            <a:endCxn id="19" idx="2"/>
          </p:cNvCxnSpPr>
          <p:nvPr userDrawn="1"/>
        </p:nvCxnSpPr>
        <p:spPr>
          <a:xfrm>
            <a:off x="3069924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9" idx="6"/>
            <a:endCxn id="614" idx="2"/>
          </p:cNvCxnSpPr>
          <p:nvPr userDrawn="1"/>
        </p:nvCxnSpPr>
        <p:spPr>
          <a:xfrm>
            <a:off x="4984670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14" idx="6"/>
            <a:endCxn id="30" idx="2"/>
          </p:cNvCxnSpPr>
          <p:nvPr userDrawn="1"/>
        </p:nvCxnSpPr>
        <p:spPr>
          <a:xfrm>
            <a:off x="6899416" y="3861404"/>
            <a:ext cx="13949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81407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89315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5414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2263193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3890972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 flipV="1">
            <a:off x="895296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2508384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5518751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5773725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V="1">
            <a:off x="4155763" y="3143024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135361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146530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7416229" y="3143024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2508384" y="4595712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62338" y="4595712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cxnSp>
        <p:nvCxnSpPr>
          <p:cNvPr id="8" name="Straight Connector 7"/>
          <p:cNvCxnSpPr>
            <a:stCxn id="14" idx="6"/>
            <a:endCxn id="16" idx="2"/>
          </p:cNvCxnSpPr>
          <p:nvPr userDrawn="1"/>
        </p:nvCxnSpPr>
        <p:spPr>
          <a:xfrm>
            <a:off x="1155178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6" idx="6"/>
            <a:endCxn id="19" idx="2"/>
          </p:cNvCxnSpPr>
          <p:nvPr userDrawn="1"/>
        </p:nvCxnSpPr>
        <p:spPr>
          <a:xfrm>
            <a:off x="2782957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9" idx="6"/>
            <a:endCxn id="614" idx="2"/>
          </p:cNvCxnSpPr>
          <p:nvPr userDrawn="1"/>
        </p:nvCxnSpPr>
        <p:spPr>
          <a:xfrm>
            <a:off x="4410736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14" idx="6"/>
            <a:endCxn id="30" idx="2"/>
          </p:cNvCxnSpPr>
          <p:nvPr userDrawn="1"/>
        </p:nvCxnSpPr>
        <p:spPr>
          <a:xfrm>
            <a:off x="6038515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 userDrawn="1"/>
        </p:nvSpPr>
        <p:spPr>
          <a:xfrm>
            <a:off x="8774308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6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9034190" y="4121025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9016290" y="4575916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cxnSp>
        <p:nvCxnSpPr>
          <p:cNvPr id="22" name="Straight Connector 21"/>
          <p:cNvCxnSpPr>
            <a:stCxn id="30" idx="6"/>
            <a:endCxn id="26" idx="2"/>
          </p:cNvCxnSpPr>
          <p:nvPr userDrawn="1"/>
        </p:nvCxnSpPr>
        <p:spPr>
          <a:xfrm>
            <a:off x="7666294" y="3860223"/>
            <a:ext cx="110801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ight Image Full Ble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0" y="381001"/>
            <a:ext cx="5181600" cy="92392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400800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Right Image Full Ble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solidFill>
            <a:schemeClr val="accent4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400800" y="685800"/>
            <a:ext cx="5181600" cy="54864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white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  <p:extLst/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tiv Maste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to your template</a:t>
            </a:r>
            <a:endParaRPr lang="en-US" sz="360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1" y="1924295"/>
            <a:ext cx="5181600" cy="426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Your template is called Aptiv Master Theme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access your master theme from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by selecting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 Slide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The Aptiv Master Theme contains all of the layouts for building your presentations.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not recommended that you make modifications to your slide layouts from this section.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Also, never add content in Master Slide view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choose layouts from the Aptiv Master Theme and add content from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View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Use this quick reference guide to help choose your layouts, add content, and format text and content elements.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Easy color and margin guides are built into your themes, however these will not be viewable in Slide Show mode, when printed or exported to PDF.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01" b="20078"/>
          <a:stretch/>
        </p:blipFill>
        <p:spPr>
          <a:xfrm>
            <a:off x="6095999" y="1924295"/>
            <a:ext cx="5486401" cy="3943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7648516" y="2351426"/>
            <a:ext cx="423873" cy="58097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999" y="2351426"/>
            <a:ext cx="423873" cy="58097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Getting started</a:t>
            </a:r>
            <a:endParaRPr lang="en-US" sz="36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200918" y="910701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r>
              <a:rPr lang="en-US" sz="900" b="1" dirty="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Slide title  </a:t>
            </a:r>
            <a:r>
              <a:rPr lang="en-US" sz="900" dirty="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Arial 36 pt Bold, Black</a:t>
            </a:r>
          </a:p>
        </p:txBody>
      </p:sp>
      <p:cxnSp>
        <p:nvCxnSpPr>
          <p:cNvPr id="13" name="Straight Arrow Connector 12"/>
          <p:cNvCxnSpPr/>
          <p:nvPr userDrawn="1"/>
        </p:nvCxnSpPr>
        <p:spPr>
          <a:xfrm flipH="1">
            <a:off x="3930267" y="999563"/>
            <a:ext cx="23299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609601" y="1921248"/>
            <a:ext cx="5181600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Selecting and changing your layout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tab, click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Slide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select the layout from the Aptiv Master Theme which appears to best suit your content.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change your layout, click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Layout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select a new option from your Aptiv Master Theme. Your slide will adopt the newly selected format.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57" b="67871"/>
          <a:stretch/>
        </p:blipFill>
        <p:spPr>
          <a:xfrm>
            <a:off x="609600" y="4051065"/>
            <a:ext cx="5486400" cy="18163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9" name="Rectangle 18"/>
          <p:cNvSpPr/>
          <p:nvPr userDrawn="1"/>
        </p:nvSpPr>
        <p:spPr>
          <a:xfrm>
            <a:off x="1670006" y="4427458"/>
            <a:ext cx="1152543" cy="64455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408549" y="1927674"/>
            <a:ext cx="518160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anatomy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Headers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Placeholders for section titles and slide titles exist on most slides. Do not rearrange or reformat these placeholders. If you do so accidentally,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any reformatting can be returned to it’s original style by clicking </a:t>
            </a: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the </a:t>
            </a: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not edit footers on individual slides.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lang="en-US" sz="1500" u="sng" dirty="0"/>
              <a:t>nsure footers</a:t>
            </a:r>
            <a:r>
              <a:rPr lang="en-US" sz="1500" u="sng" baseline="0" dirty="0"/>
              <a:t> are consistent by building your presentation from only one theme</a:t>
            </a:r>
            <a:r>
              <a:rPr lang="en-US" sz="1500" baseline="0" dirty="0"/>
              <a:t>. Then, add/edit footers from the </a:t>
            </a:r>
            <a:r>
              <a:rPr lang="en-US" sz="1500" b="1" dirty="0"/>
              <a:t>Insert</a:t>
            </a:r>
            <a:r>
              <a:rPr lang="en-US" sz="1500" b="1" baseline="0" dirty="0"/>
              <a:t> </a:t>
            </a:r>
            <a:r>
              <a:rPr lang="en-US" sz="1500" b="0" baseline="0" dirty="0"/>
              <a:t>tab and clicking</a:t>
            </a:r>
            <a:r>
              <a:rPr lang="en-US" sz="1500" b="1" baseline="0" dirty="0"/>
              <a:t> </a:t>
            </a:r>
            <a:r>
              <a:rPr lang="en-US" sz="1500" b="1" dirty="0"/>
              <a:t>Header &amp; Footer</a:t>
            </a:r>
            <a:r>
              <a:rPr lang="en-US" sz="1500" b="0" dirty="0"/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  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Avoid resizing or rearranging elements in your slides to ensure margins and spacing remain consistent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Instead, try to select a layout from your Master theme which best suits your content. If you must add or adjust content elements, refer to margins and guidelines built into your theme.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6891639" y="6408685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pPr algn="ctr"/>
            <a:r>
              <a:rPr lang="en-US" sz="900" b="1" dirty="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Footer</a:t>
            </a:r>
            <a:endParaRPr lang="en-US" sz="900" dirty="0">
              <a:solidFill>
                <a:schemeClr val="accent1"/>
              </a:solidFill>
              <a:latin typeface="Arial Regular" charset="0"/>
              <a:ea typeface="Arial Regular" charset="0"/>
              <a:cs typeface="Arial Regular" charset="0"/>
            </a:endParaRPr>
          </a:p>
        </p:txBody>
      </p:sp>
      <p:cxnSp>
        <p:nvCxnSpPr>
          <p:cNvPr id="26" name="Straight Arrow Connector 25"/>
          <p:cNvCxnSpPr/>
          <p:nvPr userDrawn="1"/>
        </p:nvCxnSpPr>
        <p:spPr>
          <a:xfrm flipH="1">
            <a:off x="4295276" y="6497547"/>
            <a:ext cx="265176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 userDrawn="1"/>
        </p:nvCxnSpPr>
        <p:spPr>
          <a:xfrm>
            <a:off x="7548975" y="6497548"/>
            <a:ext cx="246888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ng content to you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  <a:endParaRPr lang="en-US" sz="360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1" y="1900992"/>
            <a:ext cx="5181600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Margins and guidelines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adding or resizing elements in your slide, refer to guidelines to maintain proper alignment, spacing and margins. To view guidelines, select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tab, and check the checkbox next to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Guides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6408549" y="1907418"/>
            <a:ext cx="5181600" cy="3959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Filling placeholders with content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are adding text to your placeholder, simply click within the placeholder, then begin typing. Use the Indent tool to navigate preset text styles (see next slide).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simplest way to add content other than text to a placeholder is by clicking the icon at the center of the placeholder and choosing the content you want to add.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the icon is inaccessible (as with text overlaying a background image), you may also drag  an image file from your computer into the placeholder.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Furthermore, you may also right click on the placeholder and use the menu that appears to place (and even change existing) content into the placeholder.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1259"/>
          <a:stretch/>
        </p:blipFill>
        <p:spPr>
          <a:xfrm>
            <a:off x="609600" y="3429001"/>
            <a:ext cx="5486399" cy="2438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3" name="Rectangle 12"/>
          <p:cNvSpPr/>
          <p:nvPr userDrawn="1"/>
        </p:nvSpPr>
        <p:spPr>
          <a:xfrm>
            <a:off x="3463870" y="4133285"/>
            <a:ext cx="658679" cy="28164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ng content to your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05" t="-1" r="9895" b="63111"/>
          <a:stretch/>
        </p:blipFill>
        <p:spPr>
          <a:xfrm>
            <a:off x="1363740" y="4202103"/>
            <a:ext cx="3205212" cy="171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  <a:endParaRPr lang="en-US" sz="3600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09600" y="1915320"/>
            <a:ext cx="51816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Navigating text styles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Less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More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buttons in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to navigate between preset text styles.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3111"/>
          <a:stretch/>
        </p:blipFill>
        <p:spPr>
          <a:xfrm>
            <a:off x="609600" y="2971675"/>
            <a:ext cx="5173851" cy="685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16"/>
          <p:cNvSpPr/>
          <p:nvPr userDrawn="1"/>
        </p:nvSpPr>
        <p:spPr>
          <a:xfrm>
            <a:off x="2684689" y="4989399"/>
            <a:ext cx="934411" cy="43190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400800" y="1905000"/>
            <a:ext cx="5181600" cy="396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Large heading/call out text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2 - Small heading text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3 - Paragraph text </a:t>
            </a:r>
          </a:p>
          <a:p>
            <a:pPr marL="285750" marR="0" lvl="3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4018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 – Bullet tier one</a:t>
            </a:r>
          </a:p>
          <a:p>
            <a:pPr marL="4572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 – Bullet tier two</a:t>
            </a:r>
          </a:p>
          <a:p>
            <a:pPr marL="685800" marR="0" lvl="5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.AppleSystemUIFont" charset="-120"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 – Bullet tier three</a:t>
            </a:r>
          </a:p>
          <a:p>
            <a:pPr marL="685800" marR="0" lvl="5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.AppleSystemUIFont" charset="-120"/>
              <a:buChar char="-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29D9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Footnotes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Straight Arrow Connector 3"/>
          <p:cNvCxnSpPr/>
          <p:nvPr userDrawn="1"/>
        </p:nvCxnSpPr>
        <p:spPr>
          <a:xfrm flipH="1">
            <a:off x="4267200" y="3429000"/>
            <a:ext cx="429928" cy="724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ferri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Transferring content from other presentations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0" y="1918604"/>
            <a:ext cx="518160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Rules of copy and paste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drag and drop or copy/paste whole slides into your presentation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This will transfer a new Master theme (when using source formatting) or a new layout into your Master theme (when using destination theme), which often results in inconsistent headers, footers, margins and general formatting.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always start by selecting a layout from your Master theme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copy/paste bodies of text from a text box in your old presentation file to your new presentation file. Choose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Destination Theme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 Text Only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use Indent buttons to format text. This method will preserve the integrity of your Master theme.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copy/paste images from one file to another. Instead, save the image on your computer, then upload the image to the image placeholder within your selected layout.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9"/>
          <a:stretch/>
        </p:blipFill>
        <p:spPr>
          <a:xfrm>
            <a:off x="6660016" y="1600200"/>
            <a:ext cx="4358367" cy="367296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6" name="Rectangle 5"/>
          <p:cNvSpPr/>
          <p:nvPr userDrawn="1"/>
        </p:nvSpPr>
        <p:spPr>
          <a:xfrm>
            <a:off x="7336346" y="4634363"/>
            <a:ext cx="1395885" cy="67209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6992813"/>
            <a:ext cx="12191999" cy="578082"/>
            <a:chOff x="0" y="6992813"/>
            <a:chExt cx="12191999" cy="578082"/>
          </a:xfrm>
        </p:grpSpPr>
        <p:sp>
          <p:nvSpPr>
            <p:cNvPr id="42" name="Rectangle 41"/>
            <p:cNvSpPr/>
            <p:nvPr userDrawn="1"/>
          </p:nvSpPr>
          <p:spPr>
            <a:xfrm>
              <a:off x="0" y="6992813"/>
              <a:ext cx="12191999" cy="578082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878F84"/>
                </a:solidFill>
              </a:endParaRPr>
            </a:p>
          </p:txBody>
        </p:sp>
        <p:sp>
          <p:nvSpPr>
            <p:cNvPr id="47" name="TextBox 46"/>
            <p:cNvSpPr txBox="1"/>
            <p:nvPr userDrawn="1"/>
          </p:nvSpPr>
          <p:spPr>
            <a:xfrm>
              <a:off x="914400" y="7173243"/>
              <a:ext cx="1706193" cy="269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US" sz="900" b="1" dirty="0">
                  <a:solidFill>
                    <a:srgbClr val="929D96"/>
                  </a:solidFill>
                  <a:latin typeface="+mn-lt"/>
                </a:rPr>
                <a:t>Data color order</a:t>
              </a:r>
              <a:r>
                <a:rPr lang="en-US" sz="900" b="1" baseline="0" dirty="0">
                  <a:solidFill>
                    <a:srgbClr val="929D96"/>
                  </a:solidFill>
                  <a:latin typeface="+mn-lt"/>
                </a:rPr>
                <a:t>:</a:t>
              </a:r>
              <a:endParaRPr lang="en-US" sz="900" b="1" dirty="0">
                <a:solidFill>
                  <a:srgbClr val="929D96"/>
                </a:solidFill>
                <a:latin typeface="+mn-lt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940682" y="7146735"/>
              <a:ext cx="195278" cy="190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420420" y="7146735"/>
              <a:ext cx="195278" cy="190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180551" y="7146735"/>
              <a:ext cx="195278" cy="190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660289" y="7146735"/>
              <a:ext cx="195278" cy="190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900158" y="7146735"/>
              <a:ext cx="195278" cy="19001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140027" y="7146735"/>
              <a:ext cx="195278" cy="19001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619765" y="7146735"/>
              <a:ext cx="195278" cy="190016"/>
            </a:xfrm>
            <a:prstGeom prst="rect">
              <a:avLst/>
            </a:prstGeom>
            <a:solidFill>
              <a:srgbClr val="D9F28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859634" y="7146735"/>
              <a:ext cx="195278" cy="190016"/>
            </a:xfrm>
            <a:prstGeom prst="rect">
              <a:avLst/>
            </a:prstGeom>
            <a:solidFill>
              <a:srgbClr val="3BC6E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099503" y="7146735"/>
              <a:ext cx="195278" cy="190016"/>
            </a:xfrm>
            <a:prstGeom prst="rect">
              <a:avLst/>
            </a:prstGeom>
            <a:solidFill>
              <a:srgbClr val="00AC9E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339372" y="7146735"/>
              <a:ext cx="195278" cy="190016"/>
            </a:xfrm>
            <a:prstGeom prst="rect">
              <a:avLst/>
            </a:prstGeom>
            <a:solidFill>
              <a:srgbClr val="FFA21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grpSp>
          <p:nvGrpSpPr>
            <p:cNvPr id="44" name="Group 43"/>
            <p:cNvGrpSpPr/>
            <p:nvPr userDrawn="1"/>
          </p:nvGrpSpPr>
          <p:grpSpPr>
            <a:xfrm>
              <a:off x="6400801" y="7143354"/>
              <a:ext cx="4804898" cy="276999"/>
              <a:chOff x="6311590" y="7133823"/>
              <a:chExt cx="4796677" cy="276999"/>
            </a:xfrm>
          </p:grpSpPr>
          <p:sp>
            <p:nvSpPr>
              <p:cNvPr id="45" name="Rectangle 44"/>
              <p:cNvSpPr/>
              <p:nvPr userDrawn="1"/>
            </p:nvSpPr>
            <p:spPr>
              <a:xfrm>
                <a:off x="6311590" y="7133823"/>
                <a:ext cx="457200" cy="138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l"/>
                <a:r>
                  <a:rPr lang="en-US" sz="900" b="1" baseline="0" dirty="0">
                    <a:solidFill>
                      <a:srgbClr val="929D96"/>
                    </a:solidFill>
                  </a:rPr>
                  <a:t>Footer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  <p:sp>
            <p:nvSpPr>
              <p:cNvPr id="46" name="Rectangle 45"/>
              <p:cNvSpPr/>
              <p:nvPr userDrawn="1"/>
            </p:nvSpPr>
            <p:spPr>
              <a:xfrm>
                <a:off x="6793974" y="7133823"/>
                <a:ext cx="4314293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Never change the footer text on individual slides. Change, t</a:t>
                </a:r>
                <a:r>
                  <a:rPr lang="en-US" sz="900" baseline="0" dirty="0">
                    <a:solidFill>
                      <a:srgbClr val="929D96"/>
                    </a:solidFill>
                  </a:rPr>
                  <a:t>urn on or off by using </a:t>
                </a:r>
              </a:p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</a:rPr>
                  <a:t>Insert </a:t>
                </a:r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 Header &amp; Footer Enter / change text  Click Apply All. 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</p:grpSp>
        <p:sp>
          <p:nvSpPr>
            <p:cNvPr id="61" name="Rectangle 60"/>
            <p:cNvSpPr/>
            <p:nvPr userDrawn="1"/>
          </p:nvSpPr>
          <p:spPr>
            <a:xfrm>
              <a:off x="4579241" y="7146735"/>
              <a:ext cx="195278" cy="190016"/>
            </a:xfrm>
            <a:prstGeom prst="rect">
              <a:avLst/>
            </a:prstGeom>
            <a:solidFill>
              <a:srgbClr val="C13B3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2" name="Rectangle 61"/>
            <p:cNvSpPr/>
            <p:nvPr userDrawn="1"/>
          </p:nvSpPr>
          <p:spPr>
            <a:xfrm>
              <a:off x="4819110" y="7146735"/>
              <a:ext cx="195278" cy="190016"/>
            </a:xfrm>
            <a:prstGeom prst="rect">
              <a:avLst/>
            </a:prstGeom>
            <a:solidFill>
              <a:srgbClr val="297CE0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4" name="Rectangle 63"/>
            <p:cNvSpPr/>
            <p:nvPr userDrawn="1"/>
          </p:nvSpPr>
          <p:spPr>
            <a:xfrm>
              <a:off x="3379896" y="7146735"/>
              <a:ext cx="195278" cy="190016"/>
            </a:xfrm>
            <a:prstGeom prst="rect">
              <a:avLst/>
            </a:prstGeom>
            <a:solidFill>
              <a:srgbClr val="929D9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05" y="6304680"/>
            <a:ext cx="1600200" cy="36040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923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904999"/>
            <a:ext cx="10969247" cy="3962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1 - Large heading/call out text</a:t>
            </a:r>
          </a:p>
          <a:p>
            <a:pPr lvl="1"/>
            <a:r>
              <a:rPr lang="en-US" dirty="0"/>
              <a:t>Level 2 - Small heading text</a:t>
            </a:r>
          </a:p>
          <a:p>
            <a:pPr lvl="2"/>
            <a:r>
              <a:rPr lang="en-US" dirty="0"/>
              <a:t>Level 3 - </a:t>
            </a:r>
            <a:r>
              <a:rPr lang="en-US" dirty="0" err="1"/>
              <a:t>Paragrah</a:t>
            </a:r>
            <a:r>
              <a:rPr lang="en-US" dirty="0"/>
              <a:t> text </a:t>
            </a:r>
          </a:p>
          <a:p>
            <a:pPr lvl="3"/>
            <a:r>
              <a:rPr lang="en-US" dirty="0"/>
              <a:t>Level 4 - Bullet tier one</a:t>
            </a:r>
          </a:p>
          <a:p>
            <a:pPr lvl="4"/>
            <a:r>
              <a:rPr lang="en-US" dirty="0"/>
              <a:t>Bullet level one</a:t>
            </a:r>
          </a:p>
          <a:p>
            <a:pPr lvl="5"/>
            <a:r>
              <a:rPr lang="en-US" dirty="0"/>
              <a:t>Bullet level two</a:t>
            </a:r>
          </a:p>
          <a:p>
            <a:pPr lvl="6"/>
            <a:r>
              <a:rPr lang="en-US" dirty="0"/>
              <a:t>Footnotes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7266" y="6324599"/>
            <a:ext cx="3492500" cy="3048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i="1">
                <a:solidFill>
                  <a:srgbClr val="929D9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284" y="6324599"/>
            <a:ext cx="624550" cy="3048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929D96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436811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-1505757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436812" y="1905582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-1505757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-239002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-1505756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436812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239002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505757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 area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436812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 flipH="1" flipV="1">
            <a:off x="4612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731995" y="-256408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5400000" flipH="1" flipV="1">
            <a:off x="59476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233190" y="1909404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220822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12523476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2523476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12418631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 userDrawn="1"/>
        </p:nvSpPr>
        <p:spPr>
          <a:xfrm>
            <a:off x="12523477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2220821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12418631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12523476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 dirty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 dirty="0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2220821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5400000" flipH="1" flipV="1">
            <a:off x="11439470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 userDrawn="1"/>
        </p:nvSpPr>
        <p:spPr>
          <a:xfrm>
            <a:off x="11649264" y="-276585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 rot="5400000" flipH="1" flipV="1">
            <a:off x="59476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 userDrawn="1"/>
        </p:nvCxnSpPr>
        <p:spPr>
          <a:xfrm rot="5400000" flipH="1" flipV="1">
            <a:off x="4612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 userDrawn="1"/>
        </p:nvCxnSpPr>
        <p:spPr>
          <a:xfrm rot="5400000" flipH="1" flipV="1">
            <a:off x="11439470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06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43" r:id="rId2"/>
    <p:sldLayoutId id="2147483803" r:id="rId3"/>
    <p:sldLayoutId id="2147483804" r:id="rId4"/>
    <p:sldLayoutId id="2147483772" r:id="rId5"/>
    <p:sldLayoutId id="2147483807" r:id="rId6"/>
    <p:sldLayoutId id="2147483747" r:id="rId7"/>
    <p:sldLayoutId id="2147483771" r:id="rId8"/>
    <p:sldLayoutId id="2147483749" r:id="rId9"/>
    <p:sldLayoutId id="2147483817" r:id="rId10"/>
    <p:sldLayoutId id="2147483786" r:id="rId11"/>
    <p:sldLayoutId id="2147483821" r:id="rId12"/>
    <p:sldLayoutId id="2147483774" r:id="rId13"/>
    <p:sldLayoutId id="2147483822" r:id="rId14"/>
    <p:sldLayoutId id="2147483669" r:id="rId15"/>
    <p:sldLayoutId id="2147483787" r:id="rId16"/>
    <p:sldLayoutId id="2147483773" r:id="rId17"/>
    <p:sldLayoutId id="2147483788" r:id="rId18"/>
    <p:sldLayoutId id="2147483775" r:id="rId19"/>
    <p:sldLayoutId id="2147483823" r:id="rId20"/>
    <p:sldLayoutId id="2147483776" r:id="rId21"/>
    <p:sldLayoutId id="2147483777" r:id="rId22"/>
    <p:sldLayoutId id="2147483778" r:id="rId23"/>
    <p:sldLayoutId id="2147483779" r:id="rId24"/>
    <p:sldLayoutId id="2147483824" r:id="rId25"/>
    <p:sldLayoutId id="2147483780" r:id="rId26"/>
    <p:sldLayoutId id="2147483781" r:id="rId27"/>
    <p:sldLayoutId id="2147483793" r:id="rId28"/>
    <p:sldLayoutId id="2147483826" r:id="rId29"/>
    <p:sldLayoutId id="2147483794" r:id="rId30"/>
    <p:sldLayoutId id="2147483827" r:id="rId31"/>
    <p:sldLayoutId id="2147483816" r:id="rId32"/>
    <p:sldLayoutId id="2147483828" r:id="rId33"/>
    <p:sldLayoutId id="2147483795" r:id="rId34"/>
    <p:sldLayoutId id="2147483829" r:id="rId35"/>
    <p:sldLayoutId id="2147483796" r:id="rId36"/>
    <p:sldLayoutId id="2147483783" r:id="rId37"/>
    <p:sldLayoutId id="2147483790" r:id="rId38"/>
    <p:sldLayoutId id="2147483784" r:id="rId39"/>
    <p:sldLayoutId id="2147483791" r:id="rId40"/>
    <p:sldLayoutId id="2147483789" r:id="rId41"/>
    <p:sldLayoutId id="2147483815" r:id="rId42"/>
    <p:sldLayoutId id="2147483792" r:id="rId43"/>
    <p:sldLayoutId id="2147483758" r:id="rId44"/>
    <p:sldLayoutId id="2147483759" r:id="rId45"/>
    <p:sldLayoutId id="2147483799" r:id="rId46"/>
    <p:sldLayoutId id="2147483800" r:id="rId47"/>
    <p:sldLayoutId id="2147483801" r:id="rId48"/>
    <p:sldLayoutId id="2147483818" r:id="rId49"/>
    <p:sldLayoutId id="2147483670" r:id="rId50"/>
    <p:sldLayoutId id="2147483797" r:id="rId51"/>
    <p:sldLayoutId id="2147483808" r:id="rId52"/>
    <p:sldLayoutId id="2147483830" r:id="rId53"/>
    <p:sldLayoutId id="2147483798" r:id="rId54"/>
    <p:sldLayoutId id="214748380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3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24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2400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25000"/>
        <a:buFont typeface="Arial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4572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Arial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.AppleSystemUIFont" charset="-12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buFontTx/>
        <a:buNone/>
        <a:defRPr sz="1800" i="1" kern="1200">
          <a:solidFill>
            <a:srgbClr val="929D96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600" b="0" i="1" kern="1200" baseline="0">
          <a:solidFill>
            <a:schemeClr val="accent4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32">
          <p15:clr>
            <a:srgbClr val="A4A3A4"/>
          </p15:clr>
        </p15:guide>
        <p15:guide id="3" pos="3264">
          <p15:clr>
            <a:srgbClr val="A4A3A4"/>
          </p15:clr>
        </p15:guide>
        <p15:guide id="4" pos="4224">
          <p15:clr>
            <a:srgbClr val="A4A3A4"/>
          </p15:clr>
        </p15:guide>
        <p15:guide id="5" pos="3456">
          <p15:clr>
            <a:srgbClr val="A4A3A4"/>
          </p15:clr>
        </p15:guide>
        <p15:guide id="6" pos="4416">
          <p15:clr>
            <a:srgbClr val="A4A3A4"/>
          </p15:clr>
        </p15:guide>
        <p15:guide id="7" pos="3072">
          <p15:clr>
            <a:srgbClr val="A4A3A4"/>
          </p15:clr>
        </p15:guide>
        <p15:guide id="8" pos="4608">
          <p15:clr>
            <a:srgbClr val="A4A3A4"/>
          </p15:clr>
        </p15:guide>
        <p15:guide id="9" pos="2880">
          <p15:clr>
            <a:srgbClr val="A4A3A4"/>
          </p15:clr>
        </p15:guide>
        <p15:guide id="10" pos="4800">
          <p15:clr>
            <a:srgbClr val="A4A3A4"/>
          </p15:clr>
        </p15:guide>
        <p15:guide id="11" pos="2688">
          <p15:clr>
            <a:srgbClr val="A4A3A4"/>
          </p15:clr>
        </p15:guide>
        <p15:guide id="12" pos="4992">
          <p15:clr>
            <a:srgbClr val="A4A3A4"/>
          </p15:clr>
        </p15:guide>
        <p15:guide id="13" pos="2496">
          <p15:clr>
            <a:srgbClr val="A4A3A4"/>
          </p15:clr>
        </p15:guide>
        <p15:guide id="14" pos="5184">
          <p15:clr>
            <a:srgbClr val="A4A3A4"/>
          </p15:clr>
        </p15:guide>
        <p15:guide id="15" pos="2304">
          <p15:clr>
            <a:srgbClr val="A4A3A4"/>
          </p15:clr>
        </p15:guide>
        <p15:guide id="16" pos="5376">
          <p15:clr>
            <a:srgbClr val="A4A3A4"/>
          </p15:clr>
        </p15:guide>
        <p15:guide id="17" pos="2112" userDrawn="1">
          <p15:clr>
            <a:srgbClr val="F26B43"/>
          </p15:clr>
        </p15:guide>
        <p15:guide id="18" pos="5568" userDrawn="1">
          <p15:clr>
            <a:srgbClr val="F26B43"/>
          </p15:clr>
        </p15:guide>
        <p15:guide id="19" pos="1920">
          <p15:clr>
            <a:srgbClr val="A4A3A4"/>
          </p15:clr>
        </p15:guide>
        <p15:guide id="20" pos="5760">
          <p15:clr>
            <a:srgbClr val="A4A3A4"/>
          </p15:clr>
        </p15:guide>
        <p15:guide id="21" pos="1728">
          <p15:clr>
            <a:srgbClr val="A4A3A4"/>
          </p15:clr>
        </p15:guide>
        <p15:guide id="22" orient="horz" pos="1776">
          <p15:clr>
            <a:srgbClr val="A4A3A4"/>
          </p15:clr>
        </p15:guide>
        <p15:guide id="23" pos="5952">
          <p15:clr>
            <a:srgbClr val="A4A3A4"/>
          </p15:clr>
        </p15:guide>
        <p15:guide id="24" pos="1536">
          <p15:clr>
            <a:srgbClr val="A4A3A4"/>
          </p15:clr>
        </p15:guide>
        <p15:guide id="25" pos="6144">
          <p15:clr>
            <a:srgbClr val="A4A3A4"/>
          </p15:clr>
        </p15:guide>
        <p15:guide id="26" pos="1344">
          <p15:clr>
            <a:srgbClr val="A4A3A4"/>
          </p15:clr>
        </p15:guide>
        <p15:guide id="27" pos="6336">
          <p15:clr>
            <a:srgbClr val="A4A3A4"/>
          </p15:clr>
        </p15:guide>
        <p15:guide id="28" pos="1152">
          <p15:clr>
            <a:srgbClr val="A4A3A4"/>
          </p15:clr>
        </p15:guide>
        <p15:guide id="29" pos="6528">
          <p15:clr>
            <a:srgbClr val="A4A3A4"/>
          </p15:clr>
        </p15:guide>
        <p15:guide id="30" pos="960">
          <p15:clr>
            <a:srgbClr val="A4A3A4"/>
          </p15:clr>
        </p15:guide>
        <p15:guide id="31" pos="6720">
          <p15:clr>
            <a:srgbClr val="A4A3A4"/>
          </p15:clr>
        </p15:guide>
        <p15:guide id="32" pos="768">
          <p15:clr>
            <a:srgbClr val="A4A3A4"/>
          </p15:clr>
        </p15:guide>
        <p15:guide id="33" pos="6912">
          <p15:clr>
            <a:srgbClr val="A4A3A4"/>
          </p15:clr>
        </p15:guide>
        <p15:guide id="34" pos="576">
          <p15:clr>
            <a:srgbClr val="A4A3A4"/>
          </p15:clr>
        </p15:guide>
        <p15:guide id="35" pos="7104">
          <p15:clr>
            <a:srgbClr val="A4A3A4"/>
          </p15:clr>
        </p15:guide>
        <p15:guide id="36" pos="384" userDrawn="1">
          <p15:clr>
            <a:srgbClr val="F26B43"/>
          </p15:clr>
        </p15:guide>
        <p15:guide id="37" pos="7296" userDrawn="1">
          <p15:clr>
            <a:srgbClr val="F26B43"/>
          </p15:clr>
        </p15:guide>
        <p15:guide id="38" pos="192">
          <p15:clr>
            <a:srgbClr val="A4A3A4"/>
          </p15:clr>
        </p15:guide>
        <p15:guide id="39" pos="7488" userDrawn="1">
          <p15:clr>
            <a:srgbClr val="A4A3A4"/>
          </p15:clr>
        </p15:guide>
        <p15:guide id="41" orient="horz" pos="2544">
          <p15:clr>
            <a:srgbClr val="A4A3A4"/>
          </p15:clr>
        </p15:guide>
        <p15:guide id="42" orient="horz" pos="1584">
          <p15:clr>
            <a:srgbClr val="A4A3A4"/>
          </p15:clr>
        </p15:guide>
        <p15:guide id="43" orient="horz" pos="2736">
          <p15:clr>
            <a:srgbClr val="A4A3A4"/>
          </p15:clr>
        </p15:guide>
        <p15:guide id="44" orient="horz" pos="1392">
          <p15:clr>
            <a:srgbClr val="A4A3A4"/>
          </p15:clr>
        </p15:guide>
        <p15:guide id="45" orient="horz" pos="2928">
          <p15:clr>
            <a:srgbClr val="A4A3A4"/>
          </p15:clr>
        </p15:guide>
        <p15:guide id="46" orient="horz" pos="1200" userDrawn="1">
          <p15:clr>
            <a:srgbClr val="F26B43"/>
          </p15:clr>
        </p15:guide>
        <p15:guide id="47" orient="horz" pos="3120">
          <p15:clr>
            <a:srgbClr val="A4A3A4"/>
          </p15:clr>
        </p15:guide>
        <p15:guide id="48" orient="horz" pos="1008" userDrawn="1">
          <p15:clr>
            <a:srgbClr val="A4A3A4"/>
          </p15:clr>
        </p15:guide>
        <p15:guide id="49" orient="horz" pos="3312">
          <p15:clr>
            <a:srgbClr val="A4A3A4"/>
          </p15:clr>
        </p15:guide>
        <p15:guide id="50" orient="horz" pos="816" userDrawn="1">
          <p15:clr>
            <a:srgbClr val="F26B43"/>
          </p15:clr>
        </p15:guide>
        <p15:guide id="51" orient="horz" pos="3504">
          <p15:clr>
            <a:srgbClr val="A4A3A4"/>
          </p15:clr>
        </p15:guide>
        <p15:guide id="52" orient="horz" pos="624">
          <p15:clr>
            <a:srgbClr val="A4A3A4"/>
          </p15:clr>
        </p15:guide>
        <p15:guide id="53" orient="horz" pos="3696" userDrawn="1">
          <p15:clr>
            <a:srgbClr val="F26B43"/>
          </p15:clr>
        </p15:guide>
        <p15:guide id="54" orient="horz" pos="432" userDrawn="1">
          <p15:clr>
            <a:srgbClr val="A4A3A4"/>
          </p15:clr>
        </p15:guide>
        <p15:guide id="55" orient="horz" pos="3888" userDrawn="1">
          <p15:clr>
            <a:srgbClr val="A4A3A4"/>
          </p15:clr>
        </p15:guide>
        <p15:guide id="56" orient="horz" pos="240" userDrawn="1">
          <p15:clr>
            <a:srgbClr val="F26B43"/>
          </p15:clr>
        </p15:guide>
        <p15:guide id="57" orient="horz" pos="4080">
          <p15:clr>
            <a:srgbClr val="A4A3A4"/>
          </p15:clr>
        </p15:guide>
        <p15:guide id="58" orient="horz" pos="48">
          <p15:clr>
            <a:srgbClr val="A4A3A4"/>
          </p15:clr>
        </p15:guide>
        <p15:guide id="59" orient="horz" pos="4272">
          <p15:clr>
            <a:srgbClr val="A4A3A4"/>
          </p15:clr>
        </p15:guide>
        <p15:guide id="61" orient="horz" pos="2352">
          <p15:clr>
            <a:srgbClr val="A4A3A4"/>
          </p15:clr>
        </p15:guide>
        <p15:guide id="62" orient="horz" pos="2160" userDrawn="1">
          <p15:clr>
            <a:srgbClr val="F26B43"/>
          </p15:clr>
        </p15:guide>
        <p15:guide id="63" pos="3840" userDrawn="1">
          <p15:clr>
            <a:srgbClr val="F26B43"/>
          </p15:clr>
        </p15:guide>
        <p15:guide id="64" pos="364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 userDrawn="1"/>
        </p:nvGrpSpPr>
        <p:grpSpPr>
          <a:xfrm>
            <a:off x="0" y="6992813"/>
            <a:ext cx="12191999" cy="578082"/>
            <a:chOff x="0" y="6992813"/>
            <a:chExt cx="12191999" cy="578082"/>
          </a:xfrm>
        </p:grpSpPr>
        <p:sp>
          <p:nvSpPr>
            <p:cNvPr id="66" name="Rectangle 65"/>
            <p:cNvSpPr/>
            <p:nvPr userDrawn="1"/>
          </p:nvSpPr>
          <p:spPr>
            <a:xfrm>
              <a:off x="0" y="6992813"/>
              <a:ext cx="12191999" cy="578082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878F84">
                    <a:alpha val="60000"/>
                  </a:srgbClr>
                </a:solidFill>
              </a:endParaRPr>
            </a:p>
          </p:txBody>
        </p:sp>
        <p:sp>
          <p:nvSpPr>
            <p:cNvPr id="67" name="TextBox 66"/>
            <p:cNvSpPr txBox="1"/>
            <p:nvPr userDrawn="1"/>
          </p:nvSpPr>
          <p:spPr>
            <a:xfrm>
              <a:off x="914400" y="7173243"/>
              <a:ext cx="1706193" cy="269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US" sz="900" b="1" dirty="0">
                  <a:solidFill>
                    <a:srgbClr val="929D96"/>
                  </a:solidFill>
                  <a:latin typeface="+mn-lt"/>
                </a:rPr>
                <a:t>Data color order</a:t>
              </a:r>
              <a:r>
                <a:rPr lang="en-US" sz="900" b="1" baseline="0" dirty="0">
                  <a:solidFill>
                    <a:srgbClr val="929D96"/>
                  </a:solidFill>
                  <a:latin typeface="+mn-lt"/>
                </a:rPr>
                <a:t>:</a:t>
              </a:r>
              <a:endParaRPr lang="en-US" sz="900" b="1" dirty="0">
                <a:solidFill>
                  <a:srgbClr val="929D96"/>
                </a:solidFill>
                <a:latin typeface="+mn-lt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40682" y="7146735"/>
              <a:ext cx="195278" cy="190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420420" y="7146735"/>
              <a:ext cx="195278" cy="190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180551" y="7146735"/>
              <a:ext cx="195278" cy="190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60289" y="7146735"/>
              <a:ext cx="195278" cy="190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900158" y="7146735"/>
              <a:ext cx="195278" cy="19001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140027" y="7146735"/>
              <a:ext cx="195278" cy="19001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619765" y="7146735"/>
              <a:ext cx="195278" cy="190016"/>
            </a:xfrm>
            <a:prstGeom prst="rect">
              <a:avLst/>
            </a:prstGeom>
            <a:solidFill>
              <a:srgbClr val="D9F28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859634" y="7146735"/>
              <a:ext cx="195278" cy="190016"/>
            </a:xfrm>
            <a:prstGeom prst="rect">
              <a:avLst/>
            </a:prstGeom>
            <a:solidFill>
              <a:srgbClr val="3BC6E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099503" y="7146735"/>
              <a:ext cx="195278" cy="190016"/>
            </a:xfrm>
            <a:prstGeom prst="rect">
              <a:avLst/>
            </a:prstGeom>
            <a:solidFill>
              <a:srgbClr val="00AC9E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339372" y="7146735"/>
              <a:ext cx="195278" cy="190016"/>
            </a:xfrm>
            <a:prstGeom prst="rect">
              <a:avLst/>
            </a:prstGeom>
            <a:solidFill>
              <a:srgbClr val="FFA21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6400801" y="7143354"/>
              <a:ext cx="4804898" cy="276999"/>
              <a:chOff x="6311590" y="7133823"/>
              <a:chExt cx="4796677" cy="276999"/>
            </a:xfrm>
          </p:grpSpPr>
          <p:sp>
            <p:nvSpPr>
              <p:cNvPr id="82" name="Rectangle 81"/>
              <p:cNvSpPr/>
              <p:nvPr userDrawn="1"/>
            </p:nvSpPr>
            <p:spPr>
              <a:xfrm>
                <a:off x="6311590" y="7133823"/>
                <a:ext cx="457200" cy="138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l"/>
                <a:r>
                  <a:rPr lang="en-US" sz="900" b="1" baseline="0" dirty="0">
                    <a:solidFill>
                      <a:srgbClr val="929D96"/>
                    </a:solidFill>
                  </a:rPr>
                  <a:t>Footer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  <p:sp>
            <p:nvSpPr>
              <p:cNvPr id="83" name="Rectangle 82"/>
              <p:cNvSpPr/>
              <p:nvPr userDrawn="1"/>
            </p:nvSpPr>
            <p:spPr>
              <a:xfrm>
                <a:off x="6793974" y="7133823"/>
                <a:ext cx="4314293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Never change the footer text on individual slides. Change, t</a:t>
                </a:r>
                <a:r>
                  <a:rPr lang="en-US" sz="900" baseline="0" dirty="0">
                    <a:solidFill>
                      <a:srgbClr val="929D96"/>
                    </a:solidFill>
                  </a:rPr>
                  <a:t>urn on or off by using </a:t>
                </a:r>
              </a:p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</a:rPr>
                  <a:t>Insert </a:t>
                </a:r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 Header &amp; Footer Enter / change text  Click Apply All. 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</p:grpSp>
        <p:sp>
          <p:nvSpPr>
            <p:cNvPr id="79" name="Rectangle 78"/>
            <p:cNvSpPr/>
            <p:nvPr userDrawn="1"/>
          </p:nvSpPr>
          <p:spPr>
            <a:xfrm>
              <a:off x="4579241" y="7146735"/>
              <a:ext cx="195278" cy="190016"/>
            </a:xfrm>
            <a:prstGeom prst="rect">
              <a:avLst/>
            </a:prstGeom>
            <a:solidFill>
              <a:srgbClr val="C13B3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80" name="Rectangle 79"/>
            <p:cNvSpPr/>
            <p:nvPr userDrawn="1"/>
          </p:nvSpPr>
          <p:spPr>
            <a:xfrm>
              <a:off x="4819110" y="7146735"/>
              <a:ext cx="195278" cy="190016"/>
            </a:xfrm>
            <a:prstGeom prst="rect">
              <a:avLst/>
            </a:prstGeom>
            <a:solidFill>
              <a:srgbClr val="297CE0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81" name="Rectangle 80"/>
            <p:cNvSpPr/>
            <p:nvPr userDrawn="1"/>
          </p:nvSpPr>
          <p:spPr>
            <a:xfrm>
              <a:off x="3379896" y="7146735"/>
              <a:ext cx="195278" cy="190016"/>
            </a:xfrm>
            <a:prstGeom prst="rect">
              <a:avLst/>
            </a:prstGeom>
            <a:solidFill>
              <a:srgbClr val="929D9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923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904999"/>
            <a:ext cx="10969247" cy="3962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1 - Large heading/call out text</a:t>
            </a:r>
          </a:p>
          <a:p>
            <a:pPr lvl="1"/>
            <a:r>
              <a:rPr lang="en-US" dirty="0"/>
              <a:t>Level 2 - Small heading text</a:t>
            </a:r>
          </a:p>
          <a:p>
            <a:pPr lvl="2"/>
            <a:r>
              <a:rPr lang="en-US" dirty="0"/>
              <a:t>Level 3 - </a:t>
            </a:r>
            <a:r>
              <a:rPr lang="en-US" dirty="0" err="1"/>
              <a:t>Paragrah</a:t>
            </a:r>
            <a:r>
              <a:rPr lang="en-US" dirty="0"/>
              <a:t> text </a:t>
            </a:r>
          </a:p>
          <a:p>
            <a:pPr lvl="3"/>
            <a:r>
              <a:rPr lang="en-US" dirty="0"/>
              <a:t>Level 4 - Bullet tier one</a:t>
            </a:r>
          </a:p>
          <a:p>
            <a:pPr lvl="4"/>
            <a:r>
              <a:rPr lang="en-US" dirty="0"/>
              <a:t>Bullet level one</a:t>
            </a:r>
          </a:p>
          <a:p>
            <a:pPr lvl="5"/>
            <a:r>
              <a:rPr lang="en-US" dirty="0"/>
              <a:t>Bullet level two</a:t>
            </a:r>
          </a:p>
          <a:p>
            <a:pPr lvl="6"/>
            <a:r>
              <a:rPr lang="en-US" dirty="0"/>
              <a:t>Footnotes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5929" y="6324599"/>
            <a:ext cx="3492500" cy="3048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i="1">
                <a:solidFill>
                  <a:srgbClr val="929D9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8473" y="6324599"/>
            <a:ext cx="624550" cy="3048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929D96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629" y="6304680"/>
            <a:ext cx="1600200" cy="360406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-436811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-1505757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436812" y="1905582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-1505757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-239002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-1505756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436812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239002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505757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 area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436812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 flipH="1" flipV="1">
            <a:off x="4612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731995" y="-256408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5400000" flipH="1" flipV="1">
            <a:off x="59476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233190" y="1909404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220822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12523476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2523476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12418631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 userDrawn="1"/>
        </p:nvSpPr>
        <p:spPr>
          <a:xfrm>
            <a:off x="12523477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2220821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12418631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12523476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 dirty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 dirty="0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2220821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5400000" flipH="1" flipV="1">
            <a:off x="11439470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 userDrawn="1"/>
        </p:nvSpPr>
        <p:spPr>
          <a:xfrm>
            <a:off x="11649264" y="-276585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 rot="5400000" flipH="1" flipV="1">
            <a:off x="59476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 userDrawn="1"/>
        </p:nvCxnSpPr>
        <p:spPr>
          <a:xfrm rot="5400000" flipH="1" flipV="1">
            <a:off x="4612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 userDrawn="1"/>
        </p:nvCxnSpPr>
        <p:spPr>
          <a:xfrm rot="5400000" flipH="1" flipV="1">
            <a:off x="11439470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694907" y="-793618"/>
            <a:ext cx="1079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FOR INSTRUCTIONAL</a:t>
            </a:r>
            <a:r>
              <a:rPr lang="en-US" b="1" baseline="0" dirty="0">
                <a:solidFill>
                  <a:schemeClr val="accent1"/>
                </a:solidFill>
              </a:rPr>
              <a:t> USE ONLY. </a:t>
            </a:r>
            <a:r>
              <a:rPr lang="en-US" b="1" dirty="0">
                <a:solidFill>
                  <a:schemeClr val="accent1"/>
                </a:solidFill>
              </a:rPr>
              <a:t>DO NOT USE THIS</a:t>
            </a:r>
            <a:r>
              <a:rPr lang="en-US" b="1" baseline="0" dirty="0">
                <a:solidFill>
                  <a:schemeClr val="accent1"/>
                </a:solidFill>
              </a:rPr>
              <a:t> THEME TO CREATE YOUR PRESENTATION. 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40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20" r:id="rId4"/>
    <p:sldLayoutId id="2147483814" r:id="rId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3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24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2400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SzPct val="125000"/>
        <a:buFont typeface="Arial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4572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100000"/>
        <a:buFont typeface="Arial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100000"/>
        <a:buFont typeface=".AppleSystemUIFont" charset="-12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1800" i="1" kern="1200">
          <a:solidFill>
            <a:srgbClr val="929D96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600" b="0" i="1" kern="1200" baseline="0">
          <a:solidFill>
            <a:schemeClr val="accent4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32">
          <p15:clr>
            <a:srgbClr val="A4A3A4"/>
          </p15:clr>
        </p15:guide>
        <p15:guide id="3" pos="3264">
          <p15:clr>
            <a:srgbClr val="A4A3A4"/>
          </p15:clr>
        </p15:guide>
        <p15:guide id="4" pos="4224">
          <p15:clr>
            <a:srgbClr val="A4A3A4"/>
          </p15:clr>
        </p15:guide>
        <p15:guide id="5" pos="3456">
          <p15:clr>
            <a:srgbClr val="A4A3A4"/>
          </p15:clr>
        </p15:guide>
        <p15:guide id="6" pos="4416">
          <p15:clr>
            <a:srgbClr val="A4A3A4"/>
          </p15:clr>
        </p15:guide>
        <p15:guide id="7" pos="3072">
          <p15:clr>
            <a:srgbClr val="A4A3A4"/>
          </p15:clr>
        </p15:guide>
        <p15:guide id="8" pos="4608">
          <p15:clr>
            <a:srgbClr val="A4A3A4"/>
          </p15:clr>
        </p15:guide>
        <p15:guide id="9" pos="2880">
          <p15:clr>
            <a:srgbClr val="A4A3A4"/>
          </p15:clr>
        </p15:guide>
        <p15:guide id="10" pos="4800">
          <p15:clr>
            <a:srgbClr val="A4A3A4"/>
          </p15:clr>
        </p15:guide>
        <p15:guide id="11" pos="2688">
          <p15:clr>
            <a:srgbClr val="A4A3A4"/>
          </p15:clr>
        </p15:guide>
        <p15:guide id="12" pos="4992">
          <p15:clr>
            <a:srgbClr val="A4A3A4"/>
          </p15:clr>
        </p15:guide>
        <p15:guide id="13" pos="2496">
          <p15:clr>
            <a:srgbClr val="A4A3A4"/>
          </p15:clr>
        </p15:guide>
        <p15:guide id="14" pos="5184">
          <p15:clr>
            <a:srgbClr val="A4A3A4"/>
          </p15:clr>
        </p15:guide>
        <p15:guide id="15" pos="2304">
          <p15:clr>
            <a:srgbClr val="A4A3A4"/>
          </p15:clr>
        </p15:guide>
        <p15:guide id="16" pos="5376">
          <p15:clr>
            <a:srgbClr val="A4A3A4"/>
          </p15:clr>
        </p15:guide>
        <p15:guide id="17" pos="2112">
          <p15:clr>
            <a:srgbClr val="F26B43"/>
          </p15:clr>
        </p15:guide>
        <p15:guide id="18" pos="5568">
          <p15:clr>
            <a:srgbClr val="F26B43"/>
          </p15:clr>
        </p15:guide>
        <p15:guide id="19" pos="1920">
          <p15:clr>
            <a:srgbClr val="A4A3A4"/>
          </p15:clr>
        </p15:guide>
        <p15:guide id="20" pos="5760">
          <p15:clr>
            <a:srgbClr val="A4A3A4"/>
          </p15:clr>
        </p15:guide>
        <p15:guide id="21" pos="1728">
          <p15:clr>
            <a:srgbClr val="A4A3A4"/>
          </p15:clr>
        </p15:guide>
        <p15:guide id="22" orient="horz" pos="1776">
          <p15:clr>
            <a:srgbClr val="A4A3A4"/>
          </p15:clr>
        </p15:guide>
        <p15:guide id="23" pos="5952">
          <p15:clr>
            <a:srgbClr val="A4A3A4"/>
          </p15:clr>
        </p15:guide>
        <p15:guide id="24" pos="1536">
          <p15:clr>
            <a:srgbClr val="A4A3A4"/>
          </p15:clr>
        </p15:guide>
        <p15:guide id="25" pos="6144">
          <p15:clr>
            <a:srgbClr val="A4A3A4"/>
          </p15:clr>
        </p15:guide>
        <p15:guide id="26" pos="1344">
          <p15:clr>
            <a:srgbClr val="A4A3A4"/>
          </p15:clr>
        </p15:guide>
        <p15:guide id="27" pos="6336">
          <p15:clr>
            <a:srgbClr val="A4A3A4"/>
          </p15:clr>
        </p15:guide>
        <p15:guide id="28" pos="1152">
          <p15:clr>
            <a:srgbClr val="A4A3A4"/>
          </p15:clr>
        </p15:guide>
        <p15:guide id="29" pos="6528">
          <p15:clr>
            <a:srgbClr val="A4A3A4"/>
          </p15:clr>
        </p15:guide>
        <p15:guide id="30" pos="960">
          <p15:clr>
            <a:srgbClr val="A4A3A4"/>
          </p15:clr>
        </p15:guide>
        <p15:guide id="31" pos="6720">
          <p15:clr>
            <a:srgbClr val="A4A3A4"/>
          </p15:clr>
        </p15:guide>
        <p15:guide id="32" pos="768">
          <p15:clr>
            <a:srgbClr val="A4A3A4"/>
          </p15:clr>
        </p15:guide>
        <p15:guide id="33" pos="6912">
          <p15:clr>
            <a:srgbClr val="A4A3A4"/>
          </p15:clr>
        </p15:guide>
        <p15:guide id="34" pos="576">
          <p15:clr>
            <a:srgbClr val="A4A3A4"/>
          </p15:clr>
        </p15:guide>
        <p15:guide id="35" pos="7104">
          <p15:clr>
            <a:srgbClr val="A4A3A4"/>
          </p15:clr>
        </p15:guide>
        <p15:guide id="36" pos="384">
          <p15:clr>
            <a:srgbClr val="F26B43"/>
          </p15:clr>
        </p15:guide>
        <p15:guide id="37" pos="7296">
          <p15:clr>
            <a:srgbClr val="F26B43"/>
          </p15:clr>
        </p15:guide>
        <p15:guide id="38" pos="192">
          <p15:clr>
            <a:srgbClr val="A4A3A4"/>
          </p15:clr>
        </p15:guide>
        <p15:guide id="39" pos="7488">
          <p15:clr>
            <a:srgbClr val="A4A3A4"/>
          </p15:clr>
        </p15:guide>
        <p15:guide id="41" orient="horz" pos="2544">
          <p15:clr>
            <a:srgbClr val="A4A3A4"/>
          </p15:clr>
        </p15:guide>
        <p15:guide id="42" orient="horz" pos="1584">
          <p15:clr>
            <a:srgbClr val="A4A3A4"/>
          </p15:clr>
        </p15:guide>
        <p15:guide id="43" orient="horz" pos="2736">
          <p15:clr>
            <a:srgbClr val="A4A3A4"/>
          </p15:clr>
        </p15:guide>
        <p15:guide id="44" orient="horz" pos="1392">
          <p15:clr>
            <a:srgbClr val="A4A3A4"/>
          </p15:clr>
        </p15:guide>
        <p15:guide id="45" orient="horz" pos="2928">
          <p15:clr>
            <a:srgbClr val="A4A3A4"/>
          </p15:clr>
        </p15:guide>
        <p15:guide id="46" orient="horz" pos="1200">
          <p15:clr>
            <a:srgbClr val="F26B43"/>
          </p15:clr>
        </p15:guide>
        <p15:guide id="47" orient="horz" pos="3120">
          <p15:clr>
            <a:srgbClr val="A4A3A4"/>
          </p15:clr>
        </p15:guide>
        <p15:guide id="48" orient="horz" pos="1008">
          <p15:clr>
            <a:srgbClr val="A4A3A4"/>
          </p15:clr>
        </p15:guide>
        <p15:guide id="49" orient="horz" pos="3312">
          <p15:clr>
            <a:srgbClr val="A4A3A4"/>
          </p15:clr>
        </p15:guide>
        <p15:guide id="50" orient="horz" pos="816">
          <p15:clr>
            <a:srgbClr val="F26B43"/>
          </p15:clr>
        </p15:guide>
        <p15:guide id="51" orient="horz" pos="3504">
          <p15:clr>
            <a:srgbClr val="A4A3A4"/>
          </p15:clr>
        </p15:guide>
        <p15:guide id="52" orient="horz" pos="624">
          <p15:clr>
            <a:srgbClr val="A4A3A4"/>
          </p15:clr>
        </p15:guide>
        <p15:guide id="53" orient="horz" pos="3696">
          <p15:clr>
            <a:srgbClr val="F26B43"/>
          </p15:clr>
        </p15:guide>
        <p15:guide id="54" orient="horz" pos="432">
          <p15:clr>
            <a:srgbClr val="A4A3A4"/>
          </p15:clr>
        </p15:guide>
        <p15:guide id="55" orient="horz" pos="3888">
          <p15:clr>
            <a:srgbClr val="A4A3A4"/>
          </p15:clr>
        </p15:guide>
        <p15:guide id="56" orient="horz" pos="240">
          <p15:clr>
            <a:srgbClr val="F26B43"/>
          </p15:clr>
        </p15:guide>
        <p15:guide id="57" orient="horz" pos="4080">
          <p15:clr>
            <a:srgbClr val="A4A3A4"/>
          </p15:clr>
        </p15:guide>
        <p15:guide id="58" orient="horz" pos="48">
          <p15:clr>
            <a:srgbClr val="A4A3A4"/>
          </p15:clr>
        </p15:guide>
        <p15:guide id="59" orient="horz" pos="4272">
          <p15:clr>
            <a:srgbClr val="A4A3A4"/>
          </p15:clr>
        </p15:guide>
        <p15:guide id="61" orient="horz" pos="2352">
          <p15:clr>
            <a:srgbClr val="A4A3A4"/>
          </p15:clr>
        </p15:guide>
        <p15:guide id="62" orient="horz" pos="2160">
          <p15:clr>
            <a:srgbClr val="F26B43"/>
          </p15:clr>
        </p15:guide>
        <p15:guide id="63" pos="3840">
          <p15:clr>
            <a:srgbClr val="F26B43"/>
          </p15:clr>
        </p15:guide>
        <p15:guide id="64" pos="364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09599" y="1600200"/>
            <a:ext cx="7685903" cy="1826288"/>
          </a:xfrm>
        </p:spPr>
        <p:txBody>
          <a:bodyPr>
            <a:normAutofit/>
          </a:bodyPr>
          <a:lstStyle/>
          <a:p>
            <a:r>
              <a:rPr lang="en-US"/>
              <a:t>Tracker Overview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August 05, 2020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Ananthesh J Shet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Technical Leader</a:t>
            </a:r>
          </a:p>
          <a:p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68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platzhalter 1">
            <a:extLst/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" y="1304920"/>
            <a:ext cx="10969246" cy="227994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Ananthesh J Shet</a:t>
            </a:r>
            <a:endParaRPr lang="en-US" sz="1800" b="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9+ year in Delphi/APTIV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 err="1"/>
              <a:t>Autocoding</a:t>
            </a:r>
            <a:endParaRPr lang="en-US" sz="1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Embedded Software – ESR2.5, SRR2, SRR3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Tracker Algorithm – GDSR, U360(Radar-Camera)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Currently leading Sensor Modelling team – SRR5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412718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Overview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24400" y="1143000"/>
            <a:ext cx="2743200" cy="457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3555" y="1569027"/>
            <a:ext cx="1870363" cy="92479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3554" y="4353791"/>
            <a:ext cx="1870363" cy="92479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8082" y="2966604"/>
            <a:ext cx="1870363" cy="924791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Objects</a:t>
            </a:r>
          </a:p>
        </p:txBody>
      </p:sp>
      <p:cxnSp>
        <p:nvCxnSpPr>
          <p:cNvPr id="12" name="Straight Arrow Connector 11"/>
          <p:cNvCxnSpPr>
            <a:stCxn id="9" idx="3"/>
          </p:cNvCxnSpPr>
          <p:nvPr/>
        </p:nvCxnSpPr>
        <p:spPr>
          <a:xfrm flipV="1">
            <a:off x="3293918" y="2031422"/>
            <a:ext cx="143048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5" idx="3"/>
          </p:cNvCxnSpPr>
          <p:nvPr/>
        </p:nvCxnSpPr>
        <p:spPr>
          <a:xfrm flipV="1">
            <a:off x="3293917" y="4816186"/>
            <a:ext cx="143048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17" idx="1"/>
          </p:cNvCxnSpPr>
          <p:nvPr/>
        </p:nvCxnSpPr>
        <p:spPr>
          <a:xfrm>
            <a:off x="7467600" y="3429000"/>
            <a:ext cx="1430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xplosion 2 1"/>
          <p:cNvSpPr/>
          <p:nvPr/>
        </p:nvSpPr>
        <p:spPr>
          <a:xfrm>
            <a:off x="7845136" y="251114"/>
            <a:ext cx="4346864" cy="2088572"/>
          </a:xfrm>
          <a:prstGeom prst="irregularSeal2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which can also predict</a:t>
            </a:r>
          </a:p>
        </p:txBody>
      </p:sp>
      <p:sp>
        <p:nvSpPr>
          <p:cNvPr id="14" name="Explosion 2 13"/>
          <p:cNvSpPr/>
          <p:nvPr/>
        </p:nvSpPr>
        <p:spPr>
          <a:xfrm>
            <a:off x="914400" y="5394613"/>
            <a:ext cx="1564137" cy="640773"/>
          </a:xfrm>
          <a:prstGeom prst="irregularSeal2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Sensor</a:t>
            </a:r>
          </a:p>
        </p:txBody>
      </p:sp>
    </p:spTree>
    <p:extLst>
      <p:ext uri="{BB962C8B-B14F-4D97-AF65-F5344CB8AC3E}">
        <p14:creationId xmlns:p14="http://schemas.microsoft.com/office/powerpoint/2010/main" val="373054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5908964" y="1122218"/>
            <a:ext cx="3657600" cy="4644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GDSR Tracker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366164" y="1575516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Tracklet</a:t>
            </a:r>
            <a:r>
              <a:rPr lang="en-US" dirty="0"/>
              <a:t> Tracker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6164" y="2961623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6164" y="4347730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Tracker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8373" y="1565125"/>
            <a:ext cx="1870363" cy="92479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8668" y="1565124"/>
            <a:ext cx="1870363" cy="92479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 Processing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8372" y="4353791"/>
            <a:ext cx="1870363" cy="92479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98668" y="4353791"/>
            <a:ext cx="1870363" cy="92479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Detection Processing</a:t>
            </a:r>
          </a:p>
        </p:txBody>
      </p:sp>
      <p:cxnSp>
        <p:nvCxnSpPr>
          <p:cNvPr id="29" name="Straight Arrow Connector 28"/>
          <p:cNvCxnSpPr>
            <a:stCxn id="30" idx="3"/>
            <a:endCxn id="31" idx="1"/>
          </p:cNvCxnSpPr>
          <p:nvPr/>
        </p:nvCxnSpPr>
        <p:spPr>
          <a:xfrm flipV="1">
            <a:off x="2358736" y="2027520"/>
            <a:ext cx="83993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2358735" y="4816186"/>
            <a:ext cx="83993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5069032" y="4804929"/>
            <a:ext cx="83993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069032" y="2027518"/>
            <a:ext cx="83993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61707" y="5321638"/>
            <a:ext cx="26084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Coordinate Conversion,</a:t>
            </a:r>
            <a:br>
              <a:rPr lang="en-US" dirty="0"/>
            </a:br>
            <a:r>
              <a:rPr lang="en-US" dirty="0"/>
              <a:t>Motion Status, Identify </a:t>
            </a:r>
            <a:br>
              <a:rPr lang="en-US" dirty="0"/>
            </a:br>
            <a:r>
              <a:rPr lang="en-US" dirty="0"/>
              <a:t>undesired detections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7422" y="252206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Speed, Curvature</a:t>
            </a:r>
          </a:p>
        </p:txBody>
      </p:sp>
      <p:sp>
        <p:nvSpPr>
          <p:cNvPr id="20" name="Explosion 2 19"/>
          <p:cNvSpPr/>
          <p:nvPr/>
        </p:nvSpPr>
        <p:spPr>
          <a:xfrm>
            <a:off x="8534400" y="52386"/>
            <a:ext cx="3508754" cy="1581150"/>
          </a:xfrm>
          <a:prstGeom prst="irregularSeal2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Various trackers came into being to cater for different needs</a:t>
            </a:r>
          </a:p>
        </p:txBody>
      </p:sp>
      <p:sp>
        <p:nvSpPr>
          <p:cNvPr id="2" name="Rectangle 1"/>
          <p:cNvSpPr/>
          <p:nvPr/>
        </p:nvSpPr>
        <p:spPr>
          <a:xfrm>
            <a:off x="10220446" y="2696901"/>
            <a:ext cx="1371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106146" y="2590800"/>
            <a:ext cx="1600200" cy="228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11306296" y="4472651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26"/>
          <p:cNvSpPr/>
          <p:nvPr/>
        </p:nvSpPr>
        <p:spPr>
          <a:xfrm>
            <a:off x="10292196" y="3009900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5-Point Star 27"/>
          <p:cNvSpPr/>
          <p:nvPr/>
        </p:nvSpPr>
        <p:spPr>
          <a:xfrm>
            <a:off x="10288777" y="4418635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10403077" y="1736203"/>
            <a:ext cx="1188969" cy="473597"/>
          </a:xfrm>
          <a:prstGeom prst="wedgeRoundRectCallout">
            <a:avLst>
              <a:gd name="adj1" fmla="val -45980"/>
              <a:gd name="adj2" fmla="val 20180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Tracklet</a:t>
            </a:r>
            <a:endParaRPr lang="en-US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10711811" y="5252977"/>
            <a:ext cx="1188969" cy="473597"/>
          </a:xfrm>
          <a:prstGeom prst="wedgeRoundRectCallout">
            <a:avLst>
              <a:gd name="adj1" fmla="val -49874"/>
              <a:gd name="adj2" fmla="val -120799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74374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Tracklet</a:t>
            </a:r>
            <a:r>
              <a:rPr lang="en-US" dirty="0"/>
              <a:t> Tracker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724400" y="626375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Update</a:t>
            </a:r>
            <a:br>
              <a:rPr lang="en-US" dirty="0"/>
            </a:br>
            <a:r>
              <a:rPr lang="en-US" dirty="0"/>
              <a:t>(Predict)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24400" y="2971800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Association</a:t>
            </a:r>
            <a:br>
              <a:rPr lang="en-US" dirty="0"/>
            </a:br>
            <a:r>
              <a:rPr lang="en-US" dirty="0"/>
              <a:t>(Association)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4400" y="5317225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Status Update</a:t>
            </a:r>
            <a:br>
              <a:rPr lang="en-US" dirty="0"/>
            </a:br>
            <a:r>
              <a:rPr lang="en-US" dirty="0"/>
              <a:t>(Update)</a:t>
            </a:r>
          </a:p>
        </p:txBody>
      </p:sp>
      <p:cxnSp>
        <p:nvCxnSpPr>
          <p:cNvPr id="7" name="Straight Arrow Connector 6"/>
          <p:cNvCxnSpPr>
            <a:stCxn id="21" idx="2"/>
            <a:endCxn id="25" idx="0"/>
          </p:cNvCxnSpPr>
          <p:nvPr/>
        </p:nvCxnSpPr>
        <p:spPr>
          <a:xfrm>
            <a:off x="6096000" y="1540775"/>
            <a:ext cx="0" cy="143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4222" y="1578739"/>
            <a:ext cx="32031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Previous </a:t>
            </a:r>
            <a:r>
              <a:rPr lang="en-US" sz="1500" dirty="0" err="1"/>
              <a:t>tracklets</a:t>
            </a:r>
            <a:r>
              <a:rPr lang="en-US" sz="1500" dirty="0"/>
              <a:t> are time updated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096000" y="3886200"/>
            <a:ext cx="0" cy="143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6075" y="3934693"/>
            <a:ext cx="55226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Detections are associated(matched) to time updated </a:t>
            </a:r>
            <a:br>
              <a:rPr lang="en-US" sz="1500" dirty="0"/>
            </a:br>
            <a:r>
              <a:rPr lang="en-US" sz="1500" dirty="0" err="1"/>
              <a:t>tracklets</a:t>
            </a:r>
            <a:r>
              <a:rPr lang="en-US" sz="1500" dirty="0"/>
              <a:t>. New </a:t>
            </a:r>
            <a:r>
              <a:rPr lang="en-US" sz="1500" dirty="0" err="1"/>
              <a:t>tracklets</a:t>
            </a:r>
            <a:r>
              <a:rPr lang="en-US" sz="1500" dirty="0"/>
              <a:t> are formed from unmatched detections</a:t>
            </a:r>
          </a:p>
        </p:txBody>
      </p:sp>
      <p:cxnSp>
        <p:nvCxnSpPr>
          <p:cNvPr id="10" name="Elbow Connector 9"/>
          <p:cNvCxnSpPr>
            <a:stCxn id="26" idx="3"/>
            <a:endCxn id="21" idx="3"/>
          </p:cNvCxnSpPr>
          <p:nvPr/>
        </p:nvCxnSpPr>
        <p:spPr>
          <a:xfrm flipV="1">
            <a:off x="7467600" y="1083575"/>
            <a:ext cx="12700" cy="4690850"/>
          </a:xfrm>
          <a:prstGeom prst="bentConnector3">
            <a:avLst>
              <a:gd name="adj1" fmla="val 2086363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609260" y="5411773"/>
            <a:ext cx="46098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Tracklets</a:t>
            </a:r>
            <a:r>
              <a:rPr lang="en-US" sz="1500" dirty="0"/>
              <a:t> are updated based on matched detections</a:t>
            </a:r>
          </a:p>
        </p:txBody>
      </p:sp>
      <p:sp>
        <p:nvSpPr>
          <p:cNvPr id="12" name="4-Point Star 11"/>
          <p:cNvSpPr/>
          <p:nvPr/>
        </p:nvSpPr>
        <p:spPr>
          <a:xfrm>
            <a:off x="1413164" y="2057400"/>
            <a:ext cx="228600" cy="228600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5-Point Star 36"/>
          <p:cNvSpPr/>
          <p:nvPr/>
        </p:nvSpPr>
        <p:spPr>
          <a:xfrm>
            <a:off x="2817740" y="2057400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47818" y="235964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33635" y="2359646"/>
            <a:ext cx="99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Tracklet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839191" y="2171700"/>
            <a:ext cx="8416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25261" y="1918900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One to one</a:t>
            </a:r>
          </a:p>
        </p:txBody>
      </p:sp>
      <p:sp>
        <p:nvSpPr>
          <p:cNvPr id="42" name="Explosion 2 41"/>
          <p:cNvSpPr/>
          <p:nvPr/>
        </p:nvSpPr>
        <p:spPr>
          <a:xfrm>
            <a:off x="363319" y="4746378"/>
            <a:ext cx="2890116" cy="2062328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Gain KF, Constant Turn model</a:t>
            </a:r>
          </a:p>
        </p:txBody>
      </p:sp>
    </p:spTree>
    <p:extLst>
      <p:ext uri="{BB962C8B-B14F-4D97-AF65-F5344CB8AC3E}">
        <p14:creationId xmlns:p14="http://schemas.microsoft.com/office/powerpoint/2010/main" val="190554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14400" y="1600200"/>
            <a:ext cx="192024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 object is at x position = 10m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823981" y="3119467"/>
            <a:ext cx="8544038" cy="1894256"/>
            <a:chOff x="1814945" y="3119467"/>
            <a:chExt cx="8544038" cy="1894256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814945" y="3122931"/>
              <a:ext cx="0" cy="1524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1814945" y="4646931"/>
              <a:ext cx="2133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484788" y="4577842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x_pos</a:t>
              </a:r>
              <a:endParaRPr lang="en-US" dirty="0"/>
            </a:p>
          </p:txBody>
        </p:sp>
        <p:cxnSp>
          <p:nvCxnSpPr>
            <p:cNvPr id="32" name="Straight Connector 31"/>
            <p:cNvCxnSpPr>
              <a:endCxn id="36" idx="2"/>
            </p:cNvCxnSpPr>
            <p:nvPr/>
          </p:nvCxnSpPr>
          <p:spPr>
            <a:xfrm flipH="1" flipV="1">
              <a:off x="2733898" y="3733803"/>
              <a:ext cx="7282" cy="894541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2449826" y="464439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12m</a:t>
              </a: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4556700" y="3122931"/>
              <a:ext cx="0" cy="1524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556700" y="4646931"/>
              <a:ext cx="24537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513595" y="460443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x_pos</a:t>
              </a:r>
              <a:endParaRPr lang="en-US" dirty="0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4860115" y="3428999"/>
              <a:ext cx="1824990" cy="1210657"/>
            </a:xfrm>
            <a:custGeom>
              <a:avLst/>
              <a:gdLst>
                <a:gd name="connsiteX0" fmla="*/ 0 w 1824990"/>
                <a:gd name="connsiteY0" fmla="*/ 1516380 h 1520190"/>
                <a:gd name="connsiteX1" fmla="*/ 605790 w 1824990"/>
                <a:gd name="connsiteY1" fmla="*/ 1211580 h 1520190"/>
                <a:gd name="connsiteX2" fmla="*/ 937260 w 1824990"/>
                <a:gd name="connsiteY2" fmla="*/ 0 h 1520190"/>
                <a:gd name="connsiteX3" fmla="*/ 1215390 w 1824990"/>
                <a:gd name="connsiteY3" fmla="*/ 1215390 h 1520190"/>
                <a:gd name="connsiteX4" fmla="*/ 1824990 w 1824990"/>
                <a:gd name="connsiteY4" fmla="*/ 1520190 h 152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90" h="1520190">
                  <a:moveTo>
                    <a:pt x="0" y="1516380"/>
                  </a:moveTo>
                  <a:cubicBezTo>
                    <a:pt x="224790" y="1490345"/>
                    <a:pt x="449580" y="1464310"/>
                    <a:pt x="605790" y="1211580"/>
                  </a:cubicBezTo>
                  <a:cubicBezTo>
                    <a:pt x="762000" y="958850"/>
                    <a:pt x="835660" y="-635"/>
                    <a:pt x="937260" y="0"/>
                  </a:cubicBezTo>
                  <a:cubicBezTo>
                    <a:pt x="1038860" y="635"/>
                    <a:pt x="1067435" y="962025"/>
                    <a:pt x="1215390" y="1215390"/>
                  </a:cubicBezTo>
                  <a:cubicBezTo>
                    <a:pt x="1363345" y="1468755"/>
                    <a:pt x="1594167" y="1494472"/>
                    <a:pt x="1824990" y="152019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>
              <a:endCxn id="44" idx="2"/>
            </p:cNvCxnSpPr>
            <p:nvPr/>
          </p:nvCxnSpPr>
          <p:spPr>
            <a:xfrm flipV="1">
              <a:off x="5790275" y="3428999"/>
              <a:ext cx="7100" cy="1199345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473521" y="464439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13m</a:t>
              </a:r>
            </a:p>
          </p:txBody>
        </p:sp>
        <p:sp>
          <p:nvSpPr>
            <p:cNvPr id="36" name="Freeform 35"/>
            <p:cNvSpPr/>
            <p:nvPr/>
          </p:nvSpPr>
          <p:spPr>
            <a:xfrm>
              <a:off x="1833880" y="3733800"/>
              <a:ext cx="1823720" cy="914400"/>
            </a:xfrm>
            <a:custGeom>
              <a:avLst/>
              <a:gdLst>
                <a:gd name="connsiteX0" fmla="*/ 0 w 2738120"/>
                <a:gd name="connsiteY0" fmla="*/ 1508765 h 1518925"/>
                <a:gd name="connsiteX1" fmla="*/ 599440 w 2738120"/>
                <a:gd name="connsiteY1" fmla="*/ 1224285 h 1518925"/>
                <a:gd name="connsiteX2" fmla="*/ 1351280 w 2738120"/>
                <a:gd name="connsiteY2" fmla="*/ 5 h 1518925"/>
                <a:gd name="connsiteX3" fmla="*/ 2128520 w 2738120"/>
                <a:gd name="connsiteY3" fmla="*/ 1209045 h 1518925"/>
                <a:gd name="connsiteX4" fmla="*/ 2738120 w 2738120"/>
                <a:gd name="connsiteY4" fmla="*/ 1518925 h 151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8120" h="1518925">
                  <a:moveTo>
                    <a:pt x="0" y="1508765"/>
                  </a:moveTo>
                  <a:cubicBezTo>
                    <a:pt x="187113" y="1492255"/>
                    <a:pt x="374227" y="1475745"/>
                    <a:pt x="599440" y="1224285"/>
                  </a:cubicBezTo>
                  <a:cubicBezTo>
                    <a:pt x="824653" y="972825"/>
                    <a:pt x="1096433" y="2545"/>
                    <a:pt x="1351280" y="5"/>
                  </a:cubicBezTo>
                  <a:cubicBezTo>
                    <a:pt x="1606127" y="-2535"/>
                    <a:pt x="1897380" y="955892"/>
                    <a:pt x="2128520" y="1209045"/>
                  </a:cubicBezTo>
                  <a:cubicBezTo>
                    <a:pt x="2359660" y="1462198"/>
                    <a:pt x="2548890" y="1490561"/>
                    <a:pt x="2738120" y="1518925"/>
                  </a:cubicBezTo>
                </a:path>
              </a:pathLst>
            </a:cu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V="1">
              <a:off x="7601869" y="3122931"/>
              <a:ext cx="0" cy="1524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7601869" y="4646931"/>
              <a:ext cx="24537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9558764" y="460443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x_pos</a:t>
              </a:r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7905284" y="3428999"/>
              <a:ext cx="1824990" cy="1210657"/>
            </a:xfrm>
            <a:custGeom>
              <a:avLst/>
              <a:gdLst>
                <a:gd name="connsiteX0" fmla="*/ 0 w 1824990"/>
                <a:gd name="connsiteY0" fmla="*/ 1516380 h 1520190"/>
                <a:gd name="connsiteX1" fmla="*/ 605790 w 1824990"/>
                <a:gd name="connsiteY1" fmla="*/ 1211580 h 1520190"/>
                <a:gd name="connsiteX2" fmla="*/ 937260 w 1824990"/>
                <a:gd name="connsiteY2" fmla="*/ 0 h 1520190"/>
                <a:gd name="connsiteX3" fmla="*/ 1215390 w 1824990"/>
                <a:gd name="connsiteY3" fmla="*/ 1215390 h 1520190"/>
                <a:gd name="connsiteX4" fmla="*/ 1824990 w 1824990"/>
                <a:gd name="connsiteY4" fmla="*/ 1520190 h 152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90" h="1520190">
                  <a:moveTo>
                    <a:pt x="0" y="1516380"/>
                  </a:moveTo>
                  <a:cubicBezTo>
                    <a:pt x="224790" y="1490345"/>
                    <a:pt x="449580" y="1464310"/>
                    <a:pt x="605790" y="1211580"/>
                  </a:cubicBezTo>
                  <a:cubicBezTo>
                    <a:pt x="762000" y="958850"/>
                    <a:pt x="835660" y="-635"/>
                    <a:pt x="937260" y="0"/>
                  </a:cubicBezTo>
                  <a:cubicBezTo>
                    <a:pt x="1038860" y="635"/>
                    <a:pt x="1067435" y="962025"/>
                    <a:pt x="1215390" y="1215390"/>
                  </a:cubicBezTo>
                  <a:cubicBezTo>
                    <a:pt x="1363345" y="1468755"/>
                    <a:pt x="1594167" y="1494472"/>
                    <a:pt x="1824990" y="1520190"/>
                  </a:cubicBezTo>
                </a:path>
              </a:pathLst>
            </a:cu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/>
            <p:cNvCxnSpPr/>
            <p:nvPr/>
          </p:nvCxnSpPr>
          <p:spPr>
            <a:xfrm flipH="1" flipV="1">
              <a:off x="8770420" y="3132452"/>
              <a:ext cx="1" cy="1495893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8453666" y="4644391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12.8m</a:t>
              </a:r>
            </a:p>
          </p:txBody>
        </p:sp>
        <p:sp>
          <p:nvSpPr>
            <p:cNvPr id="68" name="Freeform 67"/>
            <p:cNvSpPr/>
            <p:nvPr/>
          </p:nvSpPr>
          <p:spPr>
            <a:xfrm>
              <a:off x="7634344" y="3733800"/>
              <a:ext cx="1823720" cy="914400"/>
            </a:xfrm>
            <a:custGeom>
              <a:avLst/>
              <a:gdLst>
                <a:gd name="connsiteX0" fmla="*/ 0 w 2738120"/>
                <a:gd name="connsiteY0" fmla="*/ 1508765 h 1518925"/>
                <a:gd name="connsiteX1" fmla="*/ 599440 w 2738120"/>
                <a:gd name="connsiteY1" fmla="*/ 1224285 h 1518925"/>
                <a:gd name="connsiteX2" fmla="*/ 1351280 w 2738120"/>
                <a:gd name="connsiteY2" fmla="*/ 5 h 1518925"/>
                <a:gd name="connsiteX3" fmla="*/ 2128520 w 2738120"/>
                <a:gd name="connsiteY3" fmla="*/ 1209045 h 1518925"/>
                <a:gd name="connsiteX4" fmla="*/ 2738120 w 2738120"/>
                <a:gd name="connsiteY4" fmla="*/ 1518925 h 151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8120" h="1518925">
                  <a:moveTo>
                    <a:pt x="0" y="1508765"/>
                  </a:moveTo>
                  <a:cubicBezTo>
                    <a:pt x="187113" y="1492255"/>
                    <a:pt x="374227" y="1475745"/>
                    <a:pt x="599440" y="1224285"/>
                  </a:cubicBezTo>
                  <a:cubicBezTo>
                    <a:pt x="824653" y="972825"/>
                    <a:pt x="1096433" y="2545"/>
                    <a:pt x="1351280" y="5"/>
                  </a:cubicBezTo>
                  <a:cubicBezTo>
                    <a:pt x="1606127" y="-2535"/>
                    <a:pt x="1897380" y="955892"/>
                    <a:pt x="2128520" y="1209045"/>
                  </a:cubicBezTo>
                  <a:cubicBezTo>
                    <a:pt x="2359660" y="1462198"/>
                    <a:pt x="2548890" y="1490561"/>
                    <a:pt x="2738120" y="1518925"/>
                  </a:cubicBezTo>
                </a:path>
              </a:pathLst>
            </a:cu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8066194" y="3119467"/>
              <a:ext cx="1371600" cy="1520190"/>
            </a:xfrm>
            <a:custGeom>
              <a:avLst/>
              <a:gdLst>
                <a:gd name="connsiteX0" fmla="*/ 0 w 1824990"/>
                <a:gd name="connsiteY0" fmla="*/ 1516380 h 1520190"/>
                <a:gd name="connsiteX1" fmla="*/ 605790 w 1824990"/>
                <a:gd name="connsiteY1" fmla="*/ 1211580 h 1520190"/>
                <a:gd name="connsiteX2" fmla="*/ 937260 w 1824990"/>
                <a:gd name="connsiteY2" fmla="*/ 0 h 1520190"/>
                <a:gd name="connsiteX3" fmla="*/ 1215390 w 1824990"/>
                <a:gd name="connsiteY3" fmla="*/ 1215390 h 1520190"/>
                <a:gd name="connsiteX4" fmla="*/ 1824990 w 1824990"/>
                <a:gd name="connsiteY4" fmla="*/ 1520190 h 152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990" h="1520190">
                  <a:moveTo>
                    <a:pt x="0" y="1516380"/>
                  </a:moveTo>
                  <a:cubicBezTo>
                    <a:pt x="224790" y="1490345"/>
                    <a:pt x="449580" y="1464310"/>
                    <a:pt x="605790" y="1211580"/>
                  </a:cubicBezTo>
                  <a:cubicBezTo>
                    <a:pt x="762000" y="958850"/>
                    <a:pt x="835660" y="-635"/>
                    <a:pt x="937260" y="0"/>
                  </a:cubicBezTo>
                  <a:cubicBezTo>
                    <a:pt x="1038860" y="635"/>
                    <a:pt x="1067435" y="962025"/>
                    <a:pt x="1215390" y="1215390"/>
                  </a:cubicBezTo>
                  <a:cubicBezTo>
                    <a:pt x="1363345" y="1468755"/>
                    <a:pt x="1594167" y="1494472"/>
                    <a:pt x="1824990" y="152019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</p:grpSp>
      <p:sp>
        <p:nvSpPr>
          <p:cNvPr id="73" name="Explosion 2 72"/>
          <p:cNvSpPr/>
          <p:nvPr/>
        </p:nvSpPr>
        <p:spPr>
          <a:xfrm>
            <a:off x="8976360" y="390460"/>
            <a:ext cx="3112009" cy="2062328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Values only for </a:t>
            </a:r>
            <a:r>
              <a:rPr lang="en-US" sz="1400" dirty="0" err="1"/>
              <a:t>demonstartion</a:t>
            </a:r>
            <a:endParaRPr 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2133600" y="525780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991" y="527304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5520" y="526322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79" name="TextBox 78"/>
          <p:cNvSpPr txBox="1"/>
          <p:nvPr/>
        </p:nvSpPr>
        <p:spPr>
          <a:xfrm rot="16200000">
            <a:off x="990913" y="365934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80" name="TextBox 79"/>
          <p:cNvSpPr txBox="1"/>
          <p:nvPr/>
        </p:nvSpPr>
        <p:spPr>
          <a:xfrm rot="16200000">
            <a:off x="3729808" y="365934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81" name="TextBox 80"/>
          <p:cNvSpPr txBox="1"/>
          <p:nvPr/>
        </p:nvSpPr>
        <p:spPr>
          <a:xfrm rot="16200000">
            <a:off x="6767425" y="365934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16003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8955078" y="2753627"/>
            <a:ext cx="1828800" cy="1828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420094" y="2042268"/>
            <a:ext cx="27432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5-Point Star 4"/>
          <p:cNvSpPr/>
          <p:nvPr/>
        </p:nvSpPr>
        <p:spPr>
          <a:xfrm>
            <a:off x="1756066" y="2468295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5-Point Star 17"/>
          <p:cNvSpPr/>
          <p:nvPr/>
        </p:nvSpPr>
        <p:spPr>
          <a:xfrm>
            <a:off x="2365194" y="3156687"/>
            <a:ext cx="228600" cy="22860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5-Point Star 18"/>
          <p:cNvSpPr/>
          <p:nvPr/>
        </p:nvSpPr>
        <p:spPr>
          <a:xfrm>
            <a:off x="3317694" y="4366367"/>
            <a:ext cx="228600" cy="22860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/>
          <p:cNvSpPr/>
          <p:nvPr/>
        </p:nvSpPr>
        <p:spPr>
          <a:xfrm>
            <a:off x="3608169" y="3270987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5-Point Star 21"/>
          <p:cNvSpPr/>
          <p:nvPr/>
        </p:nvSpPr>
        <p:spPr>
          <a:xfrm>
            <a:off x="1641294" y="4594967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9400308" y="714807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5-Point Star 23"/>
          <p:cNvSpPr/>
          <p:nvPr/>
        </p:nvSpPr>
        <p:spPr>
          <a:xfrm>
            <a:off x="9400308" y="1205347"/>
            <a:ext cx="228600" cy="22860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777846" y="64444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Sensor 1 </a:t>
            </a:r>
            <a:r>
              <a:rPr lang="en-US" dirty="0" err="1"/>
              <a:t>tracklet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777846" y="113498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Sensor 2 </a:t>
            </a:r>
            <a:r>
              <a:rPr lang="en-US" dirty="0" err="1"/>
              <a:t>tracklet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5820117" y="2857536"/>
            <a:ext cx="685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5-Point Star 30"/>
          <p:cNvSpPr/>
          <p:nvPr/>
        </p:nvSpPr>
        <p:spPr>
          <a:xfrm>
            <a:off x="6048717" y="3195695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612455" y="3592233"/>
            <a:ext cx="685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115318" y="2857536"/>
            <a:ext cx="685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5-Point Star 36"/>
          <p:cNvSpPr/>
          <p:nvPr/>
        </p:nvSpPr>
        <p:spPr>
          <a:xfrm>
            <a:off x="9343918" y="3195695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907656" y="3592233"/>
            <a:ext cx="685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82306" y="1554940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Associate </a:t>
            </a:r>
            <a:r>
              <a:rPr lang="en-US" dirty="0" err="1"/>
              <a:t>tracklets</a:t>
            </a:r>
            <a:r>
              <a:rPr lang="en-US" dirty="0"/>
              <a:t> to group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6580" y="2371533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new groups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1823" y="233669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groups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6926" y="4953000"/>
            <a:ext cx="228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5181600" y="4953000"/>
            <a:ext cx="1524000" cy="1828799"/>
            <a:chOff x="5181600" y="4953000"/>
            <a:chExt cx="1524000" cy="1828799"/>
          </a:xfrm>
        </p:grpSpPr>
        <p:cxnSp>
          <p:nvCxnSpPr>
            <p:cNvPr id="11" name="Straight Connector 10"/>
            <p:cNvCxnSpPr/>
            <p:nvPr/>
          </p:nvCxnSpPr>
          <p:spPr>
            <a:xfrm flipH="1" flipV="1">
              <a:off x="5181600" y="4953000"/>
              <a:ext cx="1075326" cy="45720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256926" y="5410200"/>
              <a:ext cx="448674" cy="137159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 flipH="1">
            <a:off x="6096000" y="4963833"/>
            <a:ext cx="1524000" cy="1817966"/>
            <a:chOff x="5126555" y="4958995"/>
            <a:chExt cx="1524000" cy="1817966"/>
          </a:xfrm>
        </p:grpSpPr>
        <p:cxnSp>
          <p:nvCxnSpPr>
            <p:cNvPr id="43" name="Straight Connector 42"/>
            <p:cNvCxnSpPr/>
            <p:nvPr/>
          </p:nvCxnSpPr>
          <p:spPr>
            <a:xfrm flipH="1" flipV="1">
              <a:off x="5126555" y="4958995"/>
              <a:ext cx="1130371" cy="451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6256925" y="5410200"/>
              <a:ext cx="393630" cy="13667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5-Point Star 44"/>
          <p:cNvSpPr/>
          <p:nvPr/>
        </p:nvSpPr>
        <p:spPr>
          <a:xfrm>
            <a:off x="6841055" y="3971657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5-Point Star 45"/>
          <p:cNvSpPr/>
          <p:nvPr/>
        </p:nvSpPr>
        <p:spPr>
          <a:xfrm>
            <a:off x="10136256" y="3955339"/>
            <a:ext cx="228600" cy="22860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5-Point Star 48"/>
          <p:cNvSpPr/>
          <p:nvPr/>
        </p:nvSpPr>
        <p:spPr>
          <a:xfrm>
            <a:off x="6305186" y="6316980"/>
            <a:ext cx="45720" cy="4572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5-Point Star 49"/>
          <p:cNvSpPr/>
          <p:nvPr/>
        </p:nvSpPr>
        <p:spPr>
          <a:xfrm>
            <a:off x="6343216" y="6172200"/>
            <a:ext cx="45720" cy="4572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5-Point Star 50"/>
          <p:cNvSpPr/>
          <p:nvPr/>
        </p:nvSpPr>
        <p:spPr>
          <a:xfrm>
            <a:off x="6413171" y="6362700"/>
            <a:ext cx="45720" cy="4572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5-Point Star 51"/>
          <p:cNvSpPr/>
          <p:nvPr/>
        </p:nvSpPr>
        <p:spPr>
          <a:xfrm>
            <a:off x="6434726" y="6236968"/>
            <a:ext cx="45720" cy="4572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5-Point Star 52"/>
          <p:cNvSpPr/>
          <p:nvPr/>
        </p:nvSpPr>
        <p:spPr>
          <a:xfrm>
            <a:off x="6044328" y="5636430"/>
            <a:ext cx="45720" cy="45720"/>
          </a:xfrm>
          <a:prstGeom prst="star5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5-Point Star 53"/>
          <p:cNvSpPr/>
          <p:nvPr/>
        </p:nvSpPr>
        <p:spPr>
          <a:xfrm>
            <a:off x="6588431" y="5943600"/>
            <a:ext cx="45720" cy="4572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6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Tracker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724400" y="626375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Update</a:t>
            </a:r>
            <a:br>
              <a:rPr lang="en-US" dirty="0"/>
            </a:br>
            <a:r>
              <a:rPr lang="en-US" dirty="0"/>
              <a:t>(Predict)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24400" y="2971800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Association</a:t>
            </a:r>
            <a:br>
              <a:rPr lang="en-US" dirty="0"/>
            </a:br>
            <a:r>
              <a:rPr lang="en-US" dirty="0"/>
              <a:t>(Association)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4400" y="5317225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Status Update</a:t>
            </a:r>
            <a:br>
              <a:rPr lang="en-US" dirty="0"/>
            </a:br>
            <a:r>
              <a:rPr lang="en-US" dirty="0"/>
              <a:t>(Update)</a:t>
            </a:r>
          </a:p>
        </p:txBody>
      </p:sp>
      <p:cxnSp>
        <p:nvCxnSpPr>
          <p:cNvPr id="7" name="Straight Arrow Connector 6"/>
          <p:cNvCxnSpPr>
            <a:stCxn id="21" idx="2"/>
            <a:endCxn id="25" idx="0"/>
          </p:cNvCxnSpPr>
          <p:nvPr/>
        </p:nvCxnSpPr>
        <p:spPr>
          <a:xfrm>
            <a:off x="6096000" y="1540775"/>
            <a:ext cx="0" cy="143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4222" y="1589707"/>
            <a:ext cx="30973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Previous objects are time updated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096000" y="3886200"/>
            <a:ext cx="0" cy="143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4695" y="3938826"/>
            <a:ext cx="52815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Tracklets</a:t>
            </a:r>
            <a:r>
              <a:rPr lang="en-US" sz="1500" dirty="0"/>
              <a:t> are associated(matched) to time updated objects. </a:t>
            </a:r>
            <a:br>
              <a:rPr lang="en-US" sz="1500" dirty="0"/>
            </a:br>
            <a:r>
              <a:rPr lang="en-US" sz="1500" dirty="0"/>
              <a:t>New objects are formed from unmatched </a:t>
            </a:r>
            <a:r>
              <a:rPr lang="en-US" sz="1500" dirty="0" err="1"/>
              <a:t>tracklets</a:t>
            </a:r>
            <a:endParaRPr lang="en-US" sz="1500" dirty="0"/>
          </a:p>
        </p:txBody>
      </p:sp>
      <p:cxnSp>
        <p:nvCxnSpPr>
          <p:cNvPr id="10" name="Elbow Connector 9"/>
          <p:cNvCxnSpPr>
            <a:stCxn id="26" idx="3"/>
            <a:endCxn id="21" idx="3"/>
          </p:cNvCxnSpPr>
          <p:nvPr/>
        </p:nvCxnSpPr>
        <p:spPr>
          <a:xfrm flipV="1">
            <a:off x="7467600" y="1083575"/>
            <a:ext cx="12700" cy="4690850"/>
          </a:xfrm>
          <a:prstGeom prst="bentConnector3">
            <a:avLst>
              <a:gd name="adj1" fmla="val 2086363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80300" y="5451260"/>
            <a:ext cx="43268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Objects are updated based on matched </a:t>
            </a:r>
            <a:r>
              <a:rPr lang="en-US" sz="1500" dirty="0" err="1"/>
              <a:t>tracklets</a:t>
            </a:r>
            <a:endParaRPr lang="en-US" sz="1500" dirty="0"/>
          </a:p>
        </p:txBody>
      </p:sp>
      <p:sp>
        <p:nvSpPr>
          <p:cNvPr id="2" name="Explosion 2 1"/>
          <p:cNvSpPr/>
          <p:nvPr/>
        </p:nvSpPr>
        <p:spPr>
          <a:xfrm>
            <a:off x="462685" y="909472"/>
            <a:ext cx="2890116" cy="2062328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association here is part of Grouping</a:t>
            </a:r>
          </a:p>
        </p:txBody>
      </p:sp>
      <p:sp>
        <p:nvSpPr>
          <p:cNvPr id="20" name="Explosion 2 19"/>
          <p:cNvSpPr/>
          <p:nvPr/>
        </p:nvSpPr>
        <p:spPr>
          <a:xfrm>
            <a:off x="389226" y="4615686"/>
            <a:ext cx="2890116" cy="2062328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Gain KF, Constant Acceleration model</a:t>
            </a:r>
          </a:p>
        </p:txBody>
      </p:sp>
    </p:spTree>
    <p:extLst>
      <p:ext uri="{BB962C8B-B14F-4D97-AF65-F5344CB8AC3E}">
        <p14:creationId xmlns:p14="http://schemas.microsoft.com/office/powerpoint/2010/main" val="233744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Tracker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724400" y="626375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Update</a:t>
            </a:r>
            <a:br>
              <a:rPr lang="en-US" dirty="0"/>
            </a:br>
            <a:r>
              <a:rPr lang="en-US" dirty="0"/>
              <a:t>(Predict)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24400" y="2007495"/>
            <a:ext cx="2743200" cy="1931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Data association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4400" y="5317225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Status Update</a:t>
            </a:r>
            <a:br>
              <a:rPr lang="en-US" dirty="0"/>
            </a:br>
            <a:r>
              <a:rPr lang="en-US" dirty="0"/>
              <a:t>(Update)</a:t>
            </a:r>
          </a:p>
        </p:txBody>
      </p:sp>
      <p:cxnSp>
        <p:nvCxnSpPr>
          <p:cNvPr id="7" name="Straight Arrow Connector 6"/>
          <p:cNvCxnSpPr>
            <a:stCxn id="21" idx="2"/>
            <a:endCxn id="25" idx="0"/>
          </p:cNvCxnSpPr>
          <p:nvPr/>
        </p:nvCxnSpPr>
        <p:spPr>
          <a:xfrm>
            <a:off x="6096000" y="1540775"/>
            <a:ext cx="0" cy="466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4222" y="1589707"/>
            <a:ext cx="30973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Previous objects are time updated</a:t>
            </a: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>
            <a:off x="6096000" y="3938826"/>
            <a:ext cx="0" cy="1378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4695" y="3938826"/>
            <a:ext cx="52815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Tracklets</a:t>
            </a:r>
            <a:r>
              <a:rPr lang="en-US" sz="1500" dirty="0"/>
              <a:t> are associated(matched) to time updated objects. </a:t>
            </a:r>
            <a:br>
              <a:rPr lang="en-US" sz="1500" dirty="0"/>
            </a:br>
            <a:r>
              <a:rPr lang="en-US" sz="1500" dirty="0"/>
              <a:t>New objects are formed from unmatched </a:t>
            </a:r>
            <a:r>
              <a:rPr lang="en-US" sz="1500" dirty="0" err="1"/>
              <a:t>tracklets</a:t>
            </a:r>
            <a:endParaRPr lang="en-US" sz="1500" dirty="0"/>
          </a:p>
        </p:txBody>
      </p:sp>
      <p:cxnSp>
        <p:nvCxnSpPr>
          <p:cNvPr id="10" name="Elbow Connector 9"/>
          <p:cNvCxnSpPr>
            <a:stCxn id="26" idx="3"/>
            <a:endCxn id="21" idx="3"/>
          </p:cNvCxnSpPr>
          <p:nvPr/>
        </p:nvCxnSpPr>
        <p:spPr>
          <a:xfrm flipV="1">
            <a:off x="7467600" y="1083575"/>
            <a:ext cx="12700" cy="4690850"/>
          </a:xfrm>
          <a:prstGeom prst="bentConnector3">
            <a:avLst>
              <a:gd name="adj1" fmla="val 2086363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80300" y="5451260"/>
            <a:ext cx="43268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Objects are updated based on matched </a:t>
            </a:r>
            <a:r>
              <a:rPr lang="en-US" sz="1500" dirty="0" err="1"/>
              <a:t>tracklets</a:t>
            </a:r>
            <a:endParaRPr lang="en-US" sz="1500" dirty="0"/>
          </a:p>
        </p:txBody>
      </p:sp>
      <p:sp>
        <p:nvSpPr>
          <p:cNvPr id="15" name="Explosion 2 14"/>
          <p:cNvSpPr/>
          <p:nvPr/>
        </p:nvSpPr>
        <p:spPr>
          <a:xfrm>
            <a:off x="8788399" y="2346926"/>
            <a:ext cx="3670099" cy="2062328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If grouping creates a NEW object, the Object Tracker “Update” will update the object to MATURE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0" y="2438062"/>
            <a:ext cx="2286000" cy="137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Tracklet</a:t>
            </a:r>
            <a:r>
              <a:rPr lang="en-US" dirty="0"/>
              <a:t> Tracker</a:t>
            </a:r>
          </a:p>
        </p:txBody>
      </p:sp>
    </p:spTree>
    <p:extLst>
      <p:ext uri="{BB962C8B-B14F-4D97-AF65-F5344CB8AC3E}">
        <p14:creationId xmlns:p14="http://schemas.microsoft.com/office/powerpoint/2010/main" val="51635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Example(using MATE</a:t>
            </a:r>
            <a:r>
              <a:rPr lang="en-US" sz="2000" dirty="0"/>
              <a:t> – </a:t>
            </a:r>
            <a:r>
              <a:rPr lang="en-US" sz="2000" dirty="0" err="1"/>
              <a:t>Matlab</a:t>
            </a:r>
            <a:r>
              <a:rPr lang="en-US" sz="2000" dirty="0"/>
              <a:t> based Automated Testing Environment</a:t>
            </a:r>
            <a:r>
              <a:rPr lang="en-US" dirty="0"/>
              <a:t>)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platzhalter 1">
            <a:extLst/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" y="1304920"/>
            <a:ext cx="10969246" cy="227994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Log</a:t>
            </a:r>
            <a:r>
              <a:rPr lang="en-US" sz="1800" b="0" dirty="0"/>
              <a:t>: C:\Project\Logs\SRR5\BMW\20191023_LOW_A310_SENSORS\SRR_Specific_Data_RAW_DEBUG_LOW\LOW_3.8.201_check_20min_WBACR61010LH94641_20191023_095829_WR3_0036_ORCAS.mf4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Position</a:t>
            </a:r>
            <a:r>
              <a:rPr lang="en-US" sz="1800" b="0" dirty="0"/>
              <a:t>: FRONT_LEFT_ORIG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/>
              <a:t>Start </a:t>
            </a:r>
            <a:r>
              <a:rPr lang="en-US" sz="1800" dirty="0" err="1"/>
              <a:t>timeindex</a:t>
            </a:r>
            <a:r>
              <a:rPr lang="en-US" sz="1800" b="0" dirty="0"/>
              <a:t>: 42, detection id: 36, </a:t>
            </a:r>
            <a:r>
              <a:rPr lang="en-US" sz="1800" b="0" dirty="0" err="1"/>
              <a:t>tracklet</a:t>
            </a:r>
            <a:r>
              <a:rPr lang="en-US" sz="1800" b="0" dirty="0"/>
              <a:t> id: 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 err="1"/>
              <a:t>Timeindex</a:t>
            </a:r>
            <a:r>
              <a:rPr lang="en-US" sz="1800" b="0" dirty="0"/>
              <a:t>: 44, Object id 31 is formed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 err="1"/>
              <a:t>Timeindex</a:t>
            </a:r>
            <a:r>
              <a:rPr lang="en-US" sz="1800" b="0" dirty="0"/>
              <a:t>: 47, </a:t>
            </a:r>
            <a:r>
              <a:rPr lang="en-US" sz="1800" b="0" dirty="0" err="1"/>
              <a:t>tracklet</a:t>
            </a:r>
            <a:r>
              <a:rPr lang="en-US" sz="1800" b="0" dirty="0"/>
              <a:t> id 2 gets associated to object id 31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81" y="4003342"/>
            <a:ext cx="5024438" cy="24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23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Wrappers around the tracker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platzhalter 1">
            <a:extLst/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" y="1304920"/>
            <a:ext cx="5072427" cy="231891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Heading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Guardrail detector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Cloud processing - Clustering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Countermeasures</a:t>
            </a:r>
            <a:endParaRPr lang="en-US" sz="600" b="0" dirty="0"/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dirty="0"/>
              <a:t>Terminate long coasted entity</a:t>
            </a:r>
            <a:endParaRPr lang="en-US" sz="600" b="0" dirty="0"/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b="0" dirty="0"/>
              <a:t>Terminate Stationary entity</a:t>
            </a:r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dirty="0"/>
              <a:t>Terminate entities behind guardrail</a:t>
            </a:r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b="0" dirty="0"/>
              <a:t>Terminate ghosts – low probability, eclipsed</a:t>
            </a:r>
            <a:endParaRPr lang="en-US" sz="1800" b="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Add derived signals</a:t>
            </a:r>
            <a:endParaRPr lang="en-US" sz="600" b="0" dirty="0"/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dirty="0"/>
              <a:t>Reference points</a:t>
            </a:r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dirty="0"/>
              <a:t>Object Amplitude</a:t>
            </a:r>
          </a:p>
          <a:p>
            <a:pPr marL="857250" lvl="3" indent="-571500">
              <a:buFont typeface="Arial" panose="020B0604020202020204" pitchFamily="34" charset="0"/>
              <a:buChar char="•"/>
            </a:pPr>
            <a:r>
              <a:rPr lang="en-US" sz="1400" dirty="0"/>
              <a:t>Object class – Size, speed, </a:t>
            </a:r>
            <a:r>
              <a:rPr lang="en-US" sz="1400" dirty="0" err="1"/>
              <a:t>wheelspin</a:t>
            </a:r>
            <a:endParaRPr lang="en-US" sz="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571500" lvl="1" indent="-571500">
              <a:buFont typeface="Arial" panose="020B0604020202020204" pitchFamily="34" charset="0"/>
              <a:buChar char="•"/>
            </a:pPr>
            <a:endParaRPr lang="en-US" sz="600" b="0" dirty="0"/>
          </a:p>
        </p:txBody>
      </p:sp>
      <p:grpSp>
        <p:nvGrpSpPr>
          <p:cNvPr id="47" name="Group 46"/>
          <p:cNvGrpSpPr/>
          <p:nvPr/>
        </p:nvGrpSpPr>
        <p:grpSpPr>
          <a:xfrm>
            <a:off x="6777875" y="1468904"/>
            <a:ext cx="1670650" cy="2189019"/>
            <a:chOff x="6951449" y="1434814"/>
            <a:chExt cx="1670650" cy="2189019"/>
          </a:xfrm>
        </p:grpSpPr>
        <p:grpSp>
          <p:nvGrpSpPr>
            <p:cNvPr id="22" name="Group 21"/>
            <p:cNvGrpSpPr/>
            <p:nvPr/>
          </p:nvGrpSpPr>
          <p:grpSpPr>
            <a:xfrm>
              <a:off x="7249564" y="1434814"/>
              <a:ext cx="740872" cy="2189019"/>
              <a:chOff x="5294168" y="1146463"/>
              <a:chExt cx="740872" cy="2189019"/>
            </a:xfrm>
          </p:grpSpPr>
          <p:sp>
            <p:nvSpPr>
              <p:cNvPr id="2" name="Arc 1"/>
              <p:cNvSpPr/>
              <p:nvPr/>
            </p:nvSpPr>
            <p:spPr>
              <a:xfrm>
                <a:off x="5294168" y="1146463"/>
                <a:ext cx="628650" cy="2189019"/>
              </a:xfrm>
              <a:prstGeom prst="arc">
                <a:avLst>
                  <a:gd name="adj1" fmla="val 16200000"/>
                  <a:gd name="adj2" fmla="val 3485781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4-Point Star 5"/>
              <p:cNvSpPr/>
              <p:nvPr/>
            </p:nvSpPr>
            <p:spPr>
              <a:xfrm>
                <a:off x="5598102" y="1227336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4-Point Star 6"/>
              <p:cNvSpPr/>
              <p:nvPr/>
            </p:nvSpPr>
            <p:spPr>
              <a:xfrm>
                <a:off x="5831378" y="1331067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4-Point Star 7"/>
              <p:cNvSpPr/>
              <p:nvPr/>
            </p:nvSpPr>
            <p:spPr>
              <a:xfrm>
                <a:off x="5930438" y="1669473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4-Point Star 8"/>
              <p:cNvSpPr/>
              <p:nvPr/>
            </p:nvSpPr>
            <p:spPr>
              <a:xfrm>
                <a:off x="5785658" y="1859280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4-Point Star 9"/>
              <p:cNvSpPr/>
              <p:nvPr/>
            </p:nvSpPr>
            <p:spPr>
              <a:xfrm>
                <a:off x="5943600" y="2034025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4-Point Star 10"/>
              <p:cNvSpPr/>
              <p:nvPr/>
            </p:nvSpPr>
            <p:spPr>
              <a:xfrm>
                <a:off x="5785658" y="2529324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6951449" y="3080040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</a:t>
              </a:r>
              <a:r>
                <a:rPr lang="en-US" sz="1400" baseline="30000" dirty="0"/>
                <a:t>nd</a:t>
              </a:r>
              <a:r>
                <a:rPr lang="en-US" sz="1400" dirty="0"/>
                <a:t> order Guardrail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0155907" y="1916617"/>
            <a:ext cx="652743" cy="1048118"/>
            <a:chOff x="9716803" y="1710858"/>
            <a:chExt cx="652743" cy="1048118"/>
          </a:xfrm>
        </p:grpSpPr>
        <p:grpSp>
          <p:nvGrpSpPr>
            <p:cNvPr id="5" name="Group 4"/>
            <p:cNvGrpSpPr/>
            <p:nvPr/>
          </p:nvGrpSpPr>
          <p:grpSpPr>
            <a:xfrm>
              <a:off x="9848745" y="1710858"/>
              <a:ext cx="388861" cy="652983"/>
              <a:chOff x="7535939" y="1206297"/>
              <a:chExt cx="388861" cy="652983"/>
            </a:xfrm>
          </p:grpSpPr>
          <p:sp>
            <p:nvSpPr>
              <p:cNvPr id="12" name="4-Point Star 11"/>
              <p:cNvSpPr/>
              <p:nvPr/>
            </p:nvSpPr>
            <p:spPr>
              <a:xfrm>
                <a:off x="7574280" y="1285347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4-Point Star 14"/>
              <p:cNvSpPr/>
              <p:nvPr/>
            </p:nvSpPr>
            <p:spPr>
              <a:xfrm>
                <a:off x="7742221" y="1331067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4-Point Star 15"/>
              <p:cNvSpPr/>
              <p:nvPr/>
            </p:nvSpPr>
            <p:spPr>
              <a:xfrm>
                <a:off x="7594670" y="1444940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4-Point Star 16"/>
              <p:cNvSpPr/>
              <p:nvPr/>
            </p:nvSpPr>
            <p:spPr>
              <a:xfrm>
                <a:off x="7594670" y="1623753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4-Point Star 17"/>
              <p:cNvSpPr/>
              <p:nvPr/>
            </p:nvSpPr>
            <p:spPr>
              <a:xfrm>
                <a:off x="7701651" y="1532313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4-Point Star 18"/>
              <p:cNvSpPr/>
              <p:nvPr/>
            </p:nvSpPr>
            <p:spPr>
              <a:xfrm>
                <a:off x="7747371" y="1673194"/>
                <a:ext cx="91440" cy="91440"/>
              </a:xfrm>
              <a:prstGeom prst="star4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7535939" y="1206297"/>
                <a:ext cx="388861" cy="65298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9716803" y="2451199"/>
              <a:ext cx="6527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795089" y="3972761"/>
            <a:ext cx="1537600" cy="1722638"/>
            <a:chOff x="7072324" y="3617421"/>
            <a:chExt cx="1537600" cy="1722638"/>
          </a:xfrm>
        </p:grpSpPr>
        <p:grpSp>
          <p:nvGrpSpPr>
            <p:cNvPr id="32" name="Group 31"/>
            <p:cNvGrpSpPr/>
            <p:nvPr/>
          </p:nvGrpSpPr>
          <p:grpSpPr>
            <a:xfrm>
              <a:off x="7426729" y="3617421"/>
              <a:ext cx="823018" cy="1278829"/>
              <a:chOff x="7420956" y="3358287"/>
              <a:chExt cx="823018" cy="1278829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7489594" y="3425536"/>
                <a:ext cx="685800" cy="1143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7426729" y="3360420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8101099" y="3360420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8106814" y="4496492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7426729" y="4499956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420956" y="3924734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8092440" y="3931050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7768994" y="3358287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7766771" y="4496492"/>
                <a:ext cx="137160" cy="13716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7072324" y="5032282"/>
              <a:ext cx="15376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Reference points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753600" y="3909437"/>
            <a:ext cx="1564640" cy="1785962"/>
            <a:chOff x="1940560" y="4502307"/>
            <a:chExt cx="1564640" cy="1785962"/>
          </a:xfrm>
        </p:grpSpPr>
        <p:sp>
          <p:nvSpPr>
            <p:cNvPr id="20" name="Rectangle 19"/>
            <p:cNvSpPr/>
            <p:nvPr/>
          </p:nvSpPr>
          <p:spPr>
            <a:xfrm>
              <a:off x="2135837" y="4955312"/>
              <a:ext cx="18288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200" dirty="0"/>
                <a:t>Truck</a:t>
              </a:r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440666" y="5185541"/>
              <a:ext cx="182880" cy="6858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200" dirty="0"/>
                <a:t>Car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747313" y="4502307"/>
              <a:ext cx="182880" cy="13716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200" dirty="0"/>
                <a:t>Two Wheeler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050632" y="4728210"/>
              <a:ext cx="202416" cy="114300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200" dirty="0"/>
                <a:t>Pedestrian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1940560" y="5892957"/>
              <a:ext cx="15646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406126" y="598049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469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go wrong?</a:t>
            </a:r>
            <a:endParaRPr lang="en-US" sz="2800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AD9CE9-3B2B-455C-9559-89DEFB795A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platzhalter 1">
            <a:extLst/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" y="1304920"/>
            <a:ext cx="10969246" cy="227994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Mounting position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Alignment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/>
              <a:t>Calibration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b="0" dirty="0" err="1"/>
              <a:t>Async</a:t>
            </a:r>
            <a:r>
              <a:rPr lang="en-US" sz="1800" b="0" dirty="0"/>
              <a:t> vehicle data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524000" y="3403736"/>
            <a:ext cx="1904937" cy="2115249"/>
            <a:chOff x="4495863" y="2151888"/>
            <a:chExt cx="1904937" cy="2115249"/>
          </a:xfrm>
        </p:grpSpPr>
        <p:sp>
          <p:nvSpPr>
            <p:cNvPr id="2" name="Rectangle 1"/>
            <p:cNvSpPr/>
            <p:nvPr/>
          </p:nvSpPr>
          <p:spPr>
            <a:xfrm>
              <a:off x="5943600" y="3352737"/>
              <a:ext cx="457200" cy="9144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/>
            <p:cNvCxnSpPr/>
            <p:nvPr/>
          </p:nvCxnSpPr>
          <p:spPr>
            <a:xfrm flipV="1">
              <a:off x="5867400" y="3258692"/>
              <a:ext cx="152400" cy="18808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4-Point Star 7"/>
            <p:cNvSpPr/>
            <p:nvPr/>
          </p:nvSpPr>
          <p:spPr>
            <a:xfrm>
              <a:off x="4495863" y="3249042"/>
              <a:ext cx="91440" cy="91440"/>
            </a:xfrm>
            <a:prstGeom prst="star4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 flipV="1">
              <a:off x="4742751" y="2151888"/>
              <a:ext cx="1200849" cy="120084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 flipV="1">
              <a:off x="4614735" y="2542427"/>
              <a:ext cx="1402019" cy="907845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4-Point Star 14"/>
            <p:cNvSpPr/>
            <p:nvPr/>
          </p:nvSpPr>
          <p:spPr>
            <a:xfrm>
              <a:off x="4572126" y="3595341"/>
              <a:ext cx="91440" cy="91440"/>
            </a:xfrm>
            <a:prstGeom prst="star4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>
              <a:endCxn id="15" idx="3"/>
            </p:cNvCxnSpPr>
            <p:nvPr/>
          </p:nvCxnSpPr>
          <p:spPr>
            <a:xfrm flipH="1">
              <a:off x="4663566" y="3460831"/>
              <a:ext cx="1353186" cy="1802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8" idx="3"/>
            </p:cNvCxnSpPr>
            <p:nvPr/>
          </p:nvCxnSpPr>
          <p:spPr>
            <a:xfrm flipH="1" flipV="1">
              <a:off x="4587303" y="3294762"/>
              <a:ext cx="1356297" cy="5797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 rot="2144271">
              <a:off x="4719709" y="2557175"/>
              <a:ext cx="61747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FF0000"/>
                  </a:solidFill>
                </a:rPr>
                <a:t>Reality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 rot="2694398">
              <a:off x="4782257" y="2343740"/>
              <a:ext cx="8322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00B050"/>
                  </a:solidFill>
                </a:rPr>
                <a:t>Calibration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V="1">
              <a:off x="5955792" y="3378231"/>
              <a:ext cx="152400" cy="188089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957051"/>
              </p:ext>
            </p:extLst>
          </p:nvPr>
        </p:nvGraphicFramePr>
        <p:xfrm>
          <a:off x="7329770" y="660985"/>
          <a:ext cx="3069452" cy="2085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26">
                  <a:extLst>
                    <a:ext uri="{9D8B030D-6E8A-4147-A177-3AD203B41FA5}">
                      <a16:colId xmlns:a16="http://schemas.microsoft.com/office/drawing/2014/main" val="3889715984"/>
                    </a:ext>
                  </a:extLst>
                </a:gridCol>
                <a:gridCol w="1534726">
                  <a:extLst>
                    <a:ext uri="{9D8B030D-6E8A-4147-A177-3AD203B41FA5}">
                      <a16:colId xmlns:a16="http://schemas.microsoft.com/office/drawing/2014/main" val="798651348"/>
                    </a:ext>
                  </a:extLst>
                </a:gridCol>
              </a:tblGrid>
              <a:tr h="531085">
                <a:tc>
                  <a:txBody>
                    <a:bodyPr/>
                    <a:lstStyle/>
                    <a:p>
                      <a:r>
                        <a:rPr lang="en-US" sz="1800" dirty="0" err="1"/>
                        <a:t>VehicleData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049031"/>
                  </a:ext>
                </a:extLst>
              </a:tr>
              <a:tr h="38851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239909"/>
                  </a:ext>
                </a:extLst>
              </a:tr>
              <a:tr h="38851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153749"/>
                  </a:ext>
                </a:extLst>
              </a:tr>
              <a:tr h="388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441976"/>
                  </a:ext>
                </a:extLst>
              </a:tr>
              <a:tr h="388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 N+1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143294"/>
                  </a:ext>
                </a:extLst>
              </a:tr>
            </a:tbl>
          </a:graphicData>
        </a:graphic>
      </p:graphicFrame>
      <p:grpSp>
        <p:nvGrpSpPr>
          <p:cNvPr id="51" name="Group 50"/>
          <p:cNvGrpSpPr/>
          <p:nvPr/>
        </p:nvGrpSpPr>
        <p:grpSpPr>
          <a:xfrm>
            <a:off x="6058999" y="2935467"/>
            <a:ext cx="2910918" cy="2555434"/>
            <a:chOff x="6705600" y="4137009"/>
            <a:chExt cx="2910918" cy="2555434"/>
          </a:xfrm>
        </p:grpSpPr>
        <p:sp>
          <p:nvSpPr>
            <p:cNvPr id="27" name="Rectangle 26"/>
            <p:cNvSpPr/>
            <p:nvPr/>
          </p:nvSpPr>
          <p:spPr>
            <a:xfrm>
              <a:off x="8639189" y="5337858"/>
              <a:ext cx="457200" cy="9144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 flipV="1">
              <a:off x="8562989" y="5243813"/>
              <a:ext cx="152400" cy="18808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4-Point Star 28"/>
            <p:cNvSpPr/>
            <p:nvPr/>
          </p:nvSpPr>
          <p:spPr>
            <a:xfrm>
              <a:off x="7191452" y="5234163"/>
              <a:ext cx="91440" cy="91440"/>
            </a:xfrm>
            <a:prstGeom prst="star4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 flipV="1">
              <a:off x="7438340" y="4137009"/>
              <a:ext cx="1200849" cy="120084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29" idx="3"/>
            </p:cNvCxnSpPr>
            <p:nvPr/>
          </p:nvCxnSpPr>
          <p:spPr>
            <a:xfrm flipH="1" flipV="1">
              <a:off x="7282892" y="5279883"/>
              <a:ext cx="1356297" cy="5797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8229600" y="6261556"/>
              <a:ext cx="13869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VehSpeed</a:t>
              </a:r>
              <a:r>
                <a:rPr lang="en-US" sz="1100" dirty="0"/>
                <a:t> = 20m/s</a:t>
              </a:r>
            </a:p>
            <a:p>
              <a:r>
                <a:rPr lang="en-US" sz="1100" dirty="0" err="1"/>
                <a:t>YawRate</a:t>
              </a:r>
              <a:r>
                <a:rPr lang="en-US" sz="1100" dirty="0"/>
                <a:t> = 1deg/s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05600" y="5309540"/>
              <a:ext cx="166103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DetRangeRate</a:t>
              </a:r>
              <a:r>
                <a:rPr lang="en-US" sz="1100" dirty="0"/>
                <a:t> = 10m/s</a:t>
              </a:r>
            </a:p>
            <a:p>
              <a:r>
                <a:rPr lang="en-US" sz="1100" dirty="0"/>
                <a:t>Azimuth = 30deg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578052" y="5712856"/>
              <a:ext cx="10230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Timestamp 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983999" y="2935467"/>
            <a:ext cx="2910918" cy="2555434"/>
            <a:chOff x="8829815" y="3576114"/>
            <a:chExt cx="2910918" cy="2555434"/>
          </a:xfrm>
        </p:grpSpPr>
        <p:sp>
          <p:nvSpPr>
            <p:cNvPr id="42" name="Rectangle 41"/>
            <p:cNvSpPr/>
            <p:nvPr/>
          </p:nvSpPr>
          <p:spPr>
            <a:xfrm>
              <a:off x="10763404" y="4776963"/>
              <a:ext cx="457200" cy="9144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/>
            <p:nvPr/>
          </p:nvCxnSpPr>
          <p:spPr>
            <a:xfrm flipV="1">
              <a:off x="10687204" y="4682918"/>
              <a:ext cx="152400" cy="18808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4-Point Star 43"/>
            <p:cNvSpPr/>
            <p:nvPr/>
          </p:nvSpPr>
          <p:spPr>
            <a:xfrm>
              <a:off x="9315667" y="4673268"/>
              <a:ext cx="91440" cy="91440"/>
            </a:xfrm>
            <a:prstGeom prst="star4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 flipV="1">
              <a:off x="9562555" y="3576114"/>
              <a:ext cx="1200849" cy="120084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endCxn id="44" idx="3"/>
            </p:cNvCxnSpPr>
            <p:nvPr/>
          </p:nvCxnSpPr>
          <p:spPr>
            <a:xfrm flipH="1" flipV="1">
              <a:off x="9407107" y="4718988"/>
              <a:ext cx="1356297" cy="5797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0353815" y="5700661"/>
              <a:ext cx="13869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VehSpeed</a:t>
              </a:r>
              <a:r>
                <a:rPr lang="en-US" sz="1100" dirty="0"/>
                <a:t> = 18m/s</a:t>
              </a:r>
            </a:p>
            <a:p>
              <a:r>
                <a:rPr lang="en-US" sz="1100" dirty="0" err="1"/>
                <a:t>YawRate</a:t>
              </a:r>
              <a:r>
                <a:rPr lang="en-US" sz="1100" dirty="0"/>
                <a:t> = 2deg/s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829815" y="4748645"/>
              <a:ext cx="15824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DetRangeRate</a:t>
              </a:r>
              <a:r>
                <a:rPr lang="en-US" sz="1100" dirty="0"/>
                <a:t> = 8m/s</a:t>
              </a:r>
            </a:p>
            <a:p>
              <a:r>
                <a:rPr lang="en-US" sz="1100" dirty="0"/>
                <a:t>Azimuth = 32deg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56267" y="5131775"/>
              <a:ext cx="11833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Timestamp N+1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642872" y="5802868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Mounting/Alignment errors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0361" y="580553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Async</a:t>
            </a:r>
            <a:r>
              <a:rPr lang="en-US" b="1" dirty="0"/>
              <a:t> vehicle data</a:t>
            </a:r>
          </a:p>
        </p:txBody>
      </p:sp>
    </p:spTree>
    <p:extLst>
      <p:ext uri="{BB962C8B-B14F-4D97-AF65-F5344CB8AC3E}">
        <p14:creationId xmlns:p14="http://schemas.microsoft.com/office/powerpoint/2010/main" val="2310746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 txBox="1">
            <a:spLocks/>
          </p:cNvSpPr>
          <p:nvPr/>
        </p:nvSpPr>
        <p:spPr>
          <a:xfrm>
            <a:off x="4572000" y="3124200"/>
            <a:ext cx="3048001" cy="609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3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2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50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25000"/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.AppleSystemUIFont" charset="-120"/>
              <a:buChar char="-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rgbClr val="929D96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600" b="0" i="1" kern="120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77568003"/>
      </p:ext>
    </p:extLst>
  </p:cSld>
  <p:clrMapOvr>
    <a:masterClrMapping/>
  </p:clrMapOvr>
</p:sld>
</file>

<file path=ppt/theme/theme1.xml><?xml version="1.0" encoding="utf-8"?>
<a:theme xmlns:a="http://schemas.openxmlformats.org/drawingml/2006/main" name="Aptiv Master Theme">
  <a:themeElements>
    <a:clrScheme name="Custom 21">
      <a:dk1>
        <a:srgbClr val="000000"/>
      </a:dk1>
      <a:lt1>
        <a:srgbClr val="FFFFFF"/>
      </a:lt1>
      <a:dk2>
        <a:srgbClr val="4C7B86"/>
      </a:dk2>
      <a:lt2>
        <a:srgbClr val="FFFFFF"/>
      </a:lt2>
      <a:accent1>
        <a:srgbClr val="F74018"/>
      </a:accent1>
      <a:accent2>
        <a:srgbClr val="B6D0CF"/>
      </a:accent2>
      <a:accent3>
        <a:srgbClr val="006B63"/>
      </a:accent3>
      <a:accent4>
        <a:srgbClr val="E5E1DA"/>
      </a:accent4>
      <a:accent5>
        <a:srgbClr val="383841"/>
      </a:accent5>
      <a:accent6>
        <a:srgbClr val="4D7B87"/>
      </a:accent6>
      <a:hlink>
        <a:srgbClr val="F74018"/>
      </a:hlink>
      <a:folHlink>
        <a:srgbClr val="F740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tiv_Master Without Instructions.pptx" id="{A37FC0B1-021D-4E6D-92C5-A1C957D97C52}" vid="{478D9D7A-4153-4174-9169-27423E0FCA96}"/>
    </a:ext>
  </a:extLst>
</a:theme>
</file>

<file path=ppt/theme/theme2.xml><?xml version="1.0" encoding="utf-8"?>
<a:theme xmlns:a="http://schemas.openxmlformats.org/drawingml/2006/main" name="Aptiv Theme Instructions">
  <a:themeElements>
    <a:clrScheme name="Aptiv Theme Colors">
      <a:dk1>
        <a:srgbClr val="000000"/>
      </a:dk1>
      <a:lt1>
        <a:srgbClr val="FFFFFF"/>
      </a:lt1>
      <a:dk2>
        <a:srgbClr val="B7D1CF"/>
      </a:dk2>
      <a:lt2>
        <a:srgbClr val="FFFFFF"/>
      </a:lt2>
      <a:accent1>
        <a:srgbClr val="F74018"/>
      </a:accent1>
      <a:accent2>
        <a:srgbClr val="B6D0CF"/>
      </a:accent2>
      <a:accent3>
        <a:srgbClr val="006B63"/>
      </a:accent3>
      <a:accent4>
        <a:srgbClr val="E5E1DA"/>
      </a:accent4>
      <a:accent5>
        <a:srgbClr val="383841"/>
      </a:accent5>
      <a:accent6>
        <a:srgbClr val="4D7B87"/>
      </a:accent6>
      <a:hlink>
        <a:srgbClr val="F74018"/>
      </a:hlink>
      <a:folHlink>
        <a:srgbClr val="F740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tiv_Master Without Instructions.pptx" id="{A37FC0B1-021D-4E6D-92C5-A1C957D97C52}" vid="{A0612F1A-DE8E-4A50-A2AB-656C87A91AA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CD14D11E47A04F8A1D8F1AE129B16D" ma:contentTypeVersion="18" ma:contentTypeDescription="Create a new document." ma:contentTypeScope="" ma:versionID="4f29d0adc6eb6eb592621649f45a31f7">
  <xsd:schema xmlns:xsd="http://www.w3.org/2001/XMLSchema" xmlns:xs="http://www.w3.org/2001/XMLSchema" xmlns:p="http://schemas.microsoft.com/office/2006/metadata/properties" xmlns:ns2="0c36092b-8ec2-40bd-b469-d1fe4f1e7785" xmlns:ns3="b5d27259-2aee-4319-bf8a-583a92469da7" xmlns:ns4="660dcfd0-9953-4b1d-8454-643f2e64b2fa" targetNamespace="http://schemas.microsoft.com/office/2006/metadata/properties" ma:root="true" ma:fieldsID="1effe7f7f26e6d1dbc02557a923d47ac" ns2:_="" ns3:_="" ns4:_="">
    <xsd:import namespace="0c36092b-8ec2-40bd-b469-d1fe4f1e7785"/>
    <xsd:import namespace="b5d27259-2aee-4319-bf8a-583a92469da7"/>
    <xsd:import namespace="660dcfd0-9953-4b1d-8454-643f2e64b2fa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fddf08f74f1e4eb0b4a866c10db37afa" minOccurs="0"/>
                <xsd:element ref="ns2:ka0759a5942f41c695b775aef8208f3e" minOccurs="0"/>
                <xsd:element ref="ns2:le32960acc2343b2a783ebfbeb256c3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3:Labe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6092b-8ec2-40bd-b469-d1fe4f1e7785" elementFormDefault="qualified">
    <xsd:import namespace="http://schemas.microsoft.com/office/2006/documentManagement/types"/>
    <xsd:import namespace="http://schemas.microsoft.com/office/infopath/2007/PartnerControls"/>
    <xsd:element name="TaxCatchAll" ma:index="2" nillable="true" ma:displayName="Taxonomy Catch All Column" ma:hidden="true" ma:list="{0b61abf6-0922-4adc-b246-c47b676c7ed4}" ma:internalName="TaxCatchAll" ma:showField="CatchAllData" ma:web="660dcfd0-9953-4b1d-8454-643f2e64b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" nillable="true" ma:displayName="Taxonomy Catch All Column1" ma:hidden="true" ma:list="{0b61abf6-0922-4adc-b246-c47b676c7ed4}" ma:internalName="TaxCatchAllLabel" ma:readOnly="true" ma:showField="CatchAllDataLabel" ma:web="660dcfd0-9953-4b1d-8454-643f2e64b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ddf08f74f1e4eb0b4a866c10db37afa" ma:index="7" nillable="true" ma:taxonomy="true" ma:internalName="fddf08f74f1e4eb0b4a866c10db37afa" ma:taxonomyFieldName="emm_Division" ma:displayName="emm_Division" ma:readOnly="false" ma:default="" ma:fieldId="{fddf08f7-4f1e-4eb0-b4a8-66c10db37afa}" ma:sspId="9f8ee6ba-22ae-4b18-a96b-b6990d3e2b67" ma:termSetId="5dde4a48-55d5-4c0a-9779-582059f53b1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a0759a5942f41c695b775aef8208f3e" ma:index="8" nillable="true" ma:taxonomy="true" ma:internalName="ka0759a5942f41c695b775aef8208f3e" ma:taxonomyFieldName="emm_Function" ma:displayName="emm_Function" ma:readOnly="false" ma:default="" ma:fieldId="{4a0759a5-942f-41c6-95b7-75aef8208f3e}" ma:sspId="9f8ee6ba-22ae-4b18-a96b-b6990d3e2b67" ma:termSetId="2cdd7b0f-fc41-4bc0-b507-1083be529d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e32960acc2343b2a783ebfbeb256c3d" ma:index="9" nillable="true" ma:taxonomy="true" ma:internalName="le32960acc2343b2a783ebfbeb256c3d" ma:taxonomyFieldName="emm_Language" ma:displayName="emm_Language" ma:readOnly="false" ma:default="" ma:fieldId="{5e32960a-cc23-43b2-a783-ebfbeb256c3d}" ma:sspId="9f8ee6ba-22ae-4b18-a96b-b6990d3e2b67" ma:termSetId="628d4a0e-43e1-471b-bfbd-4dccf339dc9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d27259-2aee-4319-bf8a-583a92469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22" nillable="true" ma:displayName="Tags" ma:internalName="MediaServiceAutoTag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7" nillable="true" ma:displayName="Location" ma:internalName="MediaServiceLocation" ma:readOnly="true">
      <xsd:simpleType>
        <xsd:restriction base="dms:Text"/>
      </xsd:simpleType>
    </xsd:element>
    <xsd:element name="MediaLengthInSeconds" ma:index="2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9f8ee6ba-22ae-4b18-a96b-b6990d3e2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abel" ma:index="31" nillable="true" ma:displayName="Label" ma:format="Dropdown" ma:internalName="Label">
      <xsd:simpleType>
        <xsd:restriction base="dms:Text">
          <xsd:maxLength value="255"/>
        </xsd:restriction>
      </xsd:simple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dcfd0-9953-4b1d-8454-643f2e64b2fa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c36092b-8ec2-40bd-b469-d1fe4f1e7785" xsi:nil="true"/>
    <ka0759a5942f41c695b775aef8208f3e xmlns="0c36092b-8ec2-40bd-b469-d1fe4f1e7785">
      <Terms xmlns="http://schemas.microsoft.com/office/infopath/2007/PartnerControls"/>
    </ka0759a5942f41c695b775aef8208f3e>
    <lcf76f155ced4ddcb4097134ff3c332f xmlns="b5d27259-2aee-4319-bf8a-583a92469da7">
      <Terms xmlns="http://schemas.microsoft.com/office/infopath/2007/PartnerControls"/>
    </lcf76f155ced4ddcb4097134ff3c332f>
    <Label xmlns="b5d27259-2aee-4319-bf8a-583a92469da7" xsi:nil="true"/>
    <le32960acc2343b2a783ebfbeb256c3d xmlns="0c36092b-8ec2-40bd-b469-d1fe4f1e7785">
      <Terms xmlns="http://schemas.microsoft.com/office/infopath/2007/PartnerControls"/>
    </le32960acc2343b2a783ebfbeb256c3d>
    <fddf08f74f1e4eb0b4a866c10db37afa xmlns="0c36092b-8ec2-40bd-b469-d1fe4f1e7785">
      <Terms xmlns="http://schemas.microsoft.com/office/infopath/2007/PartnerControls"/>
    </fddf08f74f1e4eb0b4a866c10db37afa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cf713c62-fdf9-4ba1-a9c8-920b71b66035" ContentTypeId="0x01" PreviousValue="false"/>
</file>

<file path=customXml/item5.xml><?xml version="1.0" encoding="utf-8"?>
<?mso-contentType ?>
<SharedContentType xmlns="Microsoft.SharePoint.Taxonomy.ContentTypeSync" SourceId="9f8ee6ba-22ae-4b18-a96b-b6990d3e2b67" ContentTypeId="0x01" PreviousValue="false"/>
</file>

<file path=customXml/itemProps1.xml><?xml version="1.0" encoding="utf-8"?>
<ds:datastoreItem xmlns:ds="http://schemas.openxmlformats.org/officeDocument/2006/customXml" ds:itemID="{49132929-0AB9-4C99-A3B1-F802BF58C652}"/>
</file>

<file path=customXml/itemProps2.xml><?xml version="1.0" encoding="utf-8"?>
<ds:datastoreItem xmlns:ds="http://schemas.openxmlformats.org/officeDocument/2006/customXml" ds:itemID="{58B6C48F-83C9-4491-8508-6034BEDBE2A8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b07804b3-f8ec-425e-9508-9bee58886a91"/>
    <ds:schemaRef ds:uri="http://schemas.microsoft.com/sharepoint/v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ADBEBB7-2B3D-45D5-A44B-3927CA4CB67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F6E14B3-DC38-4E60-B99D-3ADD9EDEB7DA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3C0506E0-2E69-4F9E-A173-81AE0FF87F41}"/>
</file>

<file path=docProps/app.xml><?xml version="1.0" encoding="utf-8"?>
<Properties xmlns="http://schemas.openxmlformats.org/officeDocument/2006/extended-properties" xmlns:vt="http://schemas.openxmlformats.org/officeDocument/2006/docPropsVTypes">
  <Template>Aptiv_Master Without Instructions</Template>
  <TotalTime>0</TotalTime>
  <Words>453</Words>
  <Application>Microsoft Office PowerPoint</Application>
  <PresentationFormat>Widescreen</PresentationFormat>
  <Paragraphs>151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.AppleSystemUIFont</vt:lpstr>
      <vt:lpstr>Akkurat Pro</vt:lpstr>
      <vt:lpstr>Arial Regular</vt:lpstr>
      <vt:lpstr>Arial</vt:lpstr>
      <vt:lpstr>Calibri</vt:lpstr>
      <vt:lpstr>Wingdings 3</vt:lpstr>
      <vt:lpstr>Aptiv Master Theme</vt:lpstr>
      <vt:lpstr>Aptiv Theme Instructions</vt:lpstr>
      <vt:lpstr>PowerPoint Presentation</vt:lpstr>
      <vt:lpstr>Presenter</vt:lpstr>
      <vt:lpstr>General Overview</vt:lpstr>
      <vt:lpstr>GDSR Tracker</vt:lpstr>
      <vt:lpstr>Tracklet Tracker</vt:lpstr>
      <vt:lpstr>Kalman Filter</vt:lpstr>
      <vt:lpstr>Grouping</vt:lpstr>
      <vt:lpstr>Object Tracker</vt:lpstr>
      <vt:lpstr>Object Tracker</vt:lpstr>
      <vt:lpstr>Example(using MATE – Matlab based Automated Testing Environment)</vt:lpstr>
      <vt:lpstr>Wrappers around the tracker</vt:lpstr>
      <vt:lpstr>What can go wrong?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BMW Architecture_Variants</dc:title>
  <dc:creator>Beine, Dietmar</dc:creator>
  <cp:lastModifiedBy>Ananthesh Shet</cp:lastModifiedBy>
  <cp:revision>826</cp:revision>
  <dcterms:created xsi:type="dcterms:W3CDTF">2017-12-14T13:30:42Z</dcterms:created>
  <dcterms:modified xsi:type="dcterms:W3CDTF">2020-08-05T07:07:49Z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0x0101008FCD14D11E47A04F8A1D8F1AE129B16D</vt:lpwstr>
  </property>
  <property fmtid="{D5CDD505-2E9C-101B-9397-08002B2CF9AE}" pid="3" name="emm_Function">
    <vt:lpwstr/>
  </property>
  <property fmtid="{D5CDD505-2E9C-101B-9397-08002B2CF9AE}" pid="4" name="emm_Language">
    <vt:lpwstr/>
  </property>
  <property fmtid="{D5CDD505-2E9C-101B-9397-08002B2CF9AE}" pid="5" name="emm_Division">
    <vt:lpwstr/>
  </property>
</Properties>
</file>