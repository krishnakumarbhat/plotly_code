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2" r:id="rId5"/>
    <p:sldMasterId id="2147483819" r:id="rId6"/>
  </p:sldMasterIdLst>
  <p:notesMasterIdLst>
    <p:notesMasterId r:id="rId45"/>
  </p:notesMasterIdLst>
  <p:sldIdLst>
    <p:sldId id="401" r:id="rId7"/>
    <p:sldId id="463" r:id="rId8"/>
    <p:sldId id="433" r:id="rId9"/>
    <p:sldId id="436" r:id="rId10"/>
    <p:sldId id="437" r:id="rId11"/>
    <p:sldId id="438" r:id="rId12"/>
    <p:sldId id="439" r:id="rId13"/>
    <p:sldId id="453" r:id="rId14"/>
    <p:sldId id="444" r:id="rId15"/>
    <p:sldId id="457" r:id="rId16"/>
    <p:sldId id="445" r:id="rId17"/>
    <p:sldId id="462" r:id="rId18"/>
    <p:sldId id="455" r:id="rId19"/>
    <p:sldId id="458" r:id="rId20"/>
    <p:sldId id="460" r:id="rId21"/>
    <p:sldId id="461" r:id="rId22"/>
    <p:sldId id="454" r:id="rId23"/>
    <p:sldId id="440" r:id="rId24"/>
    <p:sldId id="442" r:id="rId25"/>
    <p:sldId id="441" r:id="rId26"/>
    <p:sldId id="443" r:id="rId27"/>
    <p:sldId id="447" r:id="rId28"/>
    <p:sldId id="448" r:id="rId29"/>
    <p:sldId id="449" r:id="rId30"/>
    <p:sldId id="450" r:id="rId31"/>
    <p:sldId id="451" r:id="rId32"/>
    <p:sldId id="464" r:id="rId33"/>
    <p:sldId id="465" r:id="rId34"/>
    <p:sldId id="467" r:id="rId35"/>
    <p:sldId id="469" r:id="rId36"/>
    <p:sldId id="466" r:id="rId37"/>
    <p:sldId id="470" r:id="rId38"/>
    <p:sldId id="471" r:id="rId39"/>
    <p:sldId id="472" r:id="rId40"/>
    <p:sldId id="473" r:id="rId41"/>
    <p:sldId id="474" r:id="rId42"/>
    <p:sldId id="475" r:id="rId43"/>
    <p:sldId id="260"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ADCAC6E-76FB-4742-A84B-05DC4F58187F}">
          <p14:sldIdLst>
            <p14:sldId id="401"/>
            <p14:sldId id="463"/>
          </p14:sldIdLst>
        </p14:section>
        <p14:section name="Protobuf" id="{1359D7B5-4E47-46F2-9B84-3526B1DD3991}">
          <p14:sldIdLst>
            <p14:sldId id="433"/>
            <p14:sldId id="436"/>
            <p14:sldId id="437"/>
            <p14:sldId id="438"/>
          </p14:sldIdLst>
        </p14:section>
        <p14:section name="OpenSimulationInterface" id="{D36CE302-0FB2-4E92-87FE-B491BE8DFB33}">
          <p14:sldIdLst>
            <p14:sldId id="439"/>
            <p14:sldId id="453"/>
            <p14:sldId id="444"/>
            <p14:sldId id="457"/>
            <p14:sldId id="445"/>
            <p14:sldId id="462"/>
            <p14:sldId id="455"/>
            <p14:sldId id="458"/>
            <p14:sldId id="460"/>
            <p14:sldId id="461"/>
            <p14:sldId id="454"/>
          </p14:sldIdLst>
        </p14:section>
        <p14:section name="FMI" id="{85963A32-E812-4CF0-8559-3DAB3662952A}">
          <p14:sldIdLst>
            <p14:sldId id="440"/>
            <p14:sldId id="442"/>
            <p14:sldId id="441"/>
            <p14:sldId id="443"/>
            <p14:sldId id="447"/>
            <p14:sldId id="448"/>
            <p14:sldId id="449"/>
            <p14:sldId id="450"/>
            <p14:sldId id="451"/>
            <p14:sldId id="464"/>
            <p14:sldId id="465"/>
            <p14:sldId id="467"/>
            <p14:sldId id="469"/>
            <p14:sldId id="466"/>
          </p14:sldIdLst>
        </p14:section>
        <p14:section name="ZMQ" id="{E10CBC3F-11E4-4CFA-AD05-149DF7006303}">
          <p14:sldIdLst>
            <p14:sldId id="470"/>
            <p14:sldId id="471"/>
            <p14:sldId id="472"/>
            <p14:sldId id="473"/>
            <p14:sldId id="474"/>
            <p14:sldId id="475"/>
          </p14:sldIdLst>
        </p14:section>
        <p14:section name="ThankYou" id="{8848083D-91FA-4734-9A10-B65C2DCA327F}">
          <p14:sldIdLst>
            <p14:sldId id="26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E07D"/>
    <a:srgbClr val="FFE699"/>
    <a:srgbClr val="B2DE82"/>
    <a:srgbClr val="FF5050"/>
    <a:srgbClr val="FF6600"/>
    <a:srgbClr val="FF9900"/>
    <a:srgbClr val="F2F2F2"/>
    <a:srgbClr val="475A64"/>
    <a:srgbClr val="81A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82" autoAdjust="0"/>
  </p:normalViewPr>
  <p:slideViewPr>
    <p:cSldViewPr snapToGrid="0" snapToObjects="1">
      <p:cViewPr varScale="1">
        <p:scale>
          <a:sx n="112" d="100"/>
          <a:sy n="112" d="100"/>
        </p:scale>
        <p:origin x="438"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5" d="100"/>
          <a:sy n="65" d="100"/>
        </p:scale>
        <p:origin x="287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F63C2B-7622-0048-9737-00D777C842A4}" type="datetimeFigureOut">
              <a:rPr lang="en-US" smtClean="0"/>
              <a:t>3/12/2024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780450-3FB4-A045-97DC-2269F700E048}" type="slidenum">
              <a:rPr lang="en-US" smtClean="0"/>
              <a:t>‹#›</a:t>
            </a:fld>
            <a:endParaRPr lang="en-US" dirty="0"/>
          </a:p>
        </p:txBody>
      </p:sp>
    </p:spTree>
    <p:extLst>
      <p:ext uri="{BB962C8B-B14F-4D97-AF65-F5344CB8AC3E}">
        <p14:creationId xmlns:p14="http://schemas.microsoft.com/office/powerpoint/2010/main" val="2075781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black">
    <p:bg>
      <p:bgRef idx="1001">
        <a:schemeClr val="bg1"/>
      </p:bgRef>
    </p:bg>
    <p:spTree>
      <p:nvGrpSpPr>
        <p:cNvPr id="1" name=""/>
        <p:cNvGrpSpPr/>
        <p:nvPr/>
      </p:nvGrpSpPr>
      <p:grpSpPr>
        <a:xfrm>
          <a:off x="0" y="0"/>
          <a:ext cx="0" cy="0"/>
          <a:chOff x="0" y="0"/>
          <a:chExt cx="0" cy="0"/>
        </a:xfrm>
      </p:grpSpPr>
      <p:sp>
        <p:nvSpPr>
          <p:cNvPr id="15" name="Oval 14"/>
          <p:cNvSpPr/>
          <p:nvPr userDrawn="1"/>
        </p:nvSpPr>
        <p:spPr>
          <a:xfrm>
            <a:off x="-241739" y="1718442"/>
            <a:ext cx="491358" cy="49135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 Placeholder 16"/>
          <p:cNvSpPr>
            <a:spLocks noGrp="1"/>
          </p:cNvSpPr>
          <p:nvPr>
            <p:ph type="body" sz="quarter" idx="10"/>
          </p:nvPr>
        </p:nvSpPr>
        <p:spPr>
          <a:xfrm>
            <a:off x="609600" y="1600200"/>
            <a:ext cx="7010400" cy="3352800"/>
          </a:xfrm>
        </p:spPr>
        <p:txBody>
          <a:bodyPr>
            <a:normAutofit/>
          </a:bodyPr>
          <a:lstStyle>
            <a:lvl1pPr>
              <a:defRPr sz="4800" cap="all" spc="200" baseline="0"/>
            </a:lvl1pPr>
          </a:lstStyle>
          <a:p>
            <a:pPr lvl="0"/>
            <a:r>
              <a:rPr lang="en-US"/>
              <a:t>Edit Master text styles</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30872" y="6141573"/>
            <a:ext cx="2289401" cy="515630"/>
          </a:xfrm>
          <a:prstGeom prst="rect">
            <a:avLst/>
          </a:prstGeom>
        </p:spPr>
      </p:pic>
      <p:sp>
        <p:nvSpPr>
          <p:cNvPr id="3" name="Text Placeholder 2"/>
          <p:cNvSpPr>
            <a:spLocks noGrp="1"/>
          </p:cNvSpPr>
          <p:nvPr>
            <p:ph type="body" sz="quarter" idx="15" hasCustomPrompt="1"/>
          </p:nvPr>
        </p:nvSpPr>
        <p:spPr>
          <a:xfrm>
            <a:off x="609600" y="381000"/>
            <a:ext cx="2743200" cy="304800"/>
          </a:xfrm>
        </p:spPr>
        <p:txBody>
          <a:bodyPr>
            <a:normAutofit/>
          </a:bodyPr>
          <a:lstStyle>
            <a:lvl1pPr>
              <a:defRPr sz="1800" b="0"/>
            </a:lvl1pPr>
          </a:lstStyle>
          <a:p>
            <a:pPr lvl="0"/>
            <a:r>
              <a:rPr lang="en-US" dirty="0"/>
              <a:t>Date</a:t>
            </a:r>
          </a:p>
        </p:txBody>
      </p:sp>
      <p:sp>
        <p:nvSpPr>
          <p:cNvPr id="10" name="Text Placeholder 2"/>
          <p:cNvSpPr>
            <a:spLocks noGrp="1"/>
          </p:cNvSpPr>
          <p:nvPr>
            <p:ph type="body" sz="quarter" idx="16" hasCustomPrompt="1"/>
          </p:nvPr>
        </p:nvSpPr>
        <p:spPr>
          <a:xfrm>
            <a:off x="3657600" y="381000"/>
            <a:ext cx="3962400" cy="304800"/>
          </a:xfrm>
        </p:spPr>
        <p:txBody>
          <a:bodyPr>
            <a:normAutofit/>
          </a:bodyPr>
          <a:lstStyle>
            <a:lvl1pPr>
              <a:defRPr sz="1800" b="1"/>
            </a:lvl1pPr>
          </a:lstStyle>
          <a:p>
            <a:pPr lvl="0"/>
            <a:r>
              <a:rPr lang="en-US" dirty="0"/>
              <a:t>Presenter Name</a:t>
            </a:r>
          </a:p>
        </p:txBody>
      </p:sp>
      <p:sp>
        <p:nvSpPr>
          <p:cNvPr id="11" name="Text Placeholder 2"/>
          <p:cNvSpPr>
            <a:spLocks noGrp="1"/>
          </p:cNvSpPr>
          <p:nvPr>
            <p:ph type="body" sz="quarter" idx="17" hasCustomPrompt="1"/>
          </p:nvPr>
        </p:nvSpPr>
        <p:spPr>
          <a:xfrm>
            <a:off x="3657600" y="685800"/>
            <a:ext cx="3962400" cy="304800"/>
          </a:xfrm>
        </p:spPr>
        <p:txBody>
          <a:bodyPr>
            <a:normAutofit/>
          </a:bodyPr>
          <a:lstStyle>
            <a:lvl1pPr>
              <a:defRPr sz="1800" b="0"/>
            </a:lvl1pPr>
          </a:lstStyle>
          <a:p>
            <a:pPr lvl="0"/>
            <a:r>
              <a:rPr lang="en-US" dirty="0"/>
              <a:t>Presenter Title</a:t>
            </a: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whit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21908" y="6141328"/>
            <a:ext cx="2290482" cy="515875"/>
          </a:xfrm>
          <a:prstGeom prst="rect">
            <a:avLst/>
          </a:prstGeom>
        </p:spPr>
      </p:pic>
      <p:sp>
        <p:nvSpPr>
          <p:cNvPr id="15" name="Oval 14"/>
          <p:cNvSpPr/>
          <p:nvPr userDrawn="1"/>
        </p:nvSpPr>
        <p:spPr>
          <a:xfrm>
            <a:off x="-241739" y="1718442"/>
            <a:ext cx="491358" cy="49135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 Placeholder 16"/>
          <p:cNvSpPr>
            <a:spLocks noGrp="1"/>
          </p:cNvSpPr>
          <p:nvPr>
            <p:ph type="body" sz="quarter" idx="10"/>
          </p:nvPr>
        </p:nvSpPr>
        <p:spPr>
          <a:xfrm>
            <a:off x="609600" y="1600200"/>
            <a:ext cx="7010400" cy="3352800"/>
          </a:xfrm>
        </p:spPr>
        <p:txBody>
          <a:bodyPr>
            <a:normAutofit/>
          </a:bodyPr>
          <a:lstStyle>
            <a:lvl1pPr>
              <a:defRPr sz="4800" cap="all" spc="200" baseline="0"/>
            </a:lvl1pPr>
          </a:lstStyle>
          <a:p>
            <a:pPr lvl="0"/>
            <a:r>
              <a:rPr lang="en-US"/>
              <a:t>Edit Master text styles</a:t>
            </a:r>
          </a:p>
        </p:txBody>
      </p:sp>
      <p:sp>
        <p:nvSpPr>
          <p:cNvPr id="9" name="Text Placeholder 2"/>
          <p:cNvSpPr>
            <a:spLocks noGrp="1"/>
          </p:cNvSpPr>
          <p:nvPr>
            <p:ph type="body" sz="quarter" idx="15" hasCustomPrompt="1"/>
          </p:nvPr>
        </p:nvSpPr>
        <p:spPr>
          <a:xfrm>
            <a:off x="609600" y="381000"/>
            <a:ext cx="2743200" cy="304800"/>
          </a:xfrm>
        </p:spPr>
        <p:txBody>
          <a:bodyPr>
            <a:normAutofit/>
          </a:bodyPr>
          <a:lstStyle>
            <a:lvl1pPr>
              <a:defRPr sz="1800" b="0"/>
            </a:lvl1pPr>
          </a:lstStyle>
          <a:p>
            <a:pPr lvl="0"/>
            <a:r>
              <a:rPr lang="en-US" dirty="0"/>
              <a:t>Date</a:t>
            </a:r>
          </a:p>
        </p:txBody>
      </p:sp>
      <p:sp>
        <p:nvSpPr>
          <p:cNvPr id="10" name="Text Placeholder 2"/>
          <p:cNvSpPr>
            <a:spLocks noGrp="1"/>
          </p:cNvSpPr>
          <p:nvPr>
            <p:ph type="body" sz="quarter" idx="16" hasCustomPrompt="1"/>
          </p:nvPr>
        </p:nvSpPr>
        <p:spPr>
          <a:xfrm>
            <a:off x="3657600" y="381000"/>
            <a:ext cx="3962400" cy="304800"/>
          </a:xfrm>
        </p:spPr>
        <p:txBody>
          <a:bodyPr>
            <a:normAutofit/>
          </a:bodyPr>
          <a:lstStyle>
            <a:lvl1pPr>
              <a:defRPr sz="1800" b="1"/>
            </a:lvl1pPr>
          </a:lstStyle>
          <a:p>
            <a:pPr lvl="0"/>
            <a:r>
              <a:rPr lang="en-US" dirty="0"/>
              <a:t>Presenter Name</a:t>
            </a:r>
          </a:p>
        </p:txBody>
      </p:sp>
      <p:sp>
        <p:nvSpPr>
          <p:cNvPr id="11" name="Text Placeholder 2"/>
          <p:cNvSpPr>
            <a:spLocks noGrp="1"/>
          </p:cNvSpPr>
          <p:nvPr>
            <p:ph type="body" sz="quarter" idx="17" hasCustomPrompt="1"/>
          </p:nvPr>
        </p:nvSpPr>
        <p:spPr>
          <a:xfrm>
            <a:off x="3657600" y="685800"/>
            <a:ext cx="3962400" cy="304800"/>
          </a:xfrm>
        </p:spPr>
        <p:txBody>
          <a:bodyPr>
            <a:normAutofit/>
          </a:bodyPr>
          <a:lstStyle>
            <a:lvl1pPr>
              <a:defRPr sz="1800" b="0"/>
            </a:lvl1pPr>
          </a:lstStyle>
          <a:p>
            <a:pPr lvl="0"/>
            <a:r>
              <a:rPr lang="en-US" dirty="0"/>
              <a:t>Presenter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 image black">
    <p:bg>
      <p:bgRef idx="1001">
        <a:schemeClr val="bg1"/>
      </p:bgRef>
    </p:bg>
    <p:spTree>
      <p:nvGrpSpPr>
        <p:cNvPr id="1" name=""/>
        <p:cNvGrpSpPr/>
        <p:nvPr/>
      </p:nvGrpSpPr>
      <p:grpSpPr>
        <a:xfrm>
          <a:off x="0" y="0"/>
          <a:ext cx="0" cy="0"/>
          <a:chOff x="0" y="0"/>
          <a:chExt cx="0" cy="0"/>
        </a:xfrm>
      </p:grpSpPr>
      <p:sp>
        <p:nvSpPr>
          <p:cNvPr id="4" name="Picture Placeholder 3"/>
          <p:cNvSpPr>
            <a:spLocks noGrp="1"/>
          </p:cNvSpPr>
          <p:nvPr>
            <p:ph type="pic" sz="quarter" idx="15"/>
          </p:nvPr>
        </p:nvSpPr>
        <p:spPr>
          <a:xfrm>
            <a:off x="0" y="0"/>
            <a:ext cx="12192000" cy="5867400"/>
          </a:xfrm>
          <a:solidFill>
            <a:schemeClr val="accent4"/>
          </a:solidFill>
        </p:spPr>
        <p:txBody>
          <a:bodyPr>
            <a:normAutofit/>
          </a:bodyPr>
          <a:lstStyle>
            <a:lvl1pPr>
              <a:defRPr sz="1800"/>
            </a:lvl1pPr>
          </a:lstStyle>
          <a:p>
            <a:r>
              <a:rPr lang="en-US"/>
              <a:t>Click icon to add picture</a:t>
            </a:r>
            <a:endParaRPr lang="en-US" dirty="0"/>
          </a:p>
        </p:txBody>
      </p:sp>
      <p:sp>
        <p:nvSpPr>
          <p:cNvPr id="17" name="Text Placeholder 16"/>
          <p:cNvSpPr>
            <a:spLocks noGrp="1"/>
          </p:cNvSpPr>
          <p:nvPr>
            <p:ph type="body" sz="quarter" idx="10"/>
          </p:nvPr>
        </p:nvSpPr>
        <p:spPr>
          <a:xfrm>
            <a:off x="609600" y="1600200"/>
            <a:ext cx="7010400" cy="3352800"/>
          </a:xfrm>
        </p:spPr>
        <p:txBody>
          <a:bodyPr>
            <a:normAutofit/>
          </a:bodyPr>
          <a:lstStyle>
            <a:lvl1pPr>
              <a:defRPr sz="4800" cap="all" spc="200" baseline="0">
                <a:effectLst>
                  <a:outerShdw blurRad="50800" dist="38100" dir="8100000" algn="tr" rotWithShape="0">
                    <a:prstClr val="black">
                      <a:alpha val="40000"/>
                    </a:prstClr>
                  </a:outerShdw>
                </a:effectLst>
              </a:defRPr>
            </a:lvl1pPr>
          </a:lstStyle>
          <a:p>
            <a:pPr lvl="0"/>
            <a:r>
              <a:rPr lang="en-US"/>
              <a:t>Edit Master text styles</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30872" y="6141573"/>
            <a:ext cx="2289401" cy="515630"/>
          </a:xfrm>
          <a:prstGeom prst="rect">
            <a:avLst/>
          </a:prstGeom>
        </p:spPr>
      </p:pic>
      <p:sp>
        <p:nvSpPr>
          <p:cNvPr id="8" name="Text Placeholder 2"/>
          <p:cNvSpPr>
            <a:spLocks noGrp="1"/>
          </p:cNvSpPr>
          <p:nvPr>
            <p:ph type="body" sz="quarter" idx="16" hasCustomPrompt="1"/>
          </p:nvPr>
        </p:nvSpPr>
        <p:spPr>
          <a:xfrm>
            <a:off x="609600" y="381000"/>
            <a:ext cx="2743200" cy="304800"/>
          </a:xfrm>
        </p:spPr>
        <p:txBody>
          <a:bodyPr>
            <a:normAutofit/>
          </a:bodyPr>
          <a:lstStyle>
            <a:lvl1pPr>
              <a:defRPr sz="1800" b="0"/>
            </a:lvl1pPr>
          </a:lstStyle>
          <a:p>
            <a:pPr lvl="0"/>
            <a:r>
              <a:rPr lang="en-US" dirty="0"/>
              <a:t>Date</a:t>
            </a:r>
          </a:p>
        </p:txBody>
      </p:sp>
      <p:sp>
        <p:nvSpPr>
          <p:cNvPr id="10" name="Text Placeholder 2"/>
          <p:cNvSpPr>
            <a:spLocks noGrp="1"/>
          </p:cNvSpPr>
          <p:nvPr>
            <p:ph type="body" sz="quarter" idx="17" hasCustomPrompt="1"/>
          </p:nvPr>
        </p:nvSpPr>
        <p:spPr>
          <a:xfrm>
            <a:off x="3657600" y="381000"/>
            <a:ext cx="3962400" cy="304800"/>
          </a:xfrm>
        </p:spPr>
        <p:txBody>
          <a:bodyPr>
            <a:normAutofit/>
          </a:bodyPr>
          <a:lstStyle>
            <a:lvl1pPr>
              <a:defRPr sz="1800" b="1"/>
            </a:lvl1pPr>
          </a:lstStyle>
          <a:p>
            <a:pPr lvl="0"/>
            <a:r>
              <a:rPr lang="en-US" dirty="0"/>
              <a:t>Presenter Name</a:t>
            </a:r>
          </a:p>
        </p:txBody>
      </p:sp>
      <p:sp>
        <p:nvSpPr>
          <p:cNvPr id="11" name="Text Placeholder 2"/>
          <p:cNvSpPr>
            <a:spLocks noGrp="1"/>
          </p:cNvSpPr>
          <p:nvPr>
            <p:ph type="body" sz="quarter" idx="18" hasCustomPrompt="1"/>
          </p:nvPr>
        </p:nvSpPr>
        <p:spPr>
          <a:xfrm>
            <a:off x="3657600" y="685800"/>
            <a:ext cx="3962400" cy="304800"/>
          </a:xfrm>
        </p:spPr>
        <p:txBody>
          <a:bodyPr>
            <a:normAutofit/>
          </a:bodyPr>
          <a:lstStyle>
            <a:lvl1pPr>
              <a:defRPr sz="1800" b="0"/>
            </a:lvl1pPr>
          </a:lstStyle>
          <a:p>
            <a:pPr lvl="0"/>
            <a:r>
              <a:rPr lang="en-US" dirty="0"/>
              <a:t>Presenter Title</a:t>
            </a:r>
          </a:p>
        </p:txBody>
      </p:sp>
      <p:grpSp>
        <p:nvGrpSpPr>
          <p:cNvPr id="9" name="Group 8"/>
          <p:cNvGrpSpPr/>
          <p:nvPr userDrawn="1"/>
        </p:nvGrpSpPr>
        <p:grpSpPr>
          <a:xfrm>
            <a:off x="0" y="7059581"/>
            <a:ext cx="4804898" cy="184666"/>
            <a:chOff x="6311590" y="7118434"/>
            <a:chExt cx="4796677" cy="184666"/>
          </a:xfrm>
        </p:grpSpPr>
        <p:sp>
          <p:nvSpPr>
            <p:cNvPr id="12" name="Rectangle 11"/>
            <p:cNvSpPr/>
            <p:nvPr userDrawn="1"/>
          </p:nvSpPr>
          <p:spPr>
            <a:xfrm>
              <a:off x="6311590" y="7118434"/>
              <a:ext cx="457200"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l"/>
              <a:r>
                <a:rPr lang="en-US" sz="1100" b="1" baseline="0" dirty="0">
                  <a:solidFill>
                    <a:srgbClr val="929D96"/>
                  </a:solidFill>
                </a:rPr>
                <a:t>Note</a:t>
              </a:r>
              <a:endParaRPr lang="en-US" sz="1100" baseline="0" dirty="0">
                <a:solidFill>
                  <a:srgbClr val="929D96"/>
                </a:solidFill>
              </a:endParaRPr>
            </a:p>
          </p:txBody>
        </p:sp>
        <p:sp>
          <p:nvSpPr>
            <p:cNvPr id="13" name="Rectangle 12"/>
            <p:cNvSpPr/>
            <p:nvPr userDrawn="1"/>
          </p:nvSpPr>
          <p:spPr>
            <a:xfrm>
              <a:off x="6793974" y="7133823"/>
              <a:ext cx="4314293" cy="169277"/>
            </a:xfrm>
            <a:prstGeom prst="rect">
              <a:avLst/>
            </a:prstGeom>
          </p:spPr>
          <p:txBody>
            <a:bodyPr wrap="square" lIns="0" tIns="0" rIns="0" bIns="0">
              <a:spAutoFit/>
            </a:bodyPr>
            <a:lstStyle/>
            <a:p>
              <a:pPr algn="l"/>
              <a:r>
                <a:rPr lang="en-US" sz="1100" baseline="0" dirty="0">
                  <a:solidFill>
                    <a:srgbClr val="929D96"/>
                  </a:solidFill>
                  <a:sym typeface="Wingdings 3" panose="05040102010807070707" pitchFamily="18" charset="2"/>
                </a:rPr>
                <a:t>Use this slide with a light colored image</a:t>
              </a:r>
            </a:p>
          </p:txBody>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 image white">
    <p:spTree>
      <p:nvGrpSpPr>
        <p:cNvPr id="1" name=""/>
        <p:cNvGrpSpPr/>
        <p:nvPr/>
      </p:nvGrpSpPr>
      <p:grpSpPr>
        <a:xfrm>
          <a:off x="0" y="0"/>
          <a:ext cx="0" cy="0"/>
          <a:chOff x="0" y="0"/>
          <a:chExt cx="0" cy="0"/>
        </a:xfrm>
      </p:grpSpPr>
      <p:sp>
        <p:nvSpPr>
          <p:cNvPr id="9" name="Picture Placeholder 3"/>
          <p:cNvSpPr>
            <a:spLocks noGrp="1"/>
          </p:cNvSpPr>
          <p:nvPr>
            <p:ph type="pic" sz="quarter" idx="15"/>
          </p:nvPr>
        </p:nvSpPr>
        <p:spPr>
          <a:xfrm>
            <a:off x="0" y="0"/>
            <a:ext cx="12192000" cy="5867400"/>
          </a:xfrm>
          <a:solidFill>
            <a:schemeClr val="accent4"/>
          </a:solidFill>
        </p:spPr>
        <p:txBody>
          <a:bodyPr>
            <a:normAutofit/>
          </a:bodyPr>
          <a:lstStyle>
            <a:lvl1pPr>
              <a:defRPr sz="1800"/>
            </a:lvl1pPr>
          </a:lstStyle>
          <a:p>
            <a:r>
              <a:rPr lang="en-US"/>
              <a:t>Click icon to add picture</a:t>
            </a: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21908" y="6141328"/>
            <a:ext cx="2290482" cy="515875"/>
          </a:xfrm>
          <a:prstGeom prst="rect">
            <a:avLst/>
          </a:prstGeom>
        </p:spPr>
      </p:pic>
      <p:sp>
        <p:nvSpPr>
          <p:cNvPr id="17" name="Text Placeholder 16"/>
          <p:cNvSpPr>
            <a:spLocks noGrp="1"/>
          </p:cNvSpPr>
          <p:nvPr>
            <p:ph type="body" sz="quarter" idx="10"/>
          </p:nvPr>
        </p:nvSpPr>
        <p:spPr>
          <a:xfrm>
            <a:off x="609600" y="1600200"/>
            <a:ext cx="7010400" cy="3352800"/>
          </a:xfrm>
          <a:effectLst>
            <a:outerShdw blurRad="50800" dist="38100" dir="8100000" algn="tr" rotWithShape="0">
              <a:prstClr val="black">
                <a:alpha val="40000"/>
              </a:prstClr>
            </a:outerShdw>
          </a:effectLst>
        </p:spPr>
        <p:txBody>
          <a:bodyPr>
            <a:normAutofit/>
          </a:bodyPr>
          <a:lstStyle>
            <a:lvl1pPr>
              <a:defRPr sz="4800" cap="all" spc="200" baseline="0">
                <a:solidFill>
                  <a:schemeClr val="bg1"/>
                </a:solidFill>
              </a:defRPr>
            </a:lvl1pPr>
          </a:lstStyle>
          <a:p>
            <a:pPr lvl="0"/>
            <a:r>
              <a:rPr lang="en-US"/>
              <a:t>Edit Master text styles</a:t>
            </a:r>
          </a:p>
        </p:txBody>
      </p:sp>
      <p:sp>
        <p:nvSpPr>
          <p:cNvPr id="10" name="Text Placeholder 2"/>
          <p:cNvSpPr>
            <a:spLocks noGrp="1"/>
          </p:cNvSpPr>
          <p:nvPr>
            <p:ph type="body" sz="quarter" idx="16" hasCustomPrompt="1"/>
          </p:nvPr>
        </p:nvSpPr>
        <p:spPr>
          <a:xfrm>
            <a:off x="609600" y="381000"/>
            <a:ext cx="2743200" cy="304800"/>
          </a:xfrm>
        </p:spPr>
        <p:txBody>
          <a:bodyPr>
            <a:normAutofit/>
          </a:bodyPr>
          <a:lstStyle>
            <a:lvl1pPr>
              <a:defRPr sz="1800" b="0">
                <a:solidFill>
                  <a:schemeClr val="bg1"/>
                </a:solidFill>
                <a:effectLst>
                  <a:outerShdw blurRad="50800" dist="38100" dir="8100000" algn="tr" rotWithShape="0">
                    <a:prstClr val="black">
                      <a:alpha val="40000"/>
                    </a:prstClr>
                  </a:outerShdw>
                </a:effectLst>
              </a:defRPr>
            </a:lvl1pPr>
          </a:lstStyle>
          <a:p>
            <a:pPr lvl="0"/>
            <a:r>
              <a:rPr lang="en-US" dirty="0"/>
              <a:t>Date</a:t>
            </a:r>
          </a:p>
        </p:txBody>
      </p:sp>
      <p:sp>
        <p:nvSpPr>
          <p:cNvPr id="11" name="Text Placeholder 2"/>
          <p:cNvSpPr>
            <a:spLocks noGrp="1"/>
          </p:cNvSpPr>
          <p:nvPr>
            <p:ph type="body" sz="quarter" idx="17" hasCustomPrompt="1"/>
          </p:nvPr>
        </p:nvSpPr>
        <p:spPr>
          <a:xfrm>
            <a:off x="3657600" y="381000"/>
            <a:ext cx="3962400" cy="304800"/>
          </a:xfrm>
        </p:spPr>
        <p:txBody>
          <a:bodyPr>
            <a:normAutofit/>
          </a:bodyPr>
          <a:lstStyle>
            <a:lvl1pPr>
              <a:defRPr sz="1800" b="1">
                <a:solidFill>
                  <a:schemeClr val="bg1"/>
                </a:solidFill>
                <a:effectLst>
                  <a:outerShdw blurRad="50800" dist="38100" dir="8100000" algn="tr" rotWithShape="0">
                    <a:prstClr val="black">
                      <a:alpha val="40000"/>
                    </a:prstClr>
                  </a:outerShdw>
                </a:effectLst>
              </a:defRPr>
            </a:lvl1pPr>
          </a:lstStyle>
          <a:p>
            <a:pPr lvl="0"/>
            <a:r>
              <a:rPr lang="en-US" dirty="0"/>
              <a:t>Presenter Name</a:t>
            </a:r>
          </a:p>
        </p:txBody>
      </p:sp>
      <p:sp>
        <p:nvSpPr>
          <p:cNvPr id="12" name="Text Placeholder 2"/>
          <p:cNvSpPr>
            <a:spLocks noGrp="1"/>
          </p:cNvSpPr>
          <p:nvPr>
            <p:ph type="body" sz="quarter" idx="18" hasCustomPrompt="1"/>
          </p:nvPr>
        </p:nvSpPr>
        <p:spPr>
          <a:xfrm>
            <a:off x="3657600" y="685800"/>
            <a:ext cx="3962400" cy="304800"/>
          </a:xfrm>
        </p:spPr>
        <p:txBody>
          <a:bodyPr>
            <a:normAutofit/>
          </a:bodyPr>
          <a:lstStyle>
            <a:lvl1pPr>
              <a:defRPr sz="1800" b="0">
                <a:solidFill>
                  <a:schemeClr val="bg1"/>
                </a:solidFill>
                <a:effectLst>
                  <a:outerShdw blurRad="50800" dist="38100" dir="8100000" algn="tr" rotWithShape="0">
                    <a:prstClr val="black">
                      <a:alpha val="40000"/>
                    </a:prstClr>
                  </a:outerShdw>
                </a:effectLst>
              </a:defRPr>
            </a:lvl1pPr>
          </a:lstStyle>
          <a:p>
            <a:pPr lvl="0"/>
            <a:r>
              <a:rPr lang="en-US" dirty="0"/>
              <a:t>Presenter Title</a:t>
            </a:r>
          </a:p>
        </p:txBody>
      </p:sp>
      <p:grpSp>
        <p:nvGrpSpPr>
          <p:cNvPr id="13" name="Group 12"/>
          <p:cNvGrpSpPr/>
          <p:nvPr userDrawn="1"/>
        </p:nvGrpSpPr>
        <p:grpSpPr>
          <a:xfrm>
            <a:off x="0" y="7081353"/>
            <a:ext cx="4804898" cy="184666"/>
            <a:chOff x="6311590" y="7118434"/>
            <a:chExt cx="4796677" cy="184666"/>
          </a:xfrm>
        </p:grpSpPr>
        <p:sp>
          <p:nvSpPr>
            <p:cNvPr id="14" name="Rectangle 13"/>
            <p:cNvSpPr/>
            <p:nvPr userDrawn="1"/>
          </p:nvSpPr>
          <p:spPr>
            <a:xfrm>
              <a:off x="6311590" y="7118434"/>
              <a:ext cx="457200"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l"/>
              <a:r>
                <a:rPr lang="en-US" sz="1100" b="1" baseline="0" dirty="0">
                  <a:solidFill>
                    <a:srgbClr val="929D96"/>
                  </a:solidFill>
                </a:rPr>
                <a:t>Note</a:t>
              </a:r>
              <a:endParaRPr lang="en-US" sz="1100" baseline="0" dirty="0">
                <a:solidFill>
                  <a:srgbClr val="929D96"/>
                </a:solidFill>
              </a:endParaRPr>
            </a:p>
          </p:txBody>
        </p:sp>
        <p:sp>
          <p:nvSpPr>
            <p:cNvPr id="15" name="Rectangle 14"/>
            <p:cNvSpPr/>
            <p:nvPr userDrawn="1"/>
          </p:nvSpPr>
          <p:spPr>
            <a:xfrm>
              <a:off x="6793974" y="7133823"/>
              <a:ext cx="4314293" cy="169277"/>
            </a:xfrm>
            <a:prstGeom prst="rect">
              <a:avLst/>
            </a:prstGeom>
          </p:spPr>
          <p:txBody>
            <a:bodyPr wrap="square" lIns="0" tIns="0" rIns="0" bIns="0">
              <a:spAutoFit/>
            </a:bodyPr>
            <a:lstStyle/>
            <a:p>
              <a:pPr algn="l"/>
              <a:r>
                <a:rPr lang="en-US" sz="1100" baseline="0" dirty="0">
                  <a:solidFill>
                    <a:srgbClr val="929D96"/>
                  </a:solidFill>
                  <a:sym typeface="Wingdings 3" panose="05040102010807070707" pitchFamily="18" charset="2"/>
                </a:rPr>
                <a:t>Use this slide with a dark colored image</a:t>
              </a: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black">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sz="quarter" idx="12"/>
          </p:nvPr>
        </p:nvSpPr>
        <p:spPr>
          <a:xfrm>
            <a:off x="609600" y="685800"/>
            <a:ext cx="5486400" cy="2743200"/>
          </a:xfrm>
        </p:spPr>
        <p:txBody>
          <a:bodyPr>
            <a:normAutofit/>
          </a:bodyPr>
          <a:lstStyle>
            <a:lvl1pPr>
              <a:defRPr sz="4800">
                <a:solidFill>
                  <a:schemeClr val="tx1"/>
                </a:solidFill>
              </a:defRPr>
            </a:lvl1pPr>
          </a:lstStyle>
          <a:p>
            <a:pPr lvl="0"/>
            <a:r>
              <a:rPr lang="en-US"/>
              <a:t>Edit Master text styles</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77843" y="6303831"/>
            <a:ext cx="1600200" cy="360405"/>
          </a:xfrm>
          <a:prstGeom prst="rect">
            <a:avLst/>
          </a:prstGeom>
        </p:spPr>
      </p:pic>
      <p:sp>
        <p:nvSpPr>
          <p:cNvPr id="2" name="Footer Placeholder 1"/>
          <p:cNvSpPr>
            <a:spLocks noGrp="1"/>
          </p:cNvSpPr>
          <p:nvPr>
            <p:ph type="ftr" sz="quarter" idx="13"/>
          </p:nvPr>
        </p:nvSpPr>
        <p:spPr/>
        <p:txBody>
          <a:bodyPr/>
          <a:lstStyle/>
          <a:p>
            <a:r>
              <a:rPr lang="en-US"/>
              <a:t>Presentation Title | Date | Aptiv Confidential</a:t>
            </a:r>
            <a:endParaRPr lang="en-US" dirty="0"/>
          </a:p>
        </p:txBody>
      </p:sp>
      <p:sp>
        <p:nvSpPr>
          <p:cNvPr id="5" name="Slide Number Placeholder 4"/>
          <p:cNvSpPr>
            <a:spLocks noGrp="1"/>
          </p:cNvSpPr>
          <p:nvPr>
            <p:ph type="sldNum" sz="quarter" idx="14"/>
          </p:nvPr>
        </p:nvSpPr>
        <p:spPr/>
        <p:txBody>
          <a:bodyPr/>
          <a:lstStyle/>
          <a:p>
            <a:fld id="{B6D1532F-61F1-B941-ACDF-6BC65E0B405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blue">
    <p:bg>
      <p:bgRef idx="1001">
        <a:schemeClr val="bg2"/>
      </p:bgRef>
    </p:bg>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609600" y="685800"/>
            <a:ext cx="5486400" cy="2743200"/>
          </a:xfrm>
        </p:spPr>
        <p:txBody>
          <a:bodyPr>
            <a:normAutofit/>
          </a:bodyPr>
          <a:lstStyle>
            <a:lvl1pPr>
              <a:defRPr sz="4800">
                <a:solidFill>
                  <a:schemeClr val="tx1"/>
                </a:solidFill>
              </a:defRPr>
            </a:lvl1pPr>
          </a:lstStyle>
          <a:p>
            <a:pPr lvl="0"/>
            <a:r>
              <a:rPr lang="en-US"/>
              <a:t>Edit Master text styles</a:t>
            </a:r>
          </a:p>
        </p:txBody>
      </p:sp>
      <p:sp>
        <p:nvSpPr>
          <p:cNvPr id="2" name="Footer Placeholder 1"/>
          <p:cNvSpPr>
            <a:spLocks noGrp="1"/>
          </p:cNvSpPr>
          <p:nvPr>
            <p:ph type="ftr" sz="quarter" idx="13"/>
          </p:nvPr>
        </p:nvSpPr>
        <p:spPr/>
        <p:txBody>
          <a:bodyPr/>
          <a:lstStyle>
            <a:lvl1pPr>
              <a:defRPr>
                <a:solidFill>
                  <a:schemeClr val="accent4"/>
                </a:solidFill>
              </a:defRPr>
            </a:lvl1pPr>
          </a:lstStyle>
          <a:p>
            <a:r>
              <a:rPr lang="en-US"/>
              <a:t>Presentation Title | Date | Aptiv Confidential</a:t>
            </a:r>
            <a:endParaRPr lang="en-US" dirty="0"/>
          </a:p>
        </p:txBody>
      </p:sp>
      <p:sp>
        <p:nvSpPr>
          <p:cNvPr id="6" name="Slide Number Placeholder 5"/>
          <p:cNvSpPr>
            <a:spLocks noGrp="1"/>
          </p:cNvSpPr>
          <p:nvPr>
            <p:ph type="sldNum" sz="quarter" idx="14"/>
          </p:nvPr>
        </p:nvSpPr>
        <p:spPr/>
        <p:txBody>
          <a:bodyPr/>
          <a:lstStyle>
            <a:lvl1pPr>
              <a:defRPr>
                <a:solidFill>
                  <a:schemeClr val="accent4"/>
                </a:solidFill>
              </a:defRPr>
            </a:lvl1pPr>
          </a:lstStyle>
          <a:p>
            <a:fld id="{B6D1532F-61F1-B941-ACDF-6BC65E0B405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609600" y="685800"/>
            <a:ext cx="5486400" cy="2743200"/>
          </a:xfrm>
        </p:spPr>
        <p:txBody>
          <a:bodyPr>
            <a:normAutofit/>
          </a:bodyPr>
          <a:lstStyle>
            <a:lvl1pPr>
              <a:defRPr sz="4800">
                <a:solidFill>
                  <a:schemeClr val="tx1"/>
                </a:solidFill>
              </a:defRPr>
            </a:lvl1pPr>
          </a:lstStyle>
          <a:p>
            <a:pPr lvl="0"/>
            <a:r>
              <a:rPr lang="en-US"/>
              <a:t>Edit Master text styles</a:t>
            </a:r>
          </a:p>
        </p:txBody>
      </p:sp>
      <p:sp>
        <p:nvSpPr>
          <p:cNvPr id="2" name="Footer Placeholder 1"/>
          <p:cNvSpPr>
            <a:spLocks noGrp="1"/>
          </p:cNvSpPr>
          <p:nvPr>
            <p:ph type="ftr" sz="quarter" idx="13"/>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4"/>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 image">
    <p:spTree>
      <p:nvGrpSpPr>
        <p:cNvPr id="1" name=""/>
        <p:cNvGrpSpPr/>
        <p:nvPr/>
      </p:nvGrpSpPr>
      <p:grpSpPr>
        <a:xfrm>
          <a:off x="0" y="0"/>
          <a:ext cx="0" cy="0"/>
          <a:chOff x="0" y="0"/>
          <a:chExt cx="0" cy="0"/>
        </a:xfrm>
      </p:grpSpPr>
      <p:sp>
        <p:nvSpPr>
          <p:cNvPr id="6" name="Picture Placeholder 2"/>
          <p:cNvSpPr>
            <a:spLocks noGrp="1"/>
          </p:cNvSpPr>
          <p:nvPr>
            <p:ph type="pic" sz="quarter" idx="14"/>
          </p:nvPr>
        </p:nvSpPr>
        <p:spPr>
          <a:xfrm>
            <a:off x="609600" y="381000"/>
            <a:ext cx="10972800" cy="5791200"/>
          </a:xfrm>
          <a:solidFill>
            <a:schemeClr val="accent4"/>
          </a:solidFill>
        </p:spPr>
        <p:txBody>
          <a:bodyPr>
            <a:normAutofit/>
          </a:bodyPr>
          <a:lstStyle>
            <a:lvl1pPr>
              <a:defRPr sz="1800">
                <a:solidFill>
                  <a:schemeClr val="bg1"/>
                </a:solidFill>
              </a:defRPr>
            </a:lvl1pPr>
          </a:lstStyle>
          <a:p>
            <a:r>
              <a:rPr lang="en-US"/>
              <a:t>Click icon to add picture</a:t>
            </a:r>
            <a:endParaRPr lang="en-US" dirty="0"/>
          </a:p>
        </p:txBody>
      </p:sp>
      <p:sp>
        <p:nvSpPr>
          <p:cNvPr id="7" name="Text Placeholder 7"/>
          <p:cNvSpPr>
            <a:spLocks noGrp="1"/>
          </p:cNvSpPr>
          <p:nvPr>
            <p:ph type="body" sz="quarter" idx="12"/>
          </p:nvPr>
        </p:nvSpPr>
        <p:spPr>
          <a:xfrm>
            <a:off x="914400" y="685800"/>
            <a:ext cx="5181600" cy="2743200"/>
          </a:xfrm>
        </p:spPr>
        <p:txBody>
          <a:bodyPr>
            <a:normAutofit/>
          </a:bodyPr>
          <a:lstStyle>
            <a:lvl1pPr>
              <a:defRPr sz="4800">
                <a:solidFill>
                  <a:schemeClr val="bg1"/>
                </a:solidFill>
                <a:effectLst>
                  <a:outerShdw blurRad="50800" dist="38100" dir="8100000" algn="tr" rotWithShape="0">
                    <a:prstClr val="black">
                      <a:alpha val="40000"/>
                    </a:prstClr>
                  </a:outerShdw>
                </a:effectLst>
              </a:defRPr>
            </a:lvl1pPr>
          </a:lstStyle>
          <a:p>
            <a:pPr lvl="0"/>
            <a:r>
              <a:rPr lang="en-US"/>
              <a:t>Edit Master text styles</a:t>
            </a:r>
          </a:p>
        </p:txBody>
      </p:sp>
      <p:sp>
        <p:nvSpPr>
          <p:cNvPr id="2" name="Footer Placeholder 1"/>
          <p:cNvSpPr>
            <a:spLocks noGrp="1"/>
          </p:cNvSpPr>
          <p:nvPr>
            <p:ph type="ftr" sz="quarter" idx="15"/>
          </p:nvPr>
        </p:nvSpPr>
        <p:spPr/>
        <p:txBody>
          <a:bodyPr/>
          <a:lstStyle/>
          <a:p>
            <a:r>
              <a:rPr lang="en-US"/>
              <a:t>Presentation Title | Date | Aptiv Confidential</a:t>
            </a:r>
            <a:endParaRPr lang="en-US" dirty="0"/>
          </a:p>
        </p:txBody>
      </p:sp>
      <p:sp>
        <p:nvSpPr>
          <p:cNvPr id="5" name="Slide Number Placeholder 4"/>
          <p:cNvSpPr>
            <a:spLocks noGrp="1"/>
          </p:cNvSpPr>
          <p:nvPr>
            <p:ph type="sldNum" sz="quarter" idx="16"/>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call out + headline">
    <p:spTree>
      <p:nvGrpSpPr>
        <p:cNvPr id="1" name=""/>
        <p:cNvGrpSpPr/>
        <p:nvPr/>
      </p:nvGrpSpPr>
      <p:grpSpPr>
        <a:xfrm>
          <a:off x="0" y="0"/>
          <a:ext cx="0" cy="0"/>
          <a:chOff x="0" y="0"/>
          <a:chExt cx="0" cy="0"/>
        </a:xfrm>
      </p:grpSpPr>
      <p:sp>
        <p:nvSpPr>
          <p:cNvPr id="2" name="Title 1"/>
          <p:cNvSpPr>
            <a:spLocks noGrp="1"/>
          </p:cNvSpPr>
          <p:nvPr>
            <p:ph type="title"/>
          </p:nvPr>
        </p:nvSpPr>
        <p:spPr>
          <a:xfrm>
            <a:off x="609599" y="381001"/>
            <a:ext cx="8229601" cy="923920"/>
          </a:xfrm>
        </p:spPr>
        <p:txBody>
          <a:bodyPr/>
          <a:lstStyle/>
          <a:p>
            <a:r>
              <a:rPr lang="en-US"/>
              <a:t>Click to edit Master title style</a:t>
            </a:r>
            <a:endParaRPr lang="en-US" dirty="0"/>
          </a:p>
        </p:txBody>
      </p:sp>
      <p:sp>
        <p:nvSpPr>
          <p:cNvPr id="7" name="Text Placeholder 6"/>
          <p:cNvSpPr>
            <a:spLocks noGrp="1"/>
          </p:cNvSpPr>
          <p:nvPr>
            <p:ph type="body" sz="quarter" idx="13"/>
          </p:nvPr>
        </p:nvSpPr>
        <p:spPr>
          <a:xfrm>
            <a:off x="609600" y="1905000"/>
            <a:ext cx="8229600" cy="3962400"/>
          </a:xfrm>
        </p:spPr>
        <p:txBody>
          <a:bodyPr>
            <a:normAutofit/>
          </a:bodyPr>
          <a:lstStyle>
            <a:lvl1pPr>
              <a:defRPr sz="5000"/>
            </a:lvl1pPr>
          </a:lstStyle>
          <a:p>
            <a:pPr lvl="0"/>
            <a:r>
              <a:rPr lang="en-US"/>
              <a:t>Edit Master text styles</a:t>
            </a:r>
          </a:p>
        </p:txBody>
      </p:sp>
      <p:sp>
        <p:nvSpPr>
          <p:cNvPr id="8" name="Oval 7"/>
          <p:cNvSpPr/>
          <p:nvPr userDrawn="1"/>
        </p:nvSpPr>
        <p:spPr>
          <a:xfrm>
            <a:off x="-241739" y="2050134"/>
            <a:ext cx="491358" cy="49135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p:cNvSpPr>
            <a:spLocks noGrp="1"/>
          </p:cNvSpPr>
          <p:nvPr>
            <p:ph type="ftr" sz="quarter" idx="14"/>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5"/>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call out no headline">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609600" y="381000"/>
            <a:ext cx="8229600" cy="5486400"/>
          </a:xfrm>
        </p:spPr>
        <p:txBody>
          <a:bodyPr>
            <a:normAutofit/>
          </a:bodyPr>
          <a:lstStyle>
            <a:lvl1pPr>
              <a:defRPr sz="5000"/>
            </a:lvl1pPr>
          </a:lstStyle>
          <a:p>
            <a:pPr lvl="0"/>
            <a:r>
              <a:rPr lang="en-US"/>
              <a:t>Edit Master text styles</a:t>
            </a:r>
          </a:p>
        </p:txBody>
      </p:sp>
      <p:sp>
        <p:nvSpPr>
          <p:cNvPr id="6" name="Oval 5"/>
          <p:cNvSpPr/>
          <p:nvPr userDrawn="1"/>
        </p:nvSpPr>
        <p:spPr>
          <a:xfrm>
            <a:off x="-241739" y="526132"/>
            <a:ext cx="491358" cy="49135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Footer Placeholder 1"/>
          <p:cNvSpPr>
            <a:spLocks noGrp="1"/>
          </p:cNvSpPr>
          <p:nvPr>
            <p:ph type="ftr" sz="quarter" idx="14"/>
          </p:nvPr>
        </p:nvSpPr>
        <p:spPr/>
        <p:txBody>
          <a:bodyPr/>
          <a:lstStyle/>
          <a:p>
            <a:r>
              <a:rPr lang="en-US"/>
              <a:t>Presentation Title | Date | Aptiv Confidential</a:t>
            </a:r>
            <a:endParaRPr lang="en-US" dirty="0"/>
          </a:p>
        </p:txBody>
      </p:sp>
      <p:sp>
        <p:nvSpPr>
          <p:cNvPr id="5" name="Slide Number Placeholder 4"/>
          <p:cNvSpPr>
            <a:spLocks noGrp="1"/>
          </p:cNvSpPr>
          <p:nvPr>
            <p:ph type="sldNum" sz="quarter" idx="15"/>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ody text wide">
    <p:spTree>
      <p:nvGrpSpPr>
        <p:cNvPr id="1" name=""/>
        <p:cNvGrpSpPr/>
        <p:nvPr/>
      </p:nvGrpSpPr>
      <p:grpSpPr>
        <a:xfrm>
          <a:off x="0" y="0"/>
          <a:ext cx="0" cy="0"/>
          <a:chOff x="0" y="0"/>
          <a:chExt cx="0" cy="0"/>
        </a:xfrm>
      </p:grpSpPr>
      <p:sp>
        <p:nvSpPr>
          <p:cNvPr id="9" name="Text Placeholder 5"/>
          <p:cNvSpPr>
            <a:spLocks noGrp="1"/>
          </p:cNvSpPr>
          <p:nvPr>
            <p:ph type="body" sz="quarter" idx="16"/>
          </p:nvPr>
        </p:nvSpPr>
        <p:spPr>
          <a:xfrm>
            <a:off x="609600" y="1905000"/>
            <a:ext cx="10969246" cy="396240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7"/>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8"/>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ody text wide + takeaway">
    <p:spTree>
      <p:nvGrpSpPr>
        <p:cNvPr id="1" name=""/>
        <p:cNvGrpSpPr/>
        <p:nvPr/>
      </p:nvGrpSpPr>
      <p:grpSpPr>
        <a:xfrm>
          <a:off x="0" y="0"/>
          <a:ext cx="0" cy="0"/>
          <a:chOff x="0" y="0"/>
          <a:chExt cx="0" cy="0"/>
        </a:xfrm>
      </p:grpSpPr>
      <p:sp>
        <p:nvSpPr>
          <p:cNvPr id="9" name="Text Placeholder 5"/>
          <p:cNvSpPr>
            <a:spLocks noGrp="1"/>
          </p:cNvSpPr>
          <p:nvPr>
            <p:ph type="body" sz="quarter" idx="16"/>
          </p:nvPr>
        </p:nvSpPr>
        <p:spPr>
          <a:xfrm>
            <a:off x="609600" y="1905000"/>
            <a:ext cx="10969246" cy="3657600"/>
          </a:xfrm>
        </p:spPr>
        <p:txBody>
          <a:bodyPr bIns="18288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7"/>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8"/>
          </p:nvPr>
        </p:nvSpPr>
        <p:spPr/>
        <p:txBody>
          <a:bodyPr/>
          <a:lstStyle/>
          <a:p>
            <a:fld id="{B6D1532F-61F1-B941-ACDF-6BC65E0B4055}" type="slidenum">
              <a:rPr lang="en-US" smtClean="0"/>
              <a:pPr/>
              <a:t>‹#›</a:t>
            </a:fld>
            <a:endParaRPr lang="en-US" dirty="0"/>
          </a:p>
        </p:txBody>
      </p:sp>
      <p:sp>
        <p:nvSpPr>
          <p:cNvPr id="4" name="Content Placeholder 3"/>
          <p:cNvSpPr>
            <a:spLocks noGrp="1"/>
          </p:cNvSpPr>
          <p:nvPr>
            <p:ph sz="quarter" idx="19"/>
          </p:nvPr>
        </p:nvSpPr>
        <p:spPr>
          <a:xfrm>
            <a:off x="609600" y="5562600"/>
            <a:ext cx="10969625" cy="609600"/>
          </a:xfrm>
          <a:solidFill>
            <a:schemeClr val="accent6"/>
          </a:solidFill>
        </p:spPr>
        <p:txBody>
          <a:bodyPr lIns="182880" tIns="182880" rIns="182880" bIns="182880" anchor="ctr">
            <a:normAutofit/>
          </a:bodyPr>
          <a:lstStyle>
            <a:lvl1pPr>
              <a:defRPr sz="2400">
                <a:solidFill>
                  <a:schemeClr val="bg1"/>
                </a:solidFill>
              </a:defRPr>
            </a:lvl1pPr>
          </a:lstStyle>
          <a:p>
            <a:pPr lvl="0"/>
            <a:r>
              <a:rPr lang="en-US"/>
              <a:t>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2 column">
    <p:spTree>
      <p:nvGrpSpPr>
        <p:cNvPr id="1" name=""/>
        <p:cNvGrpSpPr/>
        <p:nvPr/>
      </p:nvGrpSpPr>
      <p:grpSpPr>
        <a:xfrm>
          <a:off x="0" y="0"/>
          <a:ext cx="0" cy="0"/>
          <a:chOff x="0" y="0"/>
          <a:chExt cx="0" cy="0"/>
        </a:xfrm>
      </p:grpSpPr>
      <p:sp>
        <p:nvSpPr>
          <p:cNvPr id="6" name="Text Placeholder 5"/>
          <p:cNvSpPr>
            <a:spLocks noGrp="1"/>
          </p:cNvSpPr>
          <p:nvPr>
            <p:ph type="body" sz="quarter" idx="15"/>
          </p:nvPr>
        </p:nvSpPr>
        <p:spPr>
          <a:xfrm>
            <a:off x="6397247" y="1905000"/>
            <a:ext cx="5181600" cy="396240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5"/>
          <p:cNvSpPr>
            <a:spLocks noGrp="1"/>
          </p:cNvSpPr>
          <p:nvPr>
            <p:ph type="body" sz="quarter" idx="16"/>
          </p:nvPr>
        </p:nvSpPr>
        <p:spPr>
          <a:xfrm>
            <a:off x="609600" y="1905000"/>
            <a:ext cx="5181600" cy="3962400"/>
          </a:xfrm>
        </p:spPr>
        <p:txBody>
          <a:bodyPr>
            <a:noAutofit/>
          </a:bodyPr>
          <a:lstStyle>
            <a:lvl7pPr>
              <a:defRPr baseline="0"/>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7"/>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18"/>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2 column + takeaway">
    <p:spTree>
      <p:nvGrpSpPr>
        <p:cNvPr id="1" name=""/>
        <p:cNvGrpSpPr/>
        <p:nvPr/>
      </p:nvGrpSpPr>
      <p:grpSpPr>
        <a:xfrm>
          <a:off x="0" y="0"/>
          <a:ext cx="0" cy="0"/>
          <a:chOff x="0" y="0"/>
          <a:chExt cx="0" cy="0"/>
        </a:xfrm>
      </p:grpSpPr>
      <p:sp>
        <p:nvSpPr>
          <p:cNvPr id="6" name="Text Placeholder 5"/>
          <p:cNvSpPr>
            <a:spLocks noGrp="1"/>
          </p:cNvSpPr>
          <p:nvPr>
            <p:ph type="body" sz="quarter" idx="15"/>
          </p:nvPr>
        </p:nvSpPr>
        <p:spPr>
          <a:xfrm>
            <a:off x="6397247" y="1905000"/>
            <a:ext cx="5181600" cy="3657600"/>
          </a:xfrm>
        </p:spPr>
        <p:txBody>
          <a:bodyPr bIns="18288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5"/>
          <p:cNvSpPr>
            <a:spLocks noGrp="1"/>
          </p:cNvSpPr>
          <p:nvPr>
            <p:ph type="body" sz="quarter" idx="16"/>
          </p:nvPr>
        </p:nvSpPr>
        <p:spPr>
          <a:xfrm>
            <a:off x="609600" y="1905000"/>
            <a:ext cx="5181600" cy="3657600"/>
          </a:xfrm>
        </p:spPr>
        <p:txBody>
          <a:bodyPr bIns="182880">
            <a:noAutofit/>
          </a:bodyPr>
          <a:lstStyle>
            <a:lvl7pPr>
              <a:defRPr baseline="0"/>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7"/>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18"/>
          </p:nvPr>
        </p:nvSpPr>
        <p:spPr/>
        <p:txBody>
          <a:bodyPr/>
          <a:lstStyle/>
          <a:p>
            <a:fld id="{B6D1532F-61F1-B941-ACDF-6BC65E0B4055}" type="slidenum">
              <a:rPr lang="en-US" smtClean="0"/>
              <a:pPr/>
              <a:t>‹#›</a:t>
            </a:fld>
            <a:endParaRPr lang="en-US" dirty="0"/>
          </a:p>
        </p:txBody>
      </p:sp>
      <p:sp>
        <p:nvSpPr>
          <p:cNvPr id="8" name="Content Placeholder 3"/>
          <p:cNvSpPr>
            <a:spLocks noGrp="1"/>
          </p:cNvSpPr>
          <p:nvPr>
            <p:ph sz="quarter" idx="19"/>
          </p:nvPr>
        </p:nvSpPr>
        <p:spPr>
          <a:xfrm>
            <a:off x="609600" y="5562600"/>
            <a:ext cx="10969625" cy="609600"/>
          </a:xfrm>
          <a:solidFill>
            <a:schemeClr val="tx2"/>
          </a:solidFill>
        </p:spPr>
        <p:txBody>
          <a:bodyPr lIns="182880" tIns="182880" rIns="182880" bIns="182880" anchor="ctr">
            <a:normAutofit/>
          </a:bodyPr>
          <a:lstStyle>
            <a:lvl1pPr>
              <a:defRPr sz="2400">
                <a:solidFill>
                  <a:schemeClr val="bg1"/>
                </a:solidFill>
              </a:defRPr>
            </a:lvl1pPr>
          </a:lstStyle>
          <a:p>
            <a:pPr lvl="0"/>
            <a:r>
              <a:rPr lang="en-US"/>
              <a:t>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 image left">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609600" y="1905000"/>
            <a:ext cx="5181600" cy="3962400"/>
          </a:xfrm>
          <a:solidFill>
            <a:schemeClr val="accent4"/>
          </a:solidFill>
        </p:spPr>
        <p:txBody>
          <a:bodyPr/>
          <a:lstStyle/>
          <a:p>
            <a:r>
              <a:rPr lang="en-US"/>
              <a:t>Click icon to add picture</a:t>
            </a:r>
            <a:endParaRPr lang="en-US" dirty="0"/>
          </a:p>
        </p:txBody>
      </p:sp>
      <p:sp>
        <p:nvSpPr>
          <p:cNvPr id="6" name="Text Placeholder 5"/>
          <p:cNvSpPr>
            <a:spLocks noGrp="1"/>
          </p:cNvSpPr>
          <p:nvPr>
            <p:ph type="body" sz="quarter" idx="15"/>
          </p:nvPr>
        </p:nvSpPr>
        <p:spPr>
          <a:xfrm>
            <a:off x="6397247" y="1905000"/>
            <a:ext cx="5181600" cy="396240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6" hasCustomPrompt="1"/>
          </p:nvPr>
        </p:nvSpPr>
        <p:spPr>
          <a:xfrm>
            <a:off x="609600" y="5282625"/>
            <a:ext cx="5181600" cy="584775"/>
          </a:xfrm>
        </p:spPr>
        <p:txBody>
          <a:bodyPr lIns="182880" tIns="182880" rIns="182880" bIns="182880" anchor="b">
            <a:noAutofit/>
          </a:bodyPr>
          <a:lstStyle>
            <a:lvl1pPr>
              <a:defRPr sz="1600" b="0">
                <a:solidFill>
                  <a:schemeClr val="bg1"/>
                </a:solidFill>
                <a:effectLst>
                  <a:outerShdw blurRad="50800" dist="38100" dir="5400000" algn="t" rotWithShape="0">
                    <a:prstClr val="black">
                      <a:alpha val="40000"/>
                    </a:prstClr>
                  </a:outerShdw>
                </a:effectLst>
              </a:defRPr>
            </a:lvl1pPr>
          </a:lstStyle>
          <a:p>
            <a:pPr lvl="0"/>
            <a:r>
              <a:rPr lang="en-US" dirty="0"/>
              <a:t>Image caption</a:t>
            </a:r>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7"/>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18"/>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 image right">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6397247" y="1905000"/>
            <a:ext cx="5181600" cy="3974128"/>
          </a:xfrm>
          <a:solidFill>
            <a:schemeClr val="accent4"/>
          </a:solidFill>
        </p:spPr>
        <p:txBody>
          <a:bodyPr/>
          <a:lstStyle/>
          <a:p>
            <a:r>
              <a:rPr lang="en-US"/>
              <a:t>Click icon to add picture</a:t>
            </a:r>
            <a:endParaRPr lang="en-US" dirty="0"/>
          </a:p>
        </p:txBody>
      </p:sp>
      <p:sp>
        <p:nvSpPr>
          <p:cNvPr id="6" name="Text Placeholder 5"/>
          <p:cNvSpPr>
            <a:spLocks noGrp="1"/>
          </p:cNvSpPr>
          <p:nvPr>
            <p:ph type="body" sz="quarter" idx="15"/>
          </p:nvPr>
        </p:nvSpPr>
        <p:spPr>
          <a:xfrm>
            <a:off x="609600" y="1905000"/>
            <a:ext cx="5181600" cy="3968264"/>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16" hasCustomPrompt="1"/>
          </p:nvPr>
        </p:nvSpPr>
        <p:spPr>
          <a:xfrm>
            <a:off x="6397247" y="5263575"/>
            <a:ext cx="5181600" cy="615553"/>
          </a:xfrm>
        </p:spPr>
        <p:txBody>
          <a:bodyPr lIns="182880" tIns="182880" rIns="182880" bIns="182880" anchor="b">
            <a:noAutofit/>
          </a:bodyPr>
          <a:lstStyle>
            <a:lvl1pPr>
              <a:defRPr sz="1600" b="0">
                <a:solidFill>
                  <a:schemeClr val="bg1"/>
                </a:solidFill>
                <a:effectLst>
                  <a:outerShdw blurRad="50800" dist="38100" dir="5400000" algn="t" rotWithShape="0">
                    <a:prstClr val="black">
                      <a:alpha val="40000"/>
                    </a:prstClr>
                  </a:outerShdw>
                </a:effectLst>
              </a:defRPr>
            </a:lvl1pPr>
          </a:lstStyle>
          <a:p>
            <a:pPr lvl="0"/>
            <a:r>
              <a:rPr lang="en-US" dirty="0"/>
              <a:t>Image caption</a:t>
            </a:r>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7"/>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18"/>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ll out + image left">
    <p:bg>
      <p:bgRef idx="1001">
        <a:schemeClr val="bg2"/>
      </p:bgRef>
    </p:bg>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609600" y="1905000"/>
            <a:ext cx="5181600" cy="3965448"/>
          </a:xfrm>
          <a:solidFill>
            <a:schemeClr val="accent4"/>
          </a:solidFill>
        </p:spPr>
        <p:txBody>
          <a:bodyPr/>
          <a:lstStyle>
            <a:lvl1pPr>
              <a:defRPr>
                <a:solidFill>
                  <a:schemeClr val="tx1"/>
                </a:solidFill>
              </a:defRPr>
            </a:lvl1pPr>
          </a:lstStyle>
          <a:p>
            <a:r>
              <a:rPr lang="en-US"/>
              <a:t>Click icon to add picture</a:t>
            </a:r>
            <a:endParaRPr lang="en-US" dirty="0"/>
          </a:p>
        </p:txBody>
      </p:sp>
      <p:sp>
        <p:nvSpPr>
          <p:cNvPr id="6" name="Text Placeholder 5"/>
          <p:cNvSpPr>
            <a:spLocks noGrp="1"/>
          </p:cNvSpPr>
          <p:nvPr>
            <p:ph type="body" sz="quarter" idx="15"/>
          </p:nvPr>
        </p:nvSpPr>
        <p:spPr>
          <a:xfrm>
            <a:off x="6397247" y="1905000"/>
            <a:ext cx="5181600" cy="3965448"/>
          </a:xfrm>
          <a:solidFill>
            <a:schemeClr val="tx2"/>
          </a:solidFill>
        </p:spPr>
        <p:txBody>
          <a:bodyPr lIns="365760" tIns="365760" rIns="365760" bIns="365760"/>
          <a:lstStyle>
            <a:lvl1pPr>
              <a:defRPr b="0">
                <a:solidFill>
                  <a:schemeClr val="bg1"/>
                </a:solidFill>
              </a:defRPr>
            </a:lvl1pPr>
            <a:lvl3pPr>
              <a:defRPr>
                <a:solidFill>
                  <a:schemeClr val="tx1"/>
                </a:solidFill>
              </a:defRPr>
            </a:lvl3pPr>
            <a:lvl4pPr>
              <a:defRPr>
                <a:solidFill>
                  <a:schemeClr val="tx1"/>
                </a:solidFill>
              </a:defRPr>
            </a:lvl4pPr>
            <a:lvl5pPr>
              <a:defRPr baseline="0">
                <a:solidFill>
                  <a:schemeClr val="tx1"/>
                </a:solidFill>
              </a:defRPr>
            </a:lvl5pPr>
          </a:lstStyle>
          <a:p>
            <a:pPr lvl="0"/>
            <a:r>
              <a:rPr lang="en-US"/>
              <a:t>Edit Master text styles</a:t>
            </a:r>
          </a:p>
        </p:txBody>
      </p:sp>
      <p:sp>
        <p:nvSpPr>
          <p:cNvPr id="7" name="Text Placeholder 6"/>
          <p:cNvSpPr>
            <a:spLocks noGrp="1"/>
          </p:cNvSpPr>
          <p:nvPr>
            <p:ph type="body" sz="quarter" idx="16" hasCustomPrompt="1"/>
          </p:nvPr>
        </p:nvSpPr>
        <p:spPr>
          <a:xfrm>
            <a:off x="609600" y="5285673"/>
            <a:ext cx="5181599" cy="584775"/>
          </a:xfrm>
        </p:spPr>
        <p:txBody>
          <a:bodyPr lIns="182880" tIns="182880" rIns="182880" bIns="182880">
            <a:noAutofit/>
          </a:bodyPr>
          <a:lstStyle>
            <a:lvl1pPr>
              <a:defRPr sz="1600" b="0">
                <a:solidFill>
                  <a:schemeClr val="bg1"/>
                </a:solidFill>
                <a:effectLst>
                  <a:outerShdw blurRad="50800" dist="38100" dir="8100000" algn="tr" rotWithShape="0">
                    <a:prstClr val="black">
                      <a:alpha val="40000"/>
                    </a:prstClr>
                  </a:outerShdw>
                </a:effectLst>
              </a:defRPr>
            </a:lvl1pPr>
          </a:lstStyle>
          <a:p>
            <a:pPr lvl="0"/>
            <a:r>
              <a:rPr lang="en-US" dirty="0"/>
              <a:t>Image caption</a:t>
            </a:r>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7"/>
          </p:nvPr>
        </p:nvSpPr>
        <p:spPr/>
        <p:txBody>
          <a:bodyPr/>
          <a:lstStyle/>
          <a:p>
            <a:r>
              <a:rPr lang="en-US"/>
              <a:t>Presentation Title | Date | Aptiv Confidential</a:t>
            </a:r>
            <a:endParaRPr lang="en-US" dirty="0"/>
          </a:p>
        </p:txBody>
      </p:sp>
      <p:sp>
        <p:nvSpPr>
          <p:cNvPr id="9" name="Slide Number Placeholder 8"/>
          <p:cNvSpPr>
            <a:spLocks noGrp="1"/>
          </p:cNvSpPr>
          <p:nvPr>
            <p:ph type="sldNum" sz="quarter" idx="18"/>
          </p:nvPr>
        </p:nvSpPr>
        <p:spPr/>
        <p:txBody>
          <a:bodyPr/>
          <a:lstStyle/>
          <a:p>
            <a:fld id="{B6D1532F-61F1-B941-ACDF-6BC65E0B4055}"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ll out + image right">
    <p:bg>
      <p:bgRef idx="1001">
        <a:schemeClr val="bg2"/>
      </p:bgRef>
    </p:bg>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6397247" y="1910444"/>
            <a:ext cx="5181600" cy="3956955"/>
          </a:xfrm>
          <a:solidFill>
            <a:schemeClr val="accent4"/>
          </a:solidFill>
        </p:spPr>
        <p:txBody>
          <a:bodyPr/>
          <a:lstStyle/>
          <a:p>
            <a:r>
              <a:rPr lang="en-US"/>
              <a:t>Click icon to add picture</a:t>
            </a:r>
            <a:endParaRPr lang="en-US" dirty="0"/>
          </a:p>
        </p:txBody>
      </p:sp>
      <p:sp>
        <p:nvSpPr>
          <p:cNvPr id="9" name="Text Placeholder 8"/>
          <p:cNvSpPr>
            <a:spLocks noGrp="1"/>
          </p:cNvSpPr>
          <p:nvPr>
            <p:ph type="body" sz="quarter" idx="16" hasCustomPrompt="1"/>
          </p:nvPr>
        </p:nvSpPr>
        <p:spPr>
          <a:xfrm>
            <a:off x="6397247" y="5282625"/>
            <a:ext cx="5181600" cy="584775"/>
          </a:xfrm>
        </p:spPr>
        <p:txBody>
          <a:bodyPr lIns="182880" tIns="182880" rIns="182880" bIns="182880" anchor="b">
            <a:noAutofit/>
          </a:bodyPr>
          <a:lstStyle>
            <a:lvl1pPr>
              <a:defRPr sz="1400" b="0">
                <a:solidFill>
                  <a:schemeClr val="bg1"/>
                </a:solidFill>
                <a:effectLst>
                  <a:outerShdw blurRad="50800" dist="38100" dir="5400000" algn="t" rotWithShape="0">
                    <a:prstClr val="black">
                      <a:alpha val="40000"/>
                    </a:prstClr>
                  </a:outerShdw>
                </a:effectLst>
              </a:defRPr>
            </a:lvl1pPr>
          </a:lstStyle>
          <a:p>
            <a:pPr lvl="0"/>
            <a:r>
              <a:rPr lang="en-US" dirty="0"/>
              <a:t>Image caption</a:t>
            </a:r>
          </a:p>
        </p:txBody>
      </p:sp>
      <p:sp>
        <p:nvSpPr>
          <p:cNvPr id="6" name="Text Placeholder 5"/>
          <p:cNvSpPr>
            <a:spLocks noGrp="1"/>
          </p:cNvSpPr>
          <p:nvPr>
            <p:ph type="body" sz="quarter" idx="17"/>
          </p:nvPr>
        </p:nvSpPr>
        <p:spPr>
          <a:xfrm>
            <a:off x="609600" y="1905000"/>
            <a:ext cx="5486400" cy="3962400"/>
          </a:xfrm>
          <a:solidFill>
            <a:schemeClr val="tx2"/>
          </a:solidFill>
        </p:spPr>
        <p:txBody>
          <a:bodyPr lIns="365760" tIns="365760" rIns="365760" bIns="365760"/>
          <a:lstStyle>
            <a:lvl1pPr>
              <a:defRPr b="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baseline="0">
                <a:solidFill>
                  <a:schemeClr val="tx1"/>
                </a:solidFill>
              </a:defRPr>
            </a:lvl6pPr>
            <a:lvl7pPr>
              <a:defRPr baseline="0">
                <a:solidFill>
                  <a:schemeClr val="tx1"/>
                </a:solidFill>
              </a:defRPr>
            </a:lvl7pPr>
            <a:lvl8pPr>
              <a:defRPr>
                <a:solidFill>
                  <a:schemeClr val="tx1"/>
                </a:solidFill>
              </a:defRPr>
            </a:lvl8pPr>
          </a:lstStyle>
          <a:p>
            <a:pPr lvl="0"/>
            <a:r>
              <a:rPr lang="en-US"/>
              <a:t>Edit Master text styles</a:t>
            </a:r>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8"/>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19"/>
          </p:nvPr>
        </p:nvSpPr>
        <p:spPr/>
        <p:txBody>
          <a:bodyPr/>
          <a:lstStyle/>
          <a:p>
            <a:fld id="{B6D1532F-61F1-B941-ACDF-6BC65E0B4055}"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3 column">
    <p:spTree>
      <p:nvGrpSpPr>
        <p:cNvPr id="1" name=""/>
        <p:cNvGrpSpPr/>
        <p:nvPr/>
      </p:nvGrpSpPr>
      <p:grpSpPr>
        <a:xfrm>
          <a:off x="0" y="0"/>
          <a:ext cx="0" cy="0"/>
          <a:chOff x="0" y="0"/>
          <a:chExt cx="0" cy="0"/>
        </a:xfrm>
      </p:grpSpPr>
      <p:sp>
        <p:nvSpPr>
          <p:cNvPr id="6" name="Text Placeholder 5"/>
          <p:cNvSpPr>
            <a:spLocks noGrp="1"/>
          </p:cNvSpPr>
          <p:nvPr>
            <p:ph type="body" sz="quarter" idx="15"/>
          </p:nvPr>
        </p:nvSpPr>
        <p:spPr>
          <a:xfrm>
            <a:off x="4417823" y="1905000"/>
            <a:ext cx="3356353" cy="3959994"/>
          </a:xfrm>
        </p:spPr>
        <p:txBody>
          <a:bodyPr>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5"/>
          <p:cNvSpPr>
            <a:spLocks noGrp="1"/>
          </p:cNvSpPr>
          <p:nvPr>
            <p:ph type="body" sz="quarter" idx="16"/>
          </p:nvPr>
        </p:nvSpPr>
        <p:spPr>
          <a:xfrm>
            <a:off x="609601" y="1905000"/>
            <a:ext cx="3352800" cy="3959994"/>
          </a:xfrm>
        </p:spPr>
        <p:txBody>
          <a:bodyPr>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5"/>
          <p:cNvSpPr>
            <a:spLocks noGrp="1"/>
          </p:cNvSpPr>
          <p:nvPr>
            <p:ph type="body" sz="quarter" idx="17"/>
          </p:nvPr>
        </p:nvSpPr>
        <p:spPr>
          <a:xfrm>
            <a:off x="8222494" y="1907406"/>
            <a:ext cx="3356353" cy="3959994"/>
          </a:xfrm>
        </p:spPr>
        <p:txBody>
          <a:bodyPr>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8"/>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19"/>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3 column + takeaway">
    <p:spTree>
      <p:nvGrpSpPr>
        <p:cNvPr id="1" name=""/>
        <p:cNvGrpSpPr/>
        <p:nvPr/>
      </p:nvGrpSpPr>
      <p:grpSpPr>
        <a:xfrm>
          <a:off x="0" y="0"/>
          <a:ext cx="0" cy="0"/>
          <a:chOff x="0" y="0"/>
          <a:chExt cx="0" cy="0"/>
        </a:xfrm>
      </p:grpSpPr>
      <p:sp>
        <p:nvSpPr>
          <p:cNvPr id="6" name="Text Placeholder 5"/>
          <p:cNvSpPr>
            <a:spLocks noGrp="1"/>
          </p:cNvSpPr>
          <p:nvPr>
            <p:ph type="body" sz="quarter" idx="15"/>
          </p:nvPr>
        </p:nvSpPr>
        <p:spPr>
          <a:xfrm>
            <a:off x="4417823" y="1905000"/>
            <a:ext cx="3356353" cy="3657600"/>
          </a:xfrm>
        </p:spPr>
        <p:txBody>
          <a:bodyPr bIns="182880">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5"/>
          <p:cNvSpPr>
            <a:spLocks noGrp="1"/>
          </p:cNvSpPr>
          <p:nvPr>
            <p:ph type="body" sz="quarter" idx="16"/>
          </p:nvPr>
        </p:nvSpPr>
        <p:spPr>
          <a:xfrm>
            <a:off x="609601" y="1905000"/>
            <a:ext cx="3352800" cy="3657600"/>
          </a:xfrm>
        </p:spPr>
        <p:txBody>
          <a:bodyPr bIns="182880">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5"/>
          <p:cNvSpPr>
            <a:spLocks noGrp="1"/>
          </p:cNvSpPr>
          <p:nvPr>
            <p:ph type="body" sz="quarter" idx="17"/>
          </p:nvPr>
        </p:nvSpPr>
        <p:spPr>
          <a:xfrm>
            <a:off x="8222494" y="1907406"/>
            <a:ext cx="3356353" cy="3657600"/>
          </a:xfrm>
        </p:spPr>
        <p:txBody>
          <a:bodyPr bIns="182880">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8"/>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19"/>
          </p:nvPr>
        </p:nvSpPr>
        <p:spPr/>
        <p:txBody>
          <a:bodyPr/>
          <a:lstStyle/>
          <a:p>
            <a:fld id="{B6D1532F-61F1-B941-ACDF-6BC65E0B4055}" type="slidenum">
              <a:rPr lang="en-US" smtClean="0"/>
              <a:pPr/>
              <a:t>‹#›</a:t>
            </a:fld>
            <a:endParaRPr lang="en-US" dirty="0"/>
          </a:p>
        </p:txBody>
      </p:sp>
      <p:sp>
        <p:nvSpPr>
          <p:cNvPr id="10" name="Content Placeholder 3"/>
          <p:cNvSpPr>
            <a:spLocks noGrp="1"/>
          </p:cNvSpPr>
          <p:nvPr>
            <p:ph sz="quarter" idx="20"/>
          </p:nvPr>
        </p:nvSpPr>
        <p:spPr>
          <a:xfrm>
            <a:off x="609600" y="5562600"/>
            <a:ext cx="10969625" cy="609600"/>
          </a:xfrm>
          <a:solidFill>
            <a:schemeClr val="accent6"/>
          </a:solidFill>
        </p:spPr>
        <p:txBody>
          <a:bodyPr lIns="182880" tIns="182880" rIns="182880" bIns="182880" anchor="ctr">
            <a:normAutofit/>
          </a:bodyPr>
          <a:lstStyle>
            <a:lvl1pPr>
              <a:defRPr sz="2400">
                <a:solidFill>
                  <a:schemeClr val="bg1"/>
                </a:solidFill>
              </a:defRPr>
            </a:lvl1pPr>
          </a:lstStyle>
          <a:p>
            <a:pPr lvl="0"/>
            <a:r>
              <a:rPr lang="en-US"/>
              <a:t>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3 column">
    <p:spTree>
      <p:nvGrpSpPr>
        <p:cNvPr id="1" name=""/>
        <p:cNvGrpSpPr/>
        <p:nvPr/>
      </p:nvGrpSpPr>
      <p:grpSpPr>
        <a:xfrm>
          <a:off x="0" y="0"/>
          <a:ext cx="0" cy="0"/>
          <a:chOff x="0" y="0"/>
          <a:chExt cx="0" cy="0"/>
        </a:xfrm>
      </p:grpSpPr>
      <p:sp>
        <p:nvSpPr>
          <p:cNvPr id="7" name="Picture Placeholder 6"/>
          <p:cNvSpPr>
            <a:spLocks noGrp="1"/>
          </p:cNvSpPr>
          <p:nvPr>
            <p:ph type="pic" sz="quarter" idx="18"/>
          </p:nvPr>
        </p:nvSpPr>
        <p:spPr>
          <a:xfrm>
            <a:off x="607823" y="1905000"/>
            <a:ext cx="3352800" cy="3962400"/>
          </a:xfrm>
          <a:solidFill>
            <a:schemeClr val="accent4"/>
          </a:solidFill>
        </p:spPr>
        <p:txBody>
          <a:bodyPr/>
          <a:lstStyle/>
          <a:p>
            <a:r>
              <a:rPr lang="en-US"/>
              <a:t>Click icon to add picture</a:t>
            </a:r>
            <a:endParaRPr lang="en-US" dirty="0"/>
          </a:p>
        </p:txBody>
      </p:sp>
      <p:sp>
        <p:nvSpPr>
          <p:cNvPr id="11" name="Picture Placeholder 6"/>
          <p:cNvSpPr>
            <a:spLocks noGrp="1"/>
          </p:cNvSpPr>
          <p:nvPr>
            <p:ph type="pic" sz="quarter" idx="19"/>
          </p:nvPr>
        </p:nvSpPr>
        <p:spPr>
          <a:xfrm>
            <a:off x="4417823" y="1905000"/>
            <a:ext cx="3352800" cy="3962400"/>
          </a:xfrm>
          <a:solidFill>
            <a:schemeClr val="accent4"/>
          </a:solidFill>
        </p:spPr>
        <p:txBody>
          <a:bodyPr/>
          <a:lstStyle/>
          <a:p>
            <a:r>
              <a:rPr lang="en-US"/>
              <a:t>Click icon to add picture</a:t>
            </a:r>
            <a:endParaRPr lang="en-US" dirty="0"/>
          </a:p>
        </p:txBody>
      </p:sp>
      <p:sp>
        <p:nvSpPr>
          <p:cNvPr id="13" name="Picture Placeholder 6"/>
          <p:cNvSpPr>
            <a:spLocks noGrp="1"/>
          </p:cNvSpPr>
          <p:nvPr>
            <p:ph type="pic" sz="quarter" idx="20"/>
          </p:nvPr>
        </p:nvSpPr>
        <p:spPr>
          <a:xfrm>
            <a:off x="8229600" y="1905000"/>
            <a:ext cx="3352800" cy="3962400"/>
          </a:xfrm>
          <a:solidFill>
            <a:schemeClr val="accent4"/>
          </a:solidFill>
        </p:spPr>
        <p:txBody>
          <a:bodyPr/>
          <a:lstStyle/>
          <a:p>
            <a:r>
              <a:rPr lang="en-US"/>
              <a:t>Click icon to add picture</a:t>
            </a:r>
            <a:endParaRPr lang="en-US" dirty="0"/>
          </a:p>
        </p:txBody>
      </p:sp>
      <p:sp>
        <p:nvSpPr>
          <p:cNvPr id="14" name="Text Placeholder 8"/>
          <p:cNvSpPr>
            <a:spLocks noGrp="1"/>
          </p:cNvSpPr>
          <p:nvPr>
            <p:ph type="body" sz="quarter" idx="16" hasCustomPrompt="1"/>
          </p:nvPr>
        </p:nvSpPr>
        <p:spPr>
          <a:xfrm>
            <a:off x="607823" y="5282625"/>
            <a:ext cx="3352800" cy="584775"/>
          </a:xfrm>
        </p:spPr>
        <p:txBody>
          <a:bodyPr lIns="182880" tIns="182880" rIns="182880" bIns="182880" anchor="b">
            <a:no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dirty="0"/>
              <a:t>Image caption</a:t>
            </a:r>
          </a:p>
        </p:txBody>
      </p:sp>
      <p:sp>
        <p:nvSpPr>
          <p:cNvPr id="15" name="Text Placeholder 8"/>
          <p:cNvSpPr>
            <a:spLocks noGrp="1"/>
          </p:cNvSpPr>
          <p:nvPr>
            <p:ph type="body" sz="quarter" idx="21" hasCustomPrompt="1"/>
          </p:nvPr>
        </p:nvSpPr>
        <p:spPr>
          <a:xfrm>
            <a:off x="4417823" y="5282625"/>
            <a:ext cx="3352800" cy="584775"/>
          </a:xfrm>
        </p:spPr>
        <p:txBody>
          <a:bodyPr lIns="182880" tIns="182880" rIns="182880" bIns="182880" anchor="b">
            <a:no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a:t>Image caption</a:t>
            </a:r>
            <a:endParaRPr lang="en-US" dirty="0"/>
          </a:p>
        </p:txBody>
      </p:sp>
      <p:sp>
        <p:nvSpPr>
          <p:cNvPr id="16" name="Text Placeholder 8"/>
          <p:cNvSpPr>
            <a:spLocks noGrp="1"/>
          </p:cNvSpPr>
          <p:nvPr>
            <p:ph type="body" sz="quarter" idx="22" hasCustomPrompt="1"/>
          </p:nvPr>
        </p:nvSpPr>
        <p:spPr>
          <a:xfrm>
            <a:off x="8226047" y="5282625"/>
            <a:ext cx="3352800" cy="584775"/>
          </a:xfrm>
        </p:spPr>
        <p:txBody>
          <a:bodyPr lIns="182880" tIns="182880" rIns="182880" bIns="182880" anchor="b">
            <a:no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dirty="0"/>
              <a:t>Image caption</a:t>
            </a:r>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23"/>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24"/>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 images A">
    <p:spTree>
      <p:nvGrpSpPr>
        <p:cNvPr id="1" name=""/>
        <p:cNvGrpSpPr/>
        <p:nvPr/>
      </p:nvGrpSpPr>
      <p:grpSpPr>
        <a:xfrm>
          <a:off x="0" y="0"/>
          <a:ext cx="0" cy="0"/>
          <a:chOff x="0" y="0"/>
          <a:chExt cx="0" cy="0"/>
        </a:xfrm>
      </p:grpSpPr>
      <p:sp>
        <p:nvSpPr>
          <p:cNvPr id="9" name="Text Placeholder 5"/>
          <p:cNvSpPr>
            <a:spLocks noGrp="1"/>
          </p:cNvSpPr>
          <p:nvPr>
            <p:ph type="body" sz="quarter" idx="16"/>
          </p:nvPr>
        </p:nvSpPr>
        <p:spPr>
          <a:xfrm>
            <a:off x="609601" y="1905000"/>
            <a:ext cx="3352800" cy="3970526"/>
          </a:xfrm>
        </p:spPr>
        <p:txBody>
          <a:bodyPr>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6"/>
          <p:cNvSpPr>
            <a:spLocks noGrp="1"/>
          </p:cNvSpPr>
          <p:nvPr>
            <p:ph type="pic" sz="quarter" idx="19"/>
          </p:nvPr>
        </p:nvSpPr>
        <p:spPr>
          <a:xfrm>
            <a:off x="4419600" y="1905000"/>
            <a:ext cx="3352800" cy="3970526"/>
          </a:xfrm>
          <a:solidFill>
            <a:schemeClr val="accent4"/>
          </a:solidFill>
        </p:spPr>
        <p:txBody>
          <a:bodyPr/>
          <a:lstStyle/>
          <a:p>
            <a:r>
              <a:rPr lang="en-US"/>
              <a:t>Click icon to add picture</a:t>
            </a:r>
            <a:endParaRPr lang="en-US" dirty="0"/>
          </a:p>
        </p:txBody>
      </p:sp>
      <p:sp>
        <p:nvSpPr>
          <p:cNvPr id="11" name="Picture Placeholder 6"/>
          <p:cNvSpPr>
            <a:spLocks noGrp="1"/>
          </p:cNvSpPr>
          <p:nvPr>
            <p:ph type="pic" sz="quarter" idx="20"/>
          </p:nvPr>
        </p:nvSpPr>
        <p:spPr>
          <a:xfrm>
            <a:off x="8229600" y="1905000"/>
            <a:ext cx="3352800" cy="3970526"/>
          </a:xfrm>
          <a:solidFill>
            <a:schemeClr val="accent4"/>
          </a:solidFill>
        </p:spPr>
        <p:txBody>
          <a:bodyPr/>
          <a:lstStyle/>
          <a:p>
            <a:r>
              <a:rPr lang="en-US"/>
              <a:t>Click icon to add picture</a:t>
            </a:r>
            <a:endParaRPr lang="en-US" dirty="0"/>
          </a:p>
        </p:txBody>
      </p:sp>
      <p:sp>
        <p:nvSpPr>
          <p:cNvPr id="13" name="Text Placeholder 8"/>
          <p:cNvSpPr>
            <a:spLocks noGrp="1"/>
          </p:cNvSpPr>
          <p:nvPr>
            <p:ph type="body" sz="quarter" idx="21" hasCustomPrompt="1"/>
          </p:nvPr>
        </p:nvSpPr>
        <p:spPr>
          <a:xfrm>
            <a:off x="4419600" y="5290751"/>
            <a:ext cx="3352800" cy="584775"/>
          </a:xfrm>
          <a:effectLst/>
        </p:spPr>
        <p:txBody>
          <a:bodyPr lIns="182880" tIns="182880" rIns="182880" bIns="182880" anchor="b">
            <a:norm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dirty="0"/>
              <a:t>Image caption</a:t>
            </a:r>
          </a:p>
        </p:txBody>
      </p:sp>
      <p:sp>
        <p:nvSpPr>
          <p:cNvPr id="14" name="Text Placeholder 8"/>
          <p:cNvSpPr>
            <a:spLocks noGrp="1"/>
          </p:cNvSpPr>
          <p:nvPr>
            <p:ph type="body" sz="quarter" idx="22" hasCustomPrompt="1"/>
          </p:nvPr>
        </p:nvSpPr>
        <p:spPr>
          <a:xfrm>
            <a:off x="8229600" y="5290751"/>
            <a:ext cx="3352800" cy="584775"/>
          </a:xfrm>
          <a:effectLst/>
        </p:spPr>
        <p:txBody>
          <a:bodyPr lIns="182880" tIns="182880" rIns="182880" bIns="182880" anchor="b">
            <a:norm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a:t>Image caption</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23"/>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24"/>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umn text + image ">
    <p:spTree>
      <p:nvGrpSpPr>
        <p:cNvPr id="1" name=""/>
        <p:cNvGrpSpPr/>
        <p:nvPr/>
      </p:nvGrpSpPr>
      <p:grpSpPr>
        <a:xfrm>
          <a:off x="0" y="0"/>
          <a:ext cx="0" cy="0"/>
          <a:chOff x="0" y="0"/>
          <a:chExt cx="0" cy="0"/>
        </a:xfrm>
      </p:grpSpPr>
      <p:sp>
        <p:nvSpPr>
          <p:cNvPr id="6" name="Text Placeholder 5"/>
          <p:cNvSpPr>
            <a:spLocks noGrp="1"/>
          </p:cNvSpPr>
          <p:nvPr>
            <p:ph type="body" sz="quarter" idx="15"/>
          </p:nvPr>
        </p:nvSpPr>
        <p:spPr>
          <a:xfrm>
            <a:off x="4417823" y="1905000"/>
            <a:ext cx="3356353" cy="3962400"/>
          </a:xfrm>
        </p:spPr>
        <p:txBody>
          <a:bodyPr>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5"/>
          <p:cNvSpPr>
            <a:spLocks noGrp="1"/>
          </p:cNvSpPr>
          <p:nvPr>
            <p:ph type="body" sz="quarter" idx="16"/>
          </p:nvPr>
        </p:nvSpPr>
        <p:spPr>
          <a:xfrm>
            <a:off x="609601" y="1905000"/>
            <a:ext cx="3352800" cy="3962400"/>
          </a:xfrm>
        </p:spPr>
        <p:txBody>
          <a:bodyPr>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6"/>
          <p:cNvSpPr>
            <a:spLocks noGrp="1"/>
          </p:cNvSpPr>
          <p:nvPr>
            <p:ph type="pic" sz="quarter" idx="20"/>
          </p:nvPr>
        </p:nvSpPr>
        <p:spPr>
          <a:xfrm>
            <a:off x="8229600" y="1905000"/>
            <a:ext cx="3352800" cy="3962400"/>
          </a:xfrm>
          <a:solidFill>
            <a:schemeClr val="accent4"/>
          </a:solidFill>
        </p:spPr>
        <p:txBody>
          <a:bodyPr>
            <a:noAutofit/>
          </a:bodyPr>
          <a:lstStyle/>
          <a:p>
            <a:r>
              <a:rPr lang="en-US"/>
              <a:t>Click icon to add picture</a:t>
            </a:r>
            <a:endParaRPr lang="en-US" dirty="0"/>
          </a:p>
        </p:txBody>
      </p:sp>
      <p:sp>
        <p:nvSpPr>
          <p:cNvPr id="11" name="Text Placeholder 8"/>
          <p:cNvSpPr>
            <a:spLocks noGrp="1"/>
          </p:cNvSpPr>
          <p:nvPr>
            <p:ph type="body" sz="quarter" idx="22" hasCustomPrompt="1"/>
          </p:nvPr>
        </p:nvSpPr>
        <p:spPr>
          <a:xfrm>
            <a:off x="8226047" y="5282626"/>
            <a:ext cx="3352800" cy="584775"/>
          </a:xfrm>
        </p:spPr>
        <p:txBody>
          <a:bodyPr lIns="182880" tIns="182880" rIns="182880" bIns="182880" anchor="b">
            <a:no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dirty="0"/>
              <a:t>Image caption</a:t>
            </a:r>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23"/>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24"/>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lumn text">
    <p:spTree>
      <p:nvGrpSpPr>
        <p:cNvPr id="1" name=""/>
        <p:cNvGrpSpPr/>
        <p:nvPr/>
      </p:nvGrpSpPr>
      <p:grpSpPr>
        <a:xfrm>
          <a:off x="0" y="0"/>
          <a:ext cx="0" cy="0"/>
          <a:chOff x="0" y="0"/>
          <a:chExt cx="0" cy="0"/>
        </a:xfrm>
      </p:grpSpPr>
      <p:sp>
        <p:nvSpPr>
          <p:cNvPr id="6" name="Text Placeholder 5"/>
          <p:cNvSpPr>
            <a:spLocks noGrp="1"/>
          </p:cNvSpPr>
          <p:nvPr>
            <p:ph type="body" sz="quarter" idx="15"/>
          </p:nvPr>
        </p:nvSpPr>
        <p:spPr>
          <a:xfrm>
            <a:off x="3411224" y="1905000"/>
            <a:ext cx="2566737" cy="3962400"/>
          </a:xfrm>
        </p:spPr>
        <p:txBody>
          <a:bodyPr>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5"/>
          <p:cNvSpPr>
            <a:spLocks noGrp="1"/>
          </p:cNvSpPr>
          <p:nvPr>
            <p:ph type="body" sz="quarter" idx="16"/>
          </p:nvPr>
        </p:nvSpPr>
        <p:spPr>
          <a:xfrm>
            <a:off x="609601" y="1905000"/>
            <a:ext cx="2564020" cy="3962400"/>
          </a:xfrm>
        </p:spPr>
        <p:txBody>
          <a:bodyPr>
            <a:noAutofit/>
          </a:bodyPr>
          <a:lstStyle>
            <a:lvl1pPr>
              <a:defRPr sz="2800"/>
            </a:lvl1pPr>
            <a:lvl7pPr>
              <a:defRPr>
                <a:solidFill>
                  <a:srgbClr val="929D96"/>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5"/>
          <p:cNvSpPr>
            <a:spLocks noGrp="1"/>
          </p:cNvSpPr>
          <p:nvPr>
            <p:ph type="body" sz="quarter" idx="17"/>
          </p:nvPr>
        </p:nvSpPr>
        <p:spPr>
          <a:xfrm>
            <a:off x="6215564" y="1905000"/>
            <a:ext cx="2566737" cy="3962400"/>
          </a:xfrm>
        </p:spPr>
        <p:txBody>
          <a:bodyPr>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5"/>
          <p:cNvSpPr>
            <a:spLocks noGrp="1"/>
          </p:cNvSpPr>
          <p:nvPr>
            <p:ph type="body" sz="quarter" idx="18"/>
          </p:nvPr>
        </p:nvSpPr>
        <p:spPr>
          <a:xfrm>
            <a:off x="9019903" y="1905000"/>
            <a:ext cx="2566737" cy="3962400"/>
          </a:xfrm>
        </p:spPr>
        <p:txBody>
          <a:bodyPr>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9"/>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20"/>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column text + takeaway">
    <p:spTree>
      <p:nvGrpSpPr>
        <p:cNvPr id="1" name=""/>
        <p:cNvGrpSpPr/>
        <p:nvPr/>
      </p:nvGrpSpPr>
      <p:grpSpPr>
        <a:xfrm>
          <a:off x="0" y="0"/>
          <a:ext cx="0" cy="0"/>
          <a:chOff x="0" y="0"/>
          <a:chExt cx="0" cy="0"/>
        </a:xfrm>
      </p:grpSpPr>
      <p:sp>
        <p:nvSpPr>
          <p:cNvPr id="6" name="Text Placeholder 5"/>
          <p:cNvSpPr>
            <a:spLocks noGrp="1"/>
          </p:cNvSpPr>
          <p:nvPr>
            <p:ph type="body" sz="quarter" idx="15"/>
          </p:nvPr>
        </p:nvSpPr>
        <p:spPr>
          <a:xfrm>
            <a:off x="3411224" y="1905000"/>
            <a:ext cx="2566737" cy="3657599"/>
          </a:xfrm>
        </p:spPr>
        <p:txBody>
          <a:bodyPr bIns="182880">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5"/>
          <p:cNvSpPr>
            <a:spLocks noGrp="1"/>
          </p:cNvSpPr>
          <p:nvPr>
            <p:ph type="body" sz="quarter" idx="16"/>
          </p:nvPr>
        </p:nvSpPr>
        <p:spPr>
          <a:xfrm>
            <a:off x="609601" y="1905000"/>
            <a:ext cx="2564020" cy="3657599"/>
          </a:xfrm>
        </p:spPr>
        <p:txBody>
          <a:bodyPr>
            <a:noAutofit/>
          </a:bodyPr>
          <a:lstStyle>
            <a:lvl1pPr>
              <a:defRPr sz="2800"/>
            </a:lvl1pPr>
            <a:lvl7pPr>
              <a:defRPr>
                <a:solidFill>
                  <a:srgbClr val="929D96"/>
                </a:solidFill>
              </a:defRPr>
            </a:lvl7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5"/>
          <p:cNvSpPr>
            <a:spLocks noGrp="1"/>
          </p:cNvSpPr>
          <p:nvPr>
            <p:ph type="body" sz="quarter" idx="17"/>
          </p:nvPr>
        </p:nvSpPr>
        <p:spPr>
          <a:xfrm>
            <a:off x="6215564" y="1905000"/>
            <a:ext cx="2566737" cy="3657599"/>
          </a:xfrm>
        </p:spPr>
        <p:txBody>
          <a:bodyPr bIns="182880">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5"/>
          <p:cNvSpPr>
            <a:spLocks noGrp="1"/>
          </p:cNvSpPr>
          <p:nvPr>
            <p:ph type="body" sz="quarter" idx="18"/>
          </p:nvPr>
        </p:nvSpPr>
        <p:spPr>
          <a:xfrm>
            <a:off x="9019903" y="1905000"/>
            <a:ext cx="2566737" cy="3657599"/>
          </a:xfrm>
        </p:spPr>
        <p:txBody>
          <a:bodyPr bIns="182880">
            <a:noAutofit/>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9"/>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20"/>
          </p:nvPr>
        </p:nvSpPr>
        <p:spPr/>
        <p:txBody>
          <a:bodyPr/>
          <a:lstStyle/>
          <a:p>
            <a:fld id="{B6D1532F-61F1-B941-ACDF-6BC65E0B4055}" type="slidenum">
              <a:rPr lang="en-US" smtClean="0"/>
              <a:pPr/>
              <a:t>‹#›</a:t>
            </a:fld>
            <a:endParaRPr lang="en-US" dirty="0"/>
          </a:p>
        </p:txBody>
      </p:sp>
      <p:sp>
        <p:nvSpPr>
          <p:cNvPr id="11" name="Content Placeholder 3"/>
          <p:cNvSpPr>
            <a:spLocks noGrp="1"/>
          </p:cNvSpPr>
          <p:nvPr>
            <p:ph sz="quarter" idx="21"/>
          </p:nvPr>
        </p:nvSpPr>
        <p:spPr>
          <a:xfrm>
            <a:off x="609600" y="5562600"/>
            <a:ext cx="10969625" cy="609600"/>
          </a:xfrm>
          <a:solidFill>
            <a:schemeClr val="accent6"/>
          </a:solidFill>
        </p:spPr>
        <p:txBody>
          <a:bodyPr lIns="182880" tIns="182880" rIns="182880" bIns="182880" anchor="ctr">
            <a:normAutofit/>
          </a:bodyPr>
          <a:lstStyle>
            <a:lvl1pPr>
              <a:defRPr sz="2400">
                <a:solidFill>
                  <a:schemeClr val="bg1"/>
                </a:solidFill>
              </a:defRPr>
            </a:lvl1pPr>
          </a:lstStyle>
          <a:p>
            <a:pPr lvl="0"/>
            <a:r>
              <a:rPr lang="en-US"/>
              <a:t>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column images">
    <p:spTree>
      <p:nvGrpSpPr>
        <p:cNvPr id="1" name=""/>
        <p:cNvGrpSpPr/>
        <p:nvPr/>
      </p:nvGrpSpPr>
      <p:grpSpPr>
        <a:xfrm>
          <a:off x="0" y="0"/>
          <a:ext cx="0" cy="0"/>
          <a:chOff x="0" y="0"/>
          <a:chExt cx="0" cy="0"/>
        </a:xfrm>
      </p:grpSpPr>
      <p:sp>
        <p:nvSpPr>
          <p:cNvPr id="11" name="Picture Placeholder 6"/>
          <p:cNvSpPr>
            <a:spLocks noGrp="1"/>
          </p:cNvSpPr>
          <p:nvPr>
            <p:ph type="pic" sz="quarter" idx="20"/>
          </p:nvPr>
        </p:nvSpPr>
        <p:spPr>
          <a:xfrm>
            <a:off x="9016465" y="1905000"/>
            <a:ext cx="2566737" cy="3962400"/>
          </a:xfrm>
          <a:solidFill>
            <a:schemeClr val="accent4"/>
          </a:solidFill>
        </p:spPr>
        <p:txBody>
          <a:bodyPr/>
          <a:lstStyle/>
          <a:p>
            <a:r>
              <a:rPr lang="en-US"/>
              <a:t>Click icon to add picture</a:t>
            </a:r>
            <a:endParaRPr lang="en-US" dirty="0"/>
          </a:p>
        </p:txBody>
      </p:sp>
      <p:sp>
        <p:nvSpPr>
          <p:cNvPr id="13" name="Picture Placeholder 6"/>
          <p:cNvSpPr>
            <a:spLocks noGrp="1"/>
          </p:cNvSpPr>
          <p:nvPr>
            <p:ph type="pic" sz="quarter" idx="21"/>
          </p:nvPr>
        </p:nvSpPr>
        <p:spPr>
          <a:xfrm>
            <a:off x="3412981" y="1905000"/>
            <a:ext cx="2566737" cy="3962400"/>
          </a:xfrm>
          <a:solidFill>
            <a:schemeClr val="accent4"/>
          </a:solidFill>
        </p:spPr>
        <p:txBody>
          <a:bodyPr/>
          <a:lstStyle/>
          <a:p>
            <a:r>
              <a:rPr lang="en-US"/>
              <a:t>Click icon to add picture</a:t>
            </a:r>
            <a:endParaRPr lang="en-US" dirty="0"/>
          </a:p>
        </p:txBody>
      </p:sp>
      <p:sp>
        <p:nvSpPr>
          <p:cNvPr id="14" name="Text Placeholder 8"/>
          <p:cNvSpPr>
            <a:spLocks noGrp="1"/>
          </p:cNvSpPr>
          <p:nvPr>
            <p:ph type="body" sz="quarter" idx="22" hasCustomPrompt="1"/>
          </p:nvPr>
        </p:nvSpPr>
        <p:spPr>
          <a:xfrm>
            <a:off x="9014688" y="5282626"/>
            <a:ext cx="2570290" cy="584775"/>
          </a:xfrm>
        </p:spPr>
        <p:txBody>
          <a:bodyPr lIns="182880" tIns="182880" rIns="182880" bIns="182880" anchor="b">
            <a:no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dirty="0"/>
              <a:t>Image caption</a:t>
            </a:r>
          </a:p>
        </p:txBody>
      </p:sp>
      <p:sp>
        <p:nvSpPr>
          <p:cNvPr id="15" name="Text Placeholder 8"/>
          <p:cNvSpPr>
            <a:spLocks noGrp="1"/>
          </p:cNvSpPr>
          <p:nvPr>
            <p:ph type="body" sz="quarter" idx="23" hasCustomPrompt="1"/>
          </p:nvPr>
        </p:nvSpPr>
        <p:spPr>
          <a:xfrm>
            <a:off x="3411204" y="5282626"/>
            <a:ext cx="2570290" cy="584775"/>
          </a:xfrm>
        </p:spPr>
        <p:txBody>
          <a:bodyPr lIns="182880" tIns="182880" rIns="182880" bIns="182880" anchor="b">
            <a:no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dirty="0"/>
              <a:t>Image caption</a:t>
            </a:r>
          </a:p>
        </p:txBody>
      </p:sp>
      <p:sp>
        <p:nvSpPr>
          <p:cNvPr id="16" name="Picture Placeholder 6"/>
          <p:cNvSpPr>
            <a:spLocks noGrp="1"/>
          </p:cNvSpPr>
          <p:nvPr>
            <p:ph type="pic" sz="quarter" idx="24"/>
          </p:nvPr>
        </p:nvSpPr>
        <p:spPr>
          <a:xfrm>
            <a:off x="613955" y="1905000"/>
            <a:ext cx="2566737" cy="3962400"/>
          </a:xfrm>
          <a:solidFill>
            <a:schemeClr val="accent4"/>
          </a:solidFill>
        </p:spPr>
        <p:txBody>
          <a:bodyPr/>
          <a:lstStyle/>
          <a:p>
            <a:r>
              <a:rPr lang="en-US"/>
              <a:t>Click icon to add picture</a:t>
            </a:r>
            <a:endParaRPr lang="en-US" dirty="0"/>
          </a:p>
        </p:txBody>
      </p:sp>
      <p:sp>
        <p:nvSpPr>
          <p:cNvPr id="17" name="Text Placeholder 8"/>
          <p:cNvSpPr>
            <a:spLocks noGrp="1"/>
          </p:cNvSpPr>
          <p:nvPr>
            <p:ph type="body" sz="quarter" idx="25" hasCustomPrompt="1"/>
          </p:nvPr>
        </p:nvSpPr>
        <p:spPr>
          <a:xfrm>
            <a:off x="612178" y="5282626"/>
            <a:ext cx="2570290" cy="584775"/>
          </a:xfrm>
        </p:spPr>
        <p:txBody>
          <a:bodyPr lIns="182880" tIns="182880" rIns="182880" bIns="182880" anchor="b">
            <a:no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dirty="0"/>
              <a:t>Image caption</a:t>
            </a:r>
          </a:p>
        </p:txBody>
      </p:sp>
      <p:sp>
        <p:nvSpPr>
          <p:cNvPr id="18" name="Picture Placeholder 6"/>
          <p:cNvSpPr>
            <a:spLocks noGrp="1"/>
          </p:cNvSpPr>
          <p:nvPr>
            <p:ph type="pic" sz="quarter" idx="26"/>
          </p:nvPr>
        </p:nvSpPr>
        <p:spPr>
          <a:xfrm>
            <a:off x="6217439" y="1905000"/>
            <a:ext cx="2566737" cy="3962400"/>
          </a:xfrm>
          <a:solidFill>
            <a:schemeClr val="accent4"/>
          </a:solidFill>
        </p:spPr>
        <p:txBody>
          <a:bodyPr/>
          <a:lstStyle/>
          <a:p>
            <a:r>
              <a:rPr lang="en-US"/>
              <a:t>Click icon to add picture</a:t>
            </a:r>
            <a:endParaRPr lang="en-US" dirty="0"/>
          </a:p>
        </p:txBody>
      </p:sp>
      <p:sp>
        <p:nvSpPr>
          <p:cNvPr id="19" name="Text Placeholder 8"/>
          <p:cNvSpPr>
            <a:spLocks noGrp="1"/>
          </p:cNvSpPr>
          <p:nvPr>
            <p:ph type="body" sz="quarter" idx="27" hasCustomPrompt="1"/>
          </p:nvPr>
        </p:nvSpPr>
        <p:spPr>
          <a:xfrm>
            <a:off x="6215662" y="5282626"/>
            <a:ext cx="2570290" cy="584775"/>
          </a:xfrm>
        </p:spPr>
        <p:txBody>
          <a:bodyPr lIns="182880" tIns="182880" rIns="182880" bIns="182880" anchor="b">
            <a:no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dirty="0"/>
              <a:t>Image caption</a:t>
            </a:r>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28"/>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29"/>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 column text + images">
    <p:spTree>
      <p:nvGrpSpPr>
        <p:cNvPr id="1" name=""/>
        <p:cNvGrpSpPr/>
        <p:nvPr/>
      </p:nvGrpSpPr>
      <p:grpSpPr>
        <a:xfrm>
          <a:off x="0" y="0"/>
          <a:ext cx="0" cy="0"/>
          <a:chOff x="0" y="0"/>
          <a:chExt cx="0" cy="0"/>
        </a:xfrm>
      </p:grpSpPr>
      <p:sp>
        <p:nvSpPr>
          <p:cNvPr id="9" name="Text Placeholder 5"/>
          <p:cNvSpPr>
            <a:spLocks noGrp="1"/>
          </p:cNvSpPr>
          <p:nvPr>
            <p:ph type="body" sz="quarter" idx="16"/>
          </p:nvPr>
        </p:nvSpPr>
        <p:spPr>
          <a:xfrm>
            <a:off x="609601" y="1905000"/>
            <a:ext cx="2564020" cy="3962400"/>
          </a:xfrm>
        </p:spPr>
        <p:txBody>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5"/>
          <p:cNvSpPr>
            <a:spLocks noGrp="1"/>
          </p:cNvSpPr>
          <p:nvPr>
            <p:ph type="body" sz="quarter" idx="17"/>
          </p:nvPr>
        </p:nvSpPr>
        <p:spPr>
          <a:xfrm>
            <a:off x="6210368" y="1905000"/>
            <a:ext cx="2566737" cy="3962400"/>
          </a:xfrm>
        </p:spPr>
        <p:txBody>
          <a:bodyPr/>
          <a:lstStyle>
            <a:lvl1pPr>
              <a:defRPr sz="280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p:cNvSpPr>
            <a:spLocks noGrp="1"/>
          </p:cNvSpPr>
          <p:nvPr>
            <p:ph type="pic" sz="quarter" idx="20"/>
          </p:nvPr>
        </p:nvSpPr>
        <p:spPr>
          <a:xfrm>
            <a:off x="9012110" y="1905000"/>
            <a:ext cx="2566737" cy="3962400"/>
          </a:xfrm>
          <a:solidFill>
            <a:schemeClr val="accent4"/>
          </a:solidFill>
        </p:spPr>
        <p:txBody>
          <a:bodyPr/>
          <a:lstStyle/>
          <a:p>
            <a:r>
              <a:rPr lang="en-US"/>
              <a:t>Click icon to add picture</a:t>
            </a:r>
            <a:endParaRPr lang="en-US" dirty="0"/>
          </a:p>
        </p:txBody>
      </p:sp>
      <p:sp>
        <p:nvSpPr>
          <p:cNvPr id="13" name="Picture Placeholder 6"/>
          <p:cNvSpPr>
            <a:spLocks noGrp="1"/>
          </p:cNvSpPr>
          <p:nvPr>
            <p:ph type="pic" sz="quarter" idx="21"/>
          </p:nvPr>
        </p:nvSpPr>
        <p:spPr>
          <a:xfrm>
            <a:off x="3408626" y="1905000"/>
            <a:ext cx="2566737" cy="3962400"/>
          </a:xfrm>
          <a:solidFill>
            <a:schemeClr val="accent4"/>
          </a:solidFill>
        </p:spPr>
        <p:txBody>
          <a:bodyPr/>
          <a:lstStyle/>
          <a:p>
            <a:r>
              <a:rPr lang="en-US"/>
              <a:t>Click icon to add picture</a:t>
            </a:r>
            <a:endParaRPr lang="en-US" dirty="0"/>
          </a:p>
        </p:txBody>
      </p:sp>
      <p:sp>
        <p:nvSpPr>
          <p:cNvPr id="16" name="Text Placeholder 8"/>
          <p:cNvSpPr>
            <a:spLocks noGrp="1"/>
          </p:cNvSpPr>
          <p:nvPr>
            <p:ph type="body" sz="quarter" idx="22" hasCustomPrompt="1"/>
          </p:nvPr>
        </p:nvSpPr>
        <p:spPr>
          <a:xfrm>
            <a:off x="9014688" y="5282626"/>
            <a:ext cx="2570290" cy="584775"/>
          </a:xfrm>
        </p:spPr>
        <p:txBody>
          <a:bodyPr lIns="182880" tIns="182880" rIns="182880" bIns="182880" anchor="b">
            <a:no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dirty="0"/>
              <a:t>Image caption</a:t>
            </a:r>
          </a:p>
        </p:txBody>
      </p:sp>
      <p:sp>
        <p:nvSpPr>
          <p:cNvPr id="17" name="Text Placeholder 8"/>
          <p:cNvSpPr>
            <a:spLocks noGrp="1"/>
          </p:cNvSpPr>
          <p:nvPr>
            <p:ph type="body" sz="quarter" idx="23" hasCustomPrompt="1"/>
          </p:nvPr>
        </p:nvSpPr>
        <p:spPr>
          <a:xfrm>
            <a:off x="3411204" y="5282626"/>
            <a:ext cx="2570290" cy="584775"/>
          </a:xfrm>
        </p:spPr>
        <p:txBody>
          <a:bodyPr lIns="182880" tIns="182880" rIns="182880" bIns="182880" anchor="b">
            <a:noAutofit/>
          </a:bodyPr>
          <a:lstStyle>
            <a:lvl1pPr>
              <a:defRPr sz="1400" b="0">
                <a:solidFill>
                  <a:schemeClr val="bg1"/>
                </a:solidFill>
                <a:effectLst>
                  <a:outerShdw blurRad="50800" dist="38100" dir="8100000" algn="tr" rotWithShape="0">
                    <a:prstClr val="black">
                      <a:alpha val="40000"/>
                    </a:prstClr>
                  </a:outerShdw>
                </a:effectLst>
              </a:defRPr>
            </a:lvl1pPr>
          </a:lstStyle>
          <a:p>
            <a:pPr lvl="0"/>
            <a:r>
              <a:rPr lang="en-US" dirty="0"/>
              <a:t>Image caption</a:t>
            </a:r>
          </a:p>
        </p:txBody>
      </p:sp>
      <p:sp>
        <p:nvSpPr>
          <p:cNvPr id="6" name="Title 5"/>
          <p:cNvSpPr>
            <a:spLocks noGrp="1"/>
          </p:cNvSpPr>
          <p:nvPr>
            <p:ph type="title"/>
          </p:nvPr>
        </p:nvSpPr>
        <p:spPr/>
        <p:txBody>
          <a:bodyPr/>
          <a:lstStyle/>
          <a:p>
            <a:r>
              <a:rPr lang="en-US"/>
              <a:t>Click to edit Master title style</a:t>
            </a:r>
          </a:p>
        </p:txBody>
      </p:sp>
      <p:sp>
        <p:nvSpPr>
          <p:cNvPr id="2" name="Footer Placeholder 1"/>
          <p:cNvSpPr>
            <a:spLocks noGrp="1"/>
          </p:cNvSpPr>
          <p:nvPr>
            <p:ph type="ftr" sz="quarter" idx="24"/>
          </p:nvPr>
        </p:nvSpPr>
        <p:spPr/>
        <p:txBody>
          <a:bodyPr/>
          <a:lstStyle/>
          <a:p>
            <a:r>
              <a:rPr lang="en-US"/>
              <a:t>Presentation Title | Date | Aptiv Confidential</a:t>
            </a:r>
            <a:endParaRPr lang="en-US" dirty="0"/>
          </a:p>
        </p:txBody>
      </p:sp>
      <p:sp>
        <p:nvSpPr>
          <p:cNvPr id="5" name="Slide Number Placeholder 4"/>
          <p:cNvSpPr>
            <a:spLocks noGrp="1"/>
          </p:cNvSpPr>
          <p:nvPr>
            <p:ph type="sldNum" sz="quarter" idx="25"/>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 chart right">
    <p:spTree>
      <p:nvGrpSpPr>
        <p:cNvPr id="1" name=""/>
        <p:cNvGrpSpPr/>
        <p:nvPr/>
      </p:nvGrpSpPr>
      <p:grpSpPr>
        <a:xfrm>
          <a:off x="0" y="0"/>
          <a:ext cx="0" cy="0"/>
          <a:chOff x="0" y="0"/>
          <a:chExt cx="0" cy="0"/>
        </a:xfrm>
      </p:grpSpPr>
      <p:sp>
        <p:nvSpPr>
          <p:cNvPr id="9" name="Text Placeholder 5"/>
          <p:cNvSpPr>
            <a:spLocks noGrp="1"/>
          </p:cNvSpPr>
          <p:nvPr>
            <p:ph type="body" sz="quarter" idx="16"/>
          </p:nvPr>
        </p:nvSpPr>
        <p:spPr>
          <a:xfrm>
            <a:off x="609600" y="1905000"/>
            <a:ext cx="5181600" cy="396240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hart Placeholder 6"/>
          <p:cNvSpPr>
            <a:spLocks noGrp="1"/>
          </p:cNvSpPr>
          <p:nvPr>
            <p:ph type="chart" sz="quarter" idx="17"/>
          </p:nvPr>
        </p:nvSpPr>
        <p:spPr>
          <a:xfrm>
            <a:off x="6400800" y="1905000"/>
            <a:ext cx="5178425" cy="3962400"/>
          </a:xfrm>
        </p:spPr>
        <p:txBody>
          <a:bodyPr/>
          <a:lstStyle/>
          <a:p>
            <a:r>
              <a:rPr lang="en-US"/>
              <a:t>Click icon to add chart</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8"/>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9"/>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 chart right + takeaway">
    <p:spTree>
      <p:nvGrpSpPr>
        <p:cNvPr id="1" name=""/>
        <p:cNvGrpSpPr/>
        <p:nvPr/>
      </p:nvGrpSpPr>
      <p:grpSpPr>
        <a:xfrm>
          <a:off x="0" y="0"/>
          <a:ext cx="0" cy="0"/>
          <a:chOff x="0" y="0"/>
          <a:chExt cx="0" cy="0"/>
        </a:xfrm>
      </p:grpSpPr>
      <p:sp>
        <p:nvSpPr>
          <p:cNvPr id="9" name="Text Placeholder 5"/>
          <p:cNvSpPr>
            <a:spLocks noGrp="1"/>
          </p:cNvSpPr>
          <p:nvPr>
            <p:ph type="body" sz="quarter" idx="16"/>
          </p:nvPr>
        </p:nvSpPr>
        <p:spPr>
          <a:xfrm>
            <a:off x="609600" y="1905000"/>
            <a:ext cx="5181600" cy="3657600"/>
          </a:xfrm>
        </p:spPr>
        <p:txBody>
          <a:bodyPr bIns="18288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hart Placeholder 6"/>
          <p:cNvSpPr>
            <a:spLocks noGrp="1"/>
          </p:cNvSpPr>
          <p:nvPr>
            <p:ph type="chart" sz="quarter" idx="17"/>
          </p:nvPr>
        </p:nvSpPr>
        <p:spPr>
          <a:xfrm>
            <a:off x="6400800" y="1905000"/>
            <a:ext cx="5178425" cy="3657600"/>
          </a:xfrm>
        </p:spPr>
        <p:txBody>
          <a:bodyPr bIns="182880"/>
          <a:lstStyle/>
          <a:p>
            <a:r>
              <a:rPr lang="en-US"/>
              <a:t>Click icon to add chart</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8"/>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9"/>
          </p:nvPr>
        </p:nvSpPr>
        <p:spPr/>
        <p:txBody>
          <a:bodyPr/>
          <a:lstStyle/>
          <a:p>
            <a:fld id="{B6D1532F-61F1-B941-ACDF-6BC65E0B4055}" type="slidenum">
              <a:rPr lang="en-US" smtClean="0"/>
              <a:pPr/>
              <a:t>‹#›</a:t>
            </a:fld>
            <a:endParaRPr lang="en-US" dirty="0"/>
          </a:p>
        </p:txBody>
      </p:sp>
      <p:sp>
        <p:nvSpPr>
          <p:cNvPr id="8" name="Content Placeholder 3"/>
          <p:cNvSpPr>
            <a:spLocks noGrp="1"/>
          </p:cNvSpPr>
          <p:nvPr>
            <p:ph sz="quarter" idx="21"/>
          </p:nvPr>
        </p:nvSpPr>
        <p:spPr>
          <a:xfrm>
            <a:off x="609600" y="5562600"/>
            <a:ext cx="10969625" cy="609600"/>
          </a:xfrm>
          <a:solidFill>
            <a:schemeClr val="accent6"/>
          </a:solidFill>
        </p:spPr>
        <p:txBody>
          <a:bodyPr lIns="182880" tIns="182880" rIns="182880" bIns="182880" anchor="ctr">
            <a:normAutofit/>
          </a:bodyPr>
          <a:lstStyle>
            <a:lvl1pPr>
              <a:defRPr sz="2400">
                <a:solidFill>
                  <a:schemeClr val="bg1"/>
                </a:solidFill>
              </a:defRPr>
            </a:lvl1pPr>
          </a:lstStyle>
          <a:p>
            <a:pPr lvl="0"/>
            <a:r>
              <a:rPr lang="en-US"/>
              <a:t>Edit Master text styles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 chart left">
    <p:spTree>
      <p:nvGrpSpPr>
        <p:cNvPr id="1" name=""/>
        <p:cNvGrpSpPr/>
        <p:nvPr/>
      </p:nvGrpSpPr>
      <p:grpSpPr>
        <a:xfrm>
          <a:off x="0" y="0"/>
          <a:ext cx="0" cy="0"/>
          <a:chOff x="0" y="0"/>
          <a:chExt cx="0" cy="0"/>
        </a:xfrm>
      </p:grpSpPr>
      <p:sp>
        <p:nvSpPr>
          <p:cNvPr id="9" name="Text Placeholder 5"/>
          <p:cNvSpPr>
            <a:spLocks noGrp="1"/>
          </p:cNvSpPr>
          <p:nvPr>
            <p:ph type="body" sz="quarter" idx="16"/>
          </p:nvPr>
        </p:nvSpPr>
        <p:spPr>
          <a:xfrm>
            <a:off x="6397247" y="1905000"/>
            <a:ext cx="5181600" cy="396240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hart Placeholder 6"/>
          <p:cNvSpPr>
            <a:spLocks noGrp="1"/>
          </p:cNvSpPr>
          <p:nvPr>
            <p:ph type="chart" sz="quarter" idx="17"/>
          </p:nvPr>
        </p:nvSpPr>
        <p:spPr>
          <a:xfrm>
            <a:off x="612775" y="1905000"/>
            <a:ext cx="5178425" cy="3962400"/>
          </a:xfrm>
        </p:spPr>
        <p:txBody>
          <a:bodyPr/>
          <a:lstStyle/>
          <a:p>
            <a:r>
              <a:rPr lang="en-US"/>
              <a:t>Click icon to add chart</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8"/>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9"/>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 chart left + takeaway">
    <p:spTree>
      <p:nvGrpSpPr>
        <p:cNvPr id="1" name=""/>
        <p:cNvGrpSpPr/>
        <p:nvPr/>
      </p:nvGrpSpPr>
      <p:grpSpPr>
        <a:xfrm>
          <a:off x="0" y="0"/>
          <a:ext cx="0" cy="0"/>
          <a:chOff x="0" y="0"/>
          <a:chExt cx="0" cy="0"/>
        </a:xfrm>
      </p:grpSpPr>
      <p:sp>
        <p:nvSpPr>
          <p:cNvPr id="9" name="Text Placeholder 5"/>
          <p:cNvSpPr>
            <a:spLocks noGrp="1"/>
          </p:cNvSpPr>
          <p:nvPr>
            <p:ph type="body" sz="quarter" idx="16"/>
          </p:nvPr>
        </p:nvSpPr>
        <p:spPr>
          <a:xfrm>
            <a:off x="6397247" y="1905000"/>
            <a:ext cx="5181600" cy="3657599"/>
          </a:xfrm>
        </p:spPr>
        <p:txBody>
          <a:bodyPr bIns="18288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hart Placeholder 6"/>
          <p:cNvSpPr>
            <a:spLocks noGrp="1"/>
          </p:cNvSpPr>
          <p:nvPr>
            <p:ph type="chart" sz="quarter" idx="17"/>
          </p:nvPr>
        </p:nvSpPr>
        <p:spPr>
          <a:xfrm>
            <a:off x="612775" y="1905000"/>
            <a:ext cx="5178425" cy="3657599"/>
          </a:xfrm>
        </p:spPr>
        <p:txBody>
          <a:bodyPr bIns="182880"/>
          <a:lstStyle/>
          <a:p>
            <a:r>
              <a:rPr lang="en-US"/>
              <a:t>Click icon to add chart</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8"/>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9"/>
          </p:nvPr>
        </p:nvSpPr>
        <p:spPr/>
        <p:txBody>
          <a:bodyPr/>
          <a:lstStyle/>
          <a:p>
            <a:fld id="{B6D1532F-61F1-B941-ACDF-6BC65E0B4055}" type="slidenum">
              <a:rPr lang="en-US" smtClean="0"/>
              <a:pPr/>
              <a:t>‹#›</a:t>
            </a:fld>
            <a:endParaRPr lang="en-US" dirty="0"/>
          </a:p>
        </p:txBody>
      </p:sp>
      <p:sp>
        <p:nvSpPr>
          <p:cNvPr id="8" name="Content Placeholder 3"/>
          <p:cNvSpPr>
            <a:spLocks noGrp="1"/>
          </p:cNvSpPr>
          <p:nvPr>
            <p:ph sz="quarter" idx="21"/>
          </p:nvPr>
        </p:nvSpPr>
        <p:spPr>
          <a:xfrm>
            <a:off x="609600" y="5562600"/>
            <a:ext cx="10969625" cy="609600"/>
          </a:xfrm>
          <a:solidFill>
            <a:schemeClr val="accent6"/>
          </a:solidFill>
        </p:spPr>
        <p:txBody>
          <a:bodyPr lIns="182880" tIns="182880" rIns="182880" bIns="182880" anchor="ctr">
            <a:normAutofit/>
          </a:bodyPr>
          <a:lstStyle>
            <a:lvl1pPr>
              <a:defRPr sz="2400">
                <a:solidFill>
                  <a:schemeClr val="bg1"/>
                </a:solidFill>
              </a:defRPr>
            </a:lvl1pPr>
          </a:lstStyle>
          <a:p>
            <a:pPr lvl="0"/>
            <a:r>
              <a:rPr lang="en-US"/>
              <a:t>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harts">
    <p:spTree>
      <p:nvGrpSpPr>
        <p:cNvPr id="1" name=""/>
        <p:cNvGrpSpPr/>
        <p:nvPr/>
      </p:nvGrpSpPr>
      <p:grpSpPr>
        <a:xfrm>
          <a:off x="0" y="0"/>
          <a:ext cx="0" cy="0"/>
          <a:chOff x="0" y="0"/>
          <a:chExt cx="0" cy="0"/>
        </a:xfrm>
      </p:grpSpPr>
      <p:sp>
        <p:nvSpPr>
          <p:cNvPr id="7" name="Chart Placeholder 6"/>
          <p:cNvSpPr>
            <a:spLocks noGrp="1"/>
          </p:cNvSpPr>
          <p:nvPr>
            <p:ph type="chart" sz="quarter" idx="17"/>
          </p:nvPr>
        </p:nvSpPr>
        <p:spPr>
          <a:xfrm>
            <a:off x="6400800" y="1905000"/>
            <a:ext cx="5178425" cy="3962400"/>
          </a:xfrm>
        </p:spPr>
        <p:txBody>
          <a:bodyPr/>
          <a:lstStyle/>
          <a:p>
            <a:r>
              <a:rPr lang="en-US"/>
              <a:t>Click icon to add chart</a:t>
            </a:r>
            <a:endParaRPr lang="en-US" dirty="0"/>
          </a:p>
        </p:txBody>
      </p:sp>
      <p:sp>
        <p:nvSpPr>
          <p:cNvPr id="8" name="Chart Placeholder 6"/>
          <p:cNvSpPr>
            <a:spLocks noGrp="1"/>
          </p:cNvSpPr>
          <p:nvPr>
            <p:ph type="chart" sz="quarter" idx="18"/>
          </p:nvPr>
        </p:nvSpPr>
        <p:spPr>
          <a:xfrm>
            <a:off x="609600" y="1905000"/>
            <a:ext cx="5178425" cy="3962400"/>
          </a:xfrm>
        </p:spPr>
        <p:txBody>
          <a:bodyPr/>
          <a:lstStyle/>
          <a:p>
            <a:r>
              <a:rPr lang="en-US"/>
              <a:t>Click icon to add chart</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9"/>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20"/>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charts + takeaway">
    <p:spTree>
      <p:nvGrpSpPr>
        <p:cNvPr id="1" name=""/>
        <p:cNvGrpSpPr/>
        <p:nvPr/>
      </p:nvGrpSpPr>
      <p:grpSpPr>
        <a:xfrm>
          <a:off x="0" y="0"/>
          <a:ext cx="0" cy="0"/>
          <a:chOff x="0" y="0"/>
          <a:chExt cx="0" cy="0"/>
        </a:xfrm>
      </p:grpSpPr>
      <p:sp>
        <p:nvSpPr>
          <p:cNvPr id="7" name="Chart Placeholder 6"/>
          <p:cNvSpPr>
            <a:spLocks noGrp="1"/>
          </p:cNvSpPr>
          <p:nvPr>
            <p:ph type="chart" sz="quarter" idx="17"/>
          </p:nvPr>
        </p:nvSpPr>
        <p:spPr>
          <a:xfrm>
            <a:off x="6400800" y="1905000"/>
            <a:ext cx="5178425" cy="3657600"/>
          </a:xfrm>
        </p:spPr>
        <p:txBody>
          <a:bodyPr/>
          <a:lstStyle/>
          <a:p>
            <a:r>
              <a:rPr lang="en-US"/>
              <a:t>Click icon to add chart</a:t>
            </a:r>
            <a:endParaRPr lang="en-US" dirty="0"/>
          </a:p>
        </p:txBody>
      </p:sp>
      <p:sp>
        <p:nvSpPr>
          <p:cNvPr id="8" name="Chart Placeholder 6"/>
          <p:cNvSpPr>
            <a:spLocks noGrp="1"/>
          </p:cNvSpPr>
          <p:nvPr>
            <p:ph type="chart" sz="quarter" idx="18"/>
          </p:nvPr>
        </p:nvSpPr>
        <p:spPr>
          <a:xfrm>
            <a:off x="609600" y="1905000"/>
            <a:ext cx="5178425" cy="3657600"/>
          </a:xfrm>
        </p:spPr>
        <p:txBody>
          <a:bodyPr/>
          <a:lstStyle/>
          <a:p>
            <a:r>
              <a:rPr lang="en-US"/>
              <a:t>Click icon to add chart</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5" name="Footer Placeholder 4"/>
          <p:cNvSpPr>
            <a:spLocks noGrp="1"/>
          </p:cNvSpPr>
          <p:nvPr>
            <p:ph type="ftr" sz="quarter" idx="19"/>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20"/>
          </p:nvPr>
        </p:nvSpPr>
        <p:spPr/>
        <p:txBody>
          <a:bodyPr/>
          <a:lstStyle/>
          <a:p>
            <a:fld id="{B6D1532F-61F1-B941-ACDF-6BC65E0B4055}" type="slidenum">
              <a:rPr lang="en-US" smtClean="0"/>
              <a:pPr/>
              <a:t>‹#›</a:t>
            </a:fld>
            <a:endParaRPr lang="en-US" dirty="0"/>
          </a:p>
        </p:txBody>
      </p:sp>
      <p:sp>
        <p:nvSpPr>
          <p:cNvPr id="9" name="Content Placeholder 3"/>
          <p:cNvSpPr>
            <a:spLocks noGrp="1"/>
          </p:cNvSpPr>
          <p:nvPr>
            <p:ph sz="quarter" idx="21"/>
          </p:nvPr>
        </p:nvSpPr>
        <p:spPr>
          <a:xfrm>
            <a:off x="609600" y="5562600"/>
            <a:ext cx="10969625" cy="609600"/>
          </a:xfrm>
          <a:solidFill>
            <a:schemeClr val="accent6"/>
          </a:solidFill>
        </p:spPr>
        <p:txBody>
          <a:bodyPr lIns="182880" tIns="182880" rIns="182880" bIns="182880" anchor="ctr">
            <a:normAutofit/>
          </a:bodyPr>
          <a:lstStyle>
            <a:lvl1pPr>
              <a:defRPr sz="2400">
                <a:solidFill>
                  <a:schemeClr val="bg1"/>
                </a:solidFill>
              </a:defRPr>
            </a:lvl1pPr>
          </a:lstStyle>
          <a:p>
            <a:pPr lvl="0"/>
            <a:r>
              <a:rPr lang="en-US"/>
              <a:t>Edit Master text styles</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rge chart">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Click to edit Master title style</a:t>
            </a:r>
          </a:p>
        </p:txBody>
      </p:sp>
      <p:sp>
        <p:nvSpPr>
          <p:cNvPr id="6" name="Chart Placeholder 5"/>
          <p:cNvSpPr>
            <a:spLocks noGrp="1"/>
          </p:cNvSpPr>
          <p:nvPr>
            <p:ph type="chart" sz="quarter" idx="13"/>
          </p:nvPr>
        </p:nvSpPr>
        <p:spPr>
          <a:xfrm>
            <a:off x="609600" y="1905000"/>
            <a:ext cx="10969625" cy="3962400"/>
          </a:xfrm>
        </p:spPr>
        <p:txBody>
          <a:bodyPr/>
          <a:lstStyle/>
          <a:p>
            <a:r>
              <a:rPr lang="en-US"/>
              <a:t>Click icon to add chart</a:t>
            </a:r>
            <a:endParaRPr lang="en-US" dirty="0"/>
          </a:p>
        </p:txBody>
      </p:sp>
      <p:sp>
        <p:nvSpPr>
          <p:cNvPr id="2" name="Footer Placeholder 1"/>
          <p:cNvSpPr>
            <a:spLocks noGrp="1"/>
          </p:cNvSpPr>
          <p:nvPr>
            <p:ph type="ftr" sz="quarter" idx="14"/>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15"/>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arge chart + takeaway">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Click to edit Master title style</a:t>
            </a:r>
          </a:p>
        </p:txBody>
      </p:sp>
      <p:sp>
        <p:nvSpPr>
          <p:cNvPr id="6" name="Chart Placeholder 5"/>
          <p:cNvSpPr>
            <a:spLocks noGrp="1"/>
          </p:cNvSpPr>
          <p:nvPr>
            <p:ph type="chart" sz="quarter" idx="13"/>
          </p:nvPr>
        </p:nvSpPr>
        <p:spPr>
          <a:xfrm>
            <a:off x="609600" y="1905000"/>
            <a:ext cx="10969625" cy="3657599"/>
          </a:xfrm>
        </p:spPr>
        <p:txBody>
          <a:bodyPr/>
          <a:lstStyle/>
          <a:p>
            <a:r>
              <a:rPr lang="en-US"/>
              <a:t>Click icon to add chart</a:t>
            </a:r>
            <a:endParaRPr lang="en-US" dirty="0"/>
          </a:p>
        </p:txBody>
      </p:sp>
      <p:sp>
        <p:nvSpPr>
          <p:cNvPr id="2" name="Footer Placeholder 1"/>
          <p:cNvSpPr>
            <a:spLocks noGrp="1"/>
          </p:cNvSpPr>
          <p:nvPr>
            <p:ph type="ftr" sz="quarter" idx="14"/>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15"/>
          </p:nvPr>
        </p:nvSpPr>
        <p:spPr/>
        <p:txBody>
          <a:bodyPr/>
          <a:lstStyle/>
          <a:p>
            <a:fld id="{B6D1532F-61F1-B941-ACDF-6BC65E0B4055}" type="slidenum">
              <a:rPr lang="en-US" smtClean="0"/>
              <a:pPr/>
              <a:t>‹#›</a:t>
            </a:fld>
            <a:endParaRPr lang="en-US" dirty="0"/>
          </a:p>
        </p:txBody>
      </p:sp>
      <p:sp>
        <p:nvSpPr>
          <p:cNvPr id="8" name="Content Placeholder 3"/>
          <p:cNvSpPr>
            <a:spLocks noGrp="1"/>
          </p:cNvSpPr>
          <p:nvPr>
            <p:ph sz="quarter" idx="21"/>
          </p:nvPr>
        </p:nvSpPr>
        <p:spPr>
          <a:xfrm>
            <a:off x="609600" y="5562600"/>
            <a:ext cx="10969625" cy="609600"/>
          </a:xfrm>
          <a:solidFill>
            <a:schemeClr val="accent6"/>
          </a:solidFill>
        </p:spPr>
        <p:txBody>
          <a:bodyPr lIns="182880" tIns="182880" rIns="182880" bIns="182880" anchor="ctr">
            <a:normAutofit/>
          </a:bodyPr>
          <a:lstStyle>
            <a:lvl1pPr>
              <a:defRPr sz="2400">
                <a:solidFill>
                  <a:schemeClr val="bg1"/>
                </a:solidFill>
              </a:defRPr>
            </a:lvl1pPr>
          </a:lstStyle>
          <a:p>
            <a:pPr lvl="0"/>
            <a:r>
              <a:rPr lang="en-US"/>
              <a:t>Edit Master text styles</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arge table">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Click to edit Master title style</a:t>
            </a:r>
          </a:p>
        </p:txBody>
      </p:sp>
      <p:sp>
        <p:nvSpPr>
          <p:cNvPr id="7" name="Table Placeholder 6"/>
          <p:cNvSpPr>
            <a:spLocks noGrp="1"/>
          </p:cNvSpPr>
          <p:nvPr>
            <p:ph type="tbl" sz="quarter" idx="13"/>
          </p:nvPr>
        </p:nvSpPr>
        <p:spPr>
          <a:xfrm>
            <a:off x="609600" y="1905000"/>
            <a:ext cx="10969625" cy="3962400"/>
          </a:xfrm>
        </p:spPr>
        <p:txBody>
          <a:bodyPr/>
          <a:lstStyle/>
          <a:p>
            <a:r>
              <a:rPr lang="en-US"/>
              <a:t>Click icon to add table</a:t>
            </a:r>
            <a:endParaRPr lang="en-US" dirty="0"/>
          </a:p>
        </p:txBody>
      </p:sp>
      <p:sp>
        <p:nvSpPr>
          <p:cNvPr id="2" name="Footer Placeholder 1"/>
          <p:cNvSpPr>
            <a:spLocks noGrp="1"/>
          </p:cNvSpPr>
          <p:nvPr>
            <p:ph type="ftr" sz="quarter" idx="14"/>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5"/>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big poi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3"/>
          </p:nvPr>
        </p:nvSpPr>
        <p:spPr>
          <a:xfrm>
            <a:off x="2494923" y="2443159"/>
            <a:ext cx="3450771" cy="2743200"/>
          </a:xfrm>
          <a:solidFill>
            <a:schemeClr val="accent5"/>
          </a:solidFill>
        </p:spPr>
        <p:txBody>
          <a:bodyPr lIns="274320" tIns="274320" rIns="274320" bIns="274320">
            <a:noAutofit/>
          </a:bodyPr>
          <a:lstStyle>
            <a:lvl1pPr>
              <a:defRPr sz="2400" b="0">
                <a:solidFill>
                  <a:schemeClr val="bg1"/>
                </a:solidFill>
              </a:defRPr>
            </a:lvl1pPr>
          </a:lstStyle>
          <a:p>
            <a:pPr lvl="0"/>
            <a:r>
              <a:rPr lang="en-US"/>
              <a:t>Edit Master text styles</a:t>
            </a:r>
          </a:p>
        </p:txBody>
      </p:sp>
      <p:sp>
        <p:nvSpPr>
          <p:cNvPr id="15" name="Text Placeholder 6"/>
          <p:cNvSpPr>
            <a:spLocks noGrp="1"/>
          </p:cNvSpPr>
          <p:nvPr>
            <p:ph type="body" sz="quarter" idx="14"/>
          </p:nvPr>
        </p:nvSpPr>
        <p:spPr>
          <a:xfrm>
            <a:off x="6255937" y="2443159"/>
            <a:ext cx="3450771" cy="2743200"/>
          </a:xfrm>
          <a:solidFill>
            <a:schemeClr val="accent5"/>
          </a:solidFill>
        </p:spPr>
        <p:txBody>
          <a:bodyPr lIns="274320" tIns="274320" rIns="274320" bIns="274320">
            <a:noAutofit/>
          </a:bodyPr>
          <a:lstStyle>
            <a:lvl1pPr>
              <a:defRPr sz="2400" b="0">
                <a:solidFill>
                  <a:schemeClr val="bg1"/>
                </a:solidFill>
              </a:defRPr>
            </a:lvl1pPr>
          </a:lstStyle>
          <a:p>
            <a:pPr lvl="0"/>
            <a:r>
              <a:rPr lang="en-US"/>
              <a:t>Edit Master text styles</a:t>
            </a:r>
          </a:p>
        </p:txBody>
      </p:sp>
      <p:sp>
        <p:nvSpPr>
          <p:cNvPr id="5" name="Footer Placeholder 4"/>
          <p:cNvSpPr>
            <a:spLocks noGrp="1"/>
          </p:cNvSpPr>
          <p:nvPr>
            <p:ph type="ftr" sz="quarter" idx="15"/>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6"/>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big poi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3"/>
          </p:nvPr>
        </p:nvSpPr>
        <p:spPr>
          <a:xfrm>
            <a:off x="606047" y="2443159"/>
            <a:ext cx="3450771" cy="2743200"/>
          </a:xfrm>
          <a:solidFill>
            <a:schemeClr val="accent5"/>
          </a:solidFill>
        </p:spPr>
        <p:txBody>
          <a:bodyPr lIns="274320" tIns="274320" rIns="274320" bIns="274320">
            <a:noAutofit/>
          </a:bodyPr>
          <a:lstStyle>
            <a:lvl1pPr>
              <a:defRPr sz="2400" b="0">
                <a:solidFill>
                  <a:schemeClr val="bg1"/>
                </a:solidFill>
              </a:defRPr>
            </a:lvl1pPr>
          </a:lstStyle>
          <a:p>
            <a:pPr lvl="0"/>
            <a:r>
              <a:rPr lang="en-US"/>
              <a:t>Edit Master text styles</a:t>
            </a:r>
          </a:p>
        </p:txBody>
      </p:sp>
      <p:sp>
        <p:nvSpPr>
          <p:cNvPr id="15" name="Text Placeholder 6"/>
          <p:cNvSpPr>
            <a:spLocks noGrp="1"/>
          </p:cNvSpPr>
          <p:nvPr>
            <p:ph type="body" sz="quarter" idx="14"/>
          </p:nvPr>
        </p:nvSpPr>
        <p:spPr>
          <a:xfrm>
            <a:off x="4367061" y="2443159"/>
            <a:ext cx="3450771" cy="2743200"/>
          </a:xfrm>
          <a:solidFill>
            <a:srgbClr val="475A64"/>
          </a:solidFill>
        </p:spPr>
        <p:txBody>
          <a:bodyPr lIns="274320" tIns="274320" rIns="274320" bIns="274320">
            <a:noAutofit/>
          </a:bodyPr>
          <a:lstStyle>
            <a:lvl1pPr>
              <a:defRPr sz="2400" b="0">
                <a:solidFill>
                  <a:schemeClr val="bg1"/>
                </a:solidFill>
              </a:defRPr>
            </a:lvl1pPr>
          </a:lstStyle>
          <a:p>
            <a:pPr lvl="0"/>
            <a:r>
              <a:rPr lang="en-US"/>
              <a:t>Edit Master text styles</a:t>
            </a:r>
          </a:p>
        </p:txBody>
      </p:sp>
      <p:sp>
        <p:nvSpPr>
          <p:cNvPr id="17" name="Text Placeholder 6"/>
          <p:cNvSpPr>
            <a:spLocks noGrp="1"/>
          </p:cNvSpPr>
          <p:nvPr>
            <p:ph type="body" sz="quarter" idx="15"/>
          </p:nvPr>
        </p:nvSpPr>
        <p:spPr>
          <a:xfrm>
            <a:off x="8128076" y="2443159"/>
            <a:ext cx="3450771" cy="2743200"/>
          </a:xfrm>
          <a:solidFill>
            <a:schemeClr val="accent6"/>
          </a:solidFill>
        </p:spPr>
        <p:txBody>
          <a:bodyPr lIns="274320" tIns="274320" rIns="274320" bIns="274320">
            <a:noAutofit/>
          </a:bodyPr>
          <a:lstStyle>
            <a:lvl1pPr>
              <a:defRPr sz="2400" b="0">
                <a:solidFill>
                  <a:schemeClr val="bg1"/>
                </a:solidFill>
              </a:defRPr>
            </a:lvl1pPr>
          </a:lstStyle>
          <a:p>
            <a:pPr lvl="0"/>
            <a:r>
              <a:rPr lang="en-US"/>
              <a:t>Edit Master text styles</a:t>
            </a:r>
          </a:p>
        </p:txBody>
      </p:sp>
      <p:sp>
        <p:nvSpPr>
          <p:cNvPr id="5" name="Footer Placeholder 4"/>
          <p:cNvSpPr>
            <a:spLocks noGrp="1"/>
          </p:cNvSpPr>
          <p:nvPr>
            <p:ph type="ftr" sz="quarter" idx="16"/>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7"/>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big poi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3"/>
          </p:nvPr>
        </p:nvSpPr>
        <p:spPr>
          <a:xfrm>
            <a:off x="606047" y="2443159"/>
            <a:ext cx="2468880" cy="2743200"/>
          </a:xfrm>
          <a:solidFill>
            <a:schemeClr val="accent5"/>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15" name="Text Placeholder 6"/>
          <p:cNvSpPr>
            <a:spLocks noGrp="1"/>
          </p:cNvSpPr>
          <p:nvPr>
            <p:ph type="body" sz="quarter" idx="14"/>
          </p:nvPr>
        </p:nvSpPr>
        <p:spPr>
          <a:xfrm>
            <a:off x="6275327" y="2443159"/>
            <a:ext cx="2468880" cy="2743200"/>
          </a:xfrm>
          <a:solidFill>
            <a:schemeClr val="accent6"/>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17" name="Text Placeholder 6"/>
          <p:cNvSpPr>
            <a:spLocks noGrp="1"/>
          </p:cNvSpPr>
          <p:nvPr>
            <p:ph type="body" sz="quarter" idx="15"/>
          </p:nvPr>
        </p:nvSpPr>
        <p:spPr>
          <a:xfrm>
            <a:off x="9109967" y="2443159"/>
            <a:ext cx="2468880" cy="2743200"/>
          </a:xfrm>
          <a:solidFill>
            <a:srgbClr val="81A2AA"/>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9" name="Text Placeholder 6"/>
          <p:cNvSpPr>
            <a:spLocks noGrp="1"/>
          </p:cNvSpPr>
          <p:nvPr>
            <p:ph type="body" sz="quarter" idx="16"/>
          </p:nvPr>
        </p:nvSpPr>
        <p:spPr>
          <a:xfrm>
            <a:off x="3440687" y="2443159"/>
            <a:ext cx="2468880" cy="2743200"/>
          </a:xfrm>
          <a:solidFill>
            <a:srgbClr val="475A64"/>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5" name="Footer Placeholder 4"/>
          <p:cNvSpPr>
            <a:spLocks noGrp="1"/>
          </p:cNvSpPr>
          <p:nvPr>
            <p:ph type="ftr" sz="quarter" idx="17"/>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8"/>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 big poi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6"/>
          <p:cNvSpPr>
            <a:spLocks noGrp="1"/>
          </p:cNvSpPr>
          <p:nvPr>
            <p:ph type="body" sz="quarter" idx="13"/>
          </p:nvPr>
        </p:nvSpPr>
        <p:spPr>
          <a:xfrm>
            <a:off x="609600" y="1606063"/>
            <a:ext cx="3450771" cy="1999287"/>
          </a:xfrm>
          <a:solidFill>
            <a:schemeClr val="accent5"/>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12" name="Text Placeholder 6"/>
          <p:cNvSpPr>
            <a:spLocks noGrp="1"/>
          </p:cNvSpPr>
          <p:nvPr>
            <p:ph type="body" sz="quarter" idx="14"/>
          </p:nvPr>
        </p:nvSpPr>
        <p:spPr>
          <a:xfrm>
            <a:off x="4370614" y="1606063"/>
            <a:ext cx="3450771" cy="1999287"/>
          </a:xfrm>
          <a:solidFill>
            <a:srgbClr val="475A64"/>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14" name="Text Placeholder 6"/>
          <p:cNvSpPr>
            <a:spLocks noGrp="1"/>
          </p:cNvSpPr>
          <p:nvPr>
            <p:ph type="body" sz="quarter" idx="15"/>
          </p:nvPr>
        </p:nvSpPr>
        <p:spPr>
          <a:xfrm>
            <a:off x="8131629" y="1606063"/>
            <a:ext cx="3450771" cy="1999287"/>
          </a:xfrm>
          <a:solidFill>
            <a:schemeClr val="accent6"/>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16" name="Text Placeholder 6"/>
          <p:cNvSpPr>
            <a:spLocks noGrp="1"/>
          </p:cNvSpPr>
          <p:nvPr>
            <p:ph type="body" sz="quarter" idx="16"/>
          </p:nvPr>
        </p:nvSpPr>
        <p:spPr>
          <a:xfrm>
            <a:off x="609600" y="3920366"/>
            <a:ext cx="3450771" cy="1947034"/>
          </a:xfrm>
          <a:solidFill>
            <a:schemeClr val="accent5"/>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18" name="Text Placeholder 6"/>
          <p:cNvSpPr>
            <a:spLocks noGrp="1"/>
          </p:cNvSpPr>
          <p:nvPr>
            <p:ph type="body" sz="quarter" idx="17"/>
          </p:nvPr>
        </p:nvSpPr>
        <p:spPr>
          <a:xfrm>
            <a:off x="4370614" y="3920366"/>
            <a:ext cx="3450771" cy="1947034"/>
          </a:xfrm>
          <a:solidFill>
            <a:srgbClr val="475A64"/>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5" name="Footer Placeholder 4"/>
          <p:cNvSpPr>
            <a:spLocks noGrp="1"/>
          </p:cNvSpPr>
          <p:nvPr>
            <p:ph type="ftr" sz="quarter" idx="18"/>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9"/>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 big poi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6"/>
          <p:cNvSpPr>
            <a:spLocks noGrp="1"/>
          </p:cNvSpPr>
          <p:nvPr>
            <p:ph type="body" sz="quarter" idx="13"/>
          </p:nvPr>
        </p:nvSpPr>
        <p:spPr>
          <a:xfrm>
            <a:off x="609600" y="1606063"/>
            <a:ext cx="3450771" cy="1999287"/>
          </a:xfrm>
          <a:solidFill>
            <a:schemeClr val="accent5"/>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14" name="Text Placeholder 6"/>
          <p:cNvSpPr>
            <a:spLocks noGrp="1"/>
          </p:cNvSpPr>
          <p:nvPr>
            <p:ph type="body" sz="quarter" idx="14"/>
          </p:nvPr>
        </p:nvSpPr>
        <p:spPr>
          <a:xfrm>
            <a:off x="4370614" y="1606063"/>
            <a:ext cx="3450771" cy="1999287"/>
          </a:xfrm>
          <a:solidFill>
            <a:srgbClr val="475A64"/>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16" name="Text Placeholder 6"/>
          <p:cNvSpPr>
            <a:spLocks noGrp="1"/>
          </p:cNvSpPr>
          <p:nvPr>
            <p:ph type="body" sz="quarter" idx="15"/>
          </p:nvPr>
        </p:nvSpPr>
        <p:spPr>
          <a:xfrm>
            <a:off x="8131629" y="1606063"/>
            <a:ext cx="3450771" cy="1999287"/>
          </a:xfrm>
          <a:solidFill>
            <a:schemeClr val="accent6"/>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18" name="Text Placeholder 6"/>
          <p:cNvSpPr>
            <a:spLocks noGrp="1"/>
          </p:cNvSpPr>
          <p:nvPr>
            <p:ph type="body" sz="quarter" idx="16"/>
          </p:nvPr>
        </p:nvSpPr>
        <p:spPr>
          <a:xfrm>
            <a:off x="609600" y="3920366"/>
            <a:ext cx="3450771" cy="1947034"/>
          </a:xfrm>
          <a:solidFill>
            <a:schemeClr val="accent5"/>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19" name="Text Placeholder 6"/>
          <p:cNvSpPr>
            <a:spLocks noGrp="1"/>
          </p:cNvSpPr>
          <p:nvPr>
            <p:ph type="body" sz="quarter" idx="17"/>
          </p:nvPr>
        </p:nvSpPr>
        <p:spPr>
          <a:xfrm>
            <a:off x="4370614" y="3920366"/>
            <a:ext cx="3450771" cy="1947034"/>
          </a:xfrm>
          <a:solidFill>
            <a:srgbClr val="475A64"/>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20" name="Text Placeholder 6"/>
          <p:cNvSpPr>
            <a:spLocks noGrp="1"/>
          </p:cNvSpPr>
          <p:nvPr>
            <p:ph type="body" sz="quarter" idx="18"/>
          </p:nvPr>
        </p:nvSpPr>
        <p:spPr>
          <a:xfrm>
            <a:off x="8128076" y="3920366"/>
            <a:ext cx="3450771" cy="1947034"/>
          </a:xfrm>
          <a:solidFill>
            <a:schemeClr val="accent6"/>
          </a:solidFill>
        </p:spPr>
        <p:txBody>
          <a:bodyPr lIns="274320" tIns="274320" rIns="274320" bIns="274320">
            <a:noAutofit/>
          </a:bodyPr>
          <a:lstStyle>
            <a:lvl1pPr>
              <a:defRPr sz="2000" b="0">
                <a:solidFill>
                  <a:schemeClr val="bg1"/>
                </a:solidFill>
              </a:defRPr>
            </a:lvl1pPr>
          </a:lstStyle>
          <a:p>
            <a:pPr lvl="0"/>
            <a:r>
              <a:rPr lang="en-US"/>
              <a:t>Edit Master text styles</a:t>
            </a:r>
          </a:p>
        </p:txBody>
      </p:sp>
      <p:sp>
        <p:nvSpPr>
          <p:cNvPr id="5" name="Footer Placeholder 4"/>
          <p:cNvSpPr>
            <a:spLocks noGrp="1"/>
          </p:cNvSpPr>
          <p:nvPr>
            <p:ph type="ftr" sz="quarter" idx="19"/>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20"/>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7 big poi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5" name="Text Placeholder 6"/>
          <p:cNvSpPr>
            <a:spLocks noGrp="1"/>
          </p:cNvSpPr>
          <p:nvPr>
            <p:ph type="body" sz="quarter" idx="13"/>
          </p:nvPr>
        </p:nvSpPr>
        <p:spPr>
          <a:xfrm>
            <a:off x="606047" y="1600200"/>
            <a:ext cx="2532888" cy="1975104"/>
          </a:xfrm>
          <a:solidFill>
            <a:schemeClr val="accent5"/>
          </a:solidFill>
        </p:spPr>
        <p:txBody>
          <a:bodyPr lIns="274320" tIns="274320" rIns="274320" bIns="274320">
            <a:noAutofit/>
          </a:bodyPr>
          <a:lstStyle>
            <a:lvl1pPr>
              <a:defRPr sz="1800" b="0">
                <a:solidFill>
                  <a:schemeClr val="bg1"/>
                </a:solidFill>
              </a:defRPr>
            </a:lvl1pPr>
          </a:lstStyle>
          <a:p>
            <a:pPr lvl="0"/>
            <a:r>
              <a:rPr lang="en-US"/>
              <a:t>Edit Master text styles</a:t>
            </a:r>
          </a:p>
        </p:txBody>
      </p:sp>
      <p:sp>
        <p:nvSpPr>
          <p:cNvPr id="36" name="Text Placeholder 6"/>
          <p:cNvSpPr>
            <a:spLocks noGrp="1"/>
          </p:cNvSpPr>
          <p:nvPr>
            <p:ph type="body" sz="quarter" idx="14"/>
          </p:nvPr>
        </p:nvSpPr>
        <p:spPr>
          <a:xfrm>
            <a:off x="6236251" y="1600200"/>
            <a:ext cx="2532888" cy="1975104"/>
          </a:xfrm>
          <a:solidFill>
            <a:schemeClr val="accent6"/>
          </a:solidFill>
        </p:spPr>
        <p:txBody>
          <a:bodyPr lIns="274320" tIns="274320" rIns="274320" bIns="274320">
            <a:noAutofit/>
          </a:bodyPr>
          <a:lstStyle>
            <a:lvl1pPr>
              <a:defRPr sz="1800" b="0">
                <a:solidFill>
                  <a:schemeClr val="bg1"/>
                </a:solidFill>
              </a:defRPr>
            </a:lvl1pPr>
          </a:lstStyle>
          <a:p>
            <a:pPr lvl="0"/>
            <a:r>
              <a:rPr lang="en-US"/>
              <a:t>Edit Master text styles</a:t>
            </a:r>
          </a:p>
        </p:txBody>
      </p:sp>
      <p:sp>
        <p:nvSpPr>
          <p:cNvPr id="37" name="Text Placeholder 6"/>
          <p:cNvSpPr>
            <a:spLocks noGrp="1"/>
          </p:cNvSpPr>
          <p:nvPr>
            <p:ph type="body" sz="quarter" idx="15"/>
          </p:nvPr>
        </p:nvSpPr>
        <p:spPr>
          <a:xfrm>
            <a:off x="9051352" y="1600200"/>
            <a:ext cx="2532888" cy="1975104"/>
          </a:xfrm>
          <a:solidFill>
            <a:srgbClr val="81A2AA"/>
          </a:solidFill>
        </p:spPr>
        <p:txBody>
          <a:bodyPr lIns="274320" tIns="274320" rIns="274320" bIns="274320">
            <a:noAutofit/>
          </a:bodyPr>
          <a:lstStyle>
            <a:lvl1pPr>
              <a:defRPr sz="1800" b="0">
                <a:solidFill>
                  <a:schemeClr val="bg1"/>
                </a:solidFill>
              </a:defRPr>
            </a:lvl1pPr>
          </a:lstStyle>
          <a:p>
            <a:pPr lvl="0"/>
            <a:r>
              <a:rPr lang="en-US"/>
              <a:t>Edit Master text styles</a:t>
            </a:r>
          </a:p>
        </p:txBody>
      </p:sp>
      <p:sp>
        <p:nvSpPr>
          <p:cNvPr id="38" name="Text Placeholder 6"/>
          <p:cNvSpPr>
            <a:spLocks noGrp="1"/>
          </p:cNvSpPr>
          <p:nvPr>
            <p:ph type="body" sz="quarter" idx="16"/>
          </p:nvPr>
        </p:nvSpPr>
        <p:spPr>
          <a:xfrm>
            <a:off x="3421149" y="1600200"/>
            <a:ext cx="2532888" cy="1975104"/>
          </a:xfrm>
          <a:solidFill>
            <a:srgbClr val="475A64"/>
          </a:solidFill>
        </p:spPr>
        <p:txBody>
          <a:bodyPr lIns="274320" tIns="274320" rIns="274320" bIns="274320">
            <a:noAutofit/>
          </a:bodyPr>
          <a:lstStyle>
            <a:lvl1pPr>
              <a:defRPr sz="1800" b="0">
                <a:solidFill>
                  <a:schemeClr val="bg1"/>
                </a:solidFill>
              </a:defRPr>
            </a:lvl1pPr>
          </a:lstStyle>
          <a:p>
            <a:pPr lvl="0"/>
            <a:r>
              <a:rPr lang="en-US"/>
              <a:t>Edit Master text styles</a:t>
            </a:r>
          </a:p>
        </p:txBody>
      </p:sp>
      <p:sp>
        <p:nvSpPr>
          <p:cNvPr id="39" name="Text Placeholder 6"/>
          <p:cNvSpPr>
            <a:spLocks noGrp="1"/>
          </p:cNvSpPr>
          <p:nvPr>
            <p:ph type="body" sz="quarter" idx="17"/>
          </p:nvPr>
        </p:nvSpPr>
        <p:spPr>
          <a:xfrm>
            <a:off x="609600" y="3892731"/>
            <a:ext cx="2532888" cy="1975104"/>
          </a:xfrm>
          <a:solidFill>
            <a:schemeClr val="accent5"/>
          </a:solidFill>
        </p:spPr>
        <p:txBody>
          <a:bodyPr lIns="274320" tIns="274320" rIns="274320" bIns="274320">
            <a:noAutofit/>
          </a:bodyPr>
          <a:lstStyle>
            <a:lvl1pPr>
              <a:defRPr sz="1800" b="0">
                <a:solidFill>
                  <a:schemeClr val="bg1"/>
                </a:solidFill>
              </a:defRPr>
            </a:lvl1pPr>
          </a:lstStyle>
          <a:p>
            <a:pPr lvl="0"/>
            <a:r>
              <a:rPr lang="en-US"/>
              <a:t>Edit Master text styles</a:t>
            </a:r>
          </a:p>
        </p:txBody>
      </p:sp>
      <p:sp>
        <p:nvSpPr>
          <p:cNvPr id="40" name="Text Placeholder 6"/>
          <p:cNvSpPr>
            <a:spLocks noGrp="1"/>
          </p:cNvSpPr>
          <p:nvPr>
            <p:ph type="body" sz="quarter" idx="18"/>
          </p:nvPr>
        </p:nvSpPr>
        <p:spPr>
          <a:xfrm>
            <a:off x="6239804" y="3892731"/>
            <a:ext cx="2532888" cy="1975104"/>
          </a:xfrm>
          <a:solidFill>
            <a:schemeClr val="accent6"/>
          </a:solidFill>
        </p:spPr>
        <p:txBody>
          <a:bodyPr lIns="274320" tIns="274320" rIns="274320" bIns="274320">
            <a:noAutofit/>
          </a:bodyPr>
          <a:lstStyle>
            <a:lvl1pPr>
              <a:defRPr sz="1800" b="0">
                <a:solidFill>
                  <a:schemeClr val="bg1"/>
                </a:solidFill>
              </a:defRPr>
            </a:lvl1pPr>
          </a:lstStyle>
          <a:p>
            <a:pPr lvl="0"/>
            <a:r>
              <a:rPr lang="en-US"/>
              <a:t>Edit Master text styles</a:t>
            </a:r>
          </a:p>
        </p:txBody>
      </p:sp>
      <p:sp>
        <p:nvSpPr>
          <p:cNvPr id="42" name="Text Placeholder 6"/>
          <p:cNvSpPr>
            <a:spLocks noGrp="1"/>
          </p:cNvSpPr>
          <p:nvPr>
            <p:ph type="body" sz="quarter" idx="20"/>
          </p:nvPr>
        </p:nvSpPr>
        <p:spPr>
          <a:xfrm>
            <a:off x="3424702" y="3892731"/>
            <a:ext cx="2532888" cy="1975104"/>
          </a:xfrm>
          <a:solidFill>
            <a:srgbClr val="475A64"/>
          </a:solidFill>
        </p:spPr>
        <p:txBody>
          <a:bodyPr lIns="274320" tIns="274320" rIns="274320" bIns="274320">
            <a:noAutofit/>
          </a:bodyPr>
          <a:lstStyle>
            <a:lvl1pPr>
              <a:defRPr sz="1800" b="0">
                <a:solidFill>
                  <a:schemeClr val="bg1"/>
                </a:solidFill>
              </a:defRPr>
            </a:lvl1pPr>
          </a:lstStyle>
          <a:p>
            <a:pPr lvl="0"/>
            <a:r>
              <a:rPr lang="en-US"/>
              <a:t>Edit Master text styles</a:t>
            </a:r>
          </a:p>
        </p:txBody>
      </p:sp>
      <p:sp>
        <p:nvSpPr>
          <p:cNvPr id="5" name="Footer Placeholder 4"/>
          <p:cNvSpPr>
            <a:spLocks noGrp="1"/>
          </p:cNvSpPr>
          <p:nvPr>
            <p:ph type="ftr" sz="quarter" idx="21"/>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22"/>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8 big poi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3"/>
          </p:nvPr>
        </p:nvSpPr>
        <p:spPr>
          <a:xfrm>
            <a:off x="606047" y="1600200"/>
            <a:ext cx="2532888" cy="1975104"/>
          </a:xfrm>
          <a:solidFill>
            <a:schemeClr val="accent5"/>
          </a:solidFill>
        </p:spPr>
        <p:txBody>
          <a:bodyPr lIns="274320" tIns="274320" rIns="274320" bIns="274320">
            <a:noAutofit/>
          </a:bodyPr>
          <a:lstStyle>
            <a:lvl1pPr>
              <a:defRPr sz="1800" b="0">
                <a:solidFill>
                  <a:schemeClr val="bg2"/>
                </a:solidFill>
              </a:defRPr>
            </a:lvl1pPr>
          </a:lstStyle>
          <a:p>
            <a:pPr lvl="0"/>
            <a:r>
              <a:rPr lang="en-US"/>
              <a:t>Edit Master text styles</a:t>
            </a:r>
          </a:p>
        </p:txBody>
      </p:sp>
      <p:sp>
        <p:nvSpPr>
          <p:cNvPr id="15" name="Text Placeholder 6"/>
          <p:cNvSpPr>
            <a:spLocks noGrp="1"/>
          </p:cNvSpPr>
          <p:nvPr>
            <p:ph type="body" sz="quarter" idx="14"/>
          </p:nvPr>
        </p:nvSpPr>
        <p:spPr>
          <a:xfrm>
            <a:off x="6236251" y="1600200"/>
            <a:ext cx="2532888" cy="1975104"/>
          </a:xfrm>
          <a:solidFill>
            <a:schemeClr val="accent6"/>
          </a:solidFill>
        </p:spPr>
        <p:txBody>
          <a:bodyPr lIns="274320" tIns="274320" rIns="274320" bIns="274320">
            <a:noAutofit/>
          </a:bodyPr>
          <a:lstStyle>
            <a:lvl1pPr>
              <a:defRPr sz="1800" b="0">
                <a:solidFill>
                  <a:schemeClr val="bg2"/>
                </a:solidFill>
              </a:defRPr>
            </a:lvl1pPr>
          </a:lstStyle>
          <a:p>
            <a:pPr lvl="0"/>
            <a:r>
              <a:rPr lang="en-US"/>
              <a:t>Edit Master text styles</a:t>
            </a:r>
          </a:p>
        </p:txBody>
      </p:sp>
      <p:sp>
        <p:nvSpPr>
          <p:cNvPr id="17" name="Text Placeholder 6"/>
          <p:cNvSpPr>
            <a:spLocks noGrp="1"/>
          </p:cNvSpPr>
          <p:nvPr>
            <p:ph type="body" sz="quarter" idx="15"/>
          </p:nvPr>
        </p:nvSpPr>
        <p:spPr>
          <a:xfrm>
            <a:off x="9051352" y="1600200"/>
            <a:ext cx="2532888" cy="1975104"/>
          </a:xfrm>
          <a:solidFill>
            <a:srgbClr val="81A2AA"/>
          </a:solidFill>
        </p:spPr>
        <p:txBody>
          <a:bodyPr lIns="274320" tIns="274320" rIns="274320" bIns="274320">
            <a:noAutofit/>
          </a:bodyPr>
          <a:lstStyle>
            <a:lvl1pPr>
              <a:defRPr sz="1800" b="0">
                <a:solidFill>
                  <a:schemeClr val="bg2"/>
                </a:solidFill>
              </a:defRPr>
            </a:lvl1pPr>
          </a:lstStyle>
          <a:p>
            <a:pPr lvl="0"/>
            <a:r>
              <a:rPr lang="en-US"/>
              <a:t>Edit Master text styles</a:t>
            </a:r>
          </a:p>
        </p:txBody>
      </p:sp>
      <p:sp>
        <p:nvSpPr>
          <p:cNvPr id="9" name="Text Placeholder 6"/>
          <p:cNvSpPr>
            <a:spLocks noGrp="1"/>
          </p:cNvSpPr>
          <p:nvPr>
            <p:ph type="body" sz="quarter" idx="16"/>
          </p:nvPr>
        </p:nvSpPr>
        <p:spPr>
          <a:xfrm>
            <a:off x="3421149" y="1600200"/>
            <a:ext cx="2532888" cy="1975104"/>
          </a:xfrm>
          <a:solidFill>
            <a:srgbClr val="475A64"/>
          </a:solidFill>
        </p:spPr>
        <p:txBody>
          <a:bodyPr lIns="274320" tIns="274320" rIns="274320" bIns="274320">
            <a:noAutofit/>
          </a:bodyPr>
          <a:lstStyle>
            <a:lvl1pPr>
              <a:defRPr sz="1800" b="0">
                <a:solidFill>
                  <a:schemeClr val="bg2"/>
                </a:solidFill>
              </a:defRPr>
            </a:lvl1pPr>
          </a:lstStyle>
          <a:p>
            <a:pPr lvl="0"/>
            <a:r>
              <a:rPr lang="en-US"/>
              <a:t>Edit Master text styles</a:t>
            </a:r>
          </a:p>
        </p:txBody>
      </p:sp>
      <p:sp>
        <p:nvSpPr>
          <p:cNvPr id="16" name="Text Placeholder 6"/>
          <p:cNvSpPr>
            <a:spLocks noGrp="1"/>
          </p:cNvSpPr>
          <p:nvPr>
            <p:ph type="body" sz="quarter" idx="17"/>
          </p:nvPr>
        </p:nvSpPr>
        <p:spPr>
          <a:xfrm>
            <a:off x="609600" y="3892731"/>
            <a:ext cx="2532888" cy="1975104"/>
          </a:xfrm>
          <a:solidFill>
            <a:schemeClr val="accent5"/>
          </a:solidFill>
        </p:spPr>
        <p:txBody>
          <a:bodyPr lIns="274320" tIns="274320" rIns="274320" bIns="274320">
            <a:noAutofit/>
          </a:bodyPr>
          <a:lstStyle>
            <a:lvl1pPr>
              <a:defRPr sz="1800" b="0">
                <a:solidFill>
                  <a:schemeClr val="bg2"/>
                </a:solidFill>
              </a:defRPr>
            </a:lvl1pPr>
          </a:lstStyle>
          <a:p>
            <a:pPr lvl="0"/>
            <a:r>
              <a:rPr lang="en-US"/>
              <a:t>Edit Master text styles</a:t>
            </a:r>
          </a:p>
        </p:txBody>
      </p:sp>
      <p:sp>
        <p:nvSpPr>
          <p:cNvPr id="18" name="Text Placeholder 6"/>
          <p:cNvSpPr>
            <a:spLocks noGrp="1"/>
          </p:cNvSpPr>
          <p:nvPr>
            <p:ph type="body" sz="quarter" idx="18"/>
          </p:nvPr>
        </p:nvSpPr>
        <p:spPr>
          <a:xfrm>
            <a:off x="6239804" y="3892731"/>
            <a:ext cx="2532888" cy="1975104"/>
          </a:xfrm>
          <a:solidFill>
            <a:schemeClr val="accent6"/>
          </a:solidFill>
        </p:spPr>
        <p:txBody>
          <a:bodyPr lIns="274320" tIns="274320" rIns="274320" bIns="274320">
            <a:noAutofit/>
          </a:bodyPr>
          <a:lstStyle>
            <a:lvl1pPr>
              <a:defRPr sz="1800" b="0">
                <a:solidFill>
                  <a:schemeClr val="bg2"/>
                </a:solidFill>
              </a:defRPr>
            </a:lvl1pPr>
          </a:lstStyle>
          <a:p>
            <a:pPr lvl="0"/>
            <a:r>
              <a:rPr lang="en-US"/>
              <a:t>Edit Master text styles</a:t>
            </a:r>
          </a:p>
        </p:txBody>
      </p:sp>
      <p:sp>
        <p:nvSpPr>
          <p:cNvPr id="19" name="Text Placeholder 6"/>
          <p:cNvSpPr>
            <a:spLocks noGrp="1"/>
          </p:cNvSpPr>
          <p:nvPr>
            <p:ph type="body" sz="quarter" idx="19"/>
          </p:nvPr>
        </p:nvSpPr>
        <p:spPr>
          <a:xfrm>
            <a:off x="9054905" y="3892731"/>
            <a:ext cx="2532888" cy="1975104"/>
          </a:xfrm>
          <a:solidFill>
            <a:srgbClr val="81A2AA"/>
          </a:solidFill>
        </p:spPr>
        <p:txBody>
          <a:bodyPr lIns="274320" tIns="274320" rIns="274320" bIns="274320">
            <a:noAutofit/>
          </a:bodyPr>
          <a:lstStyle>
            <a:lvl1pPr>
              <a:defRPr sz="1800" b="0">
                <a:solidFill>
                  <a:schemeClr val="bg2"/>
                </a:solidFill>
              </a:defRPr>
            </a:lvl1pPr>
          </a:lstStyle>
          <a:p>
            <a:pPr lvl="0"/>
            <a:r>
              <a:rPr lang="en-US"/>
              <a:t>Edit Master text styles</a:t>
            </a:r>
          </a:p>
        </p:txBody>
      </p:sp>
      <p:sp>
        <p:nvSpPr>
          <p:cNvPr id="20" name="Text Placeholder 6"/>
          <p:cNvSpPr>
            <a:spLocks noGrp="1"/>
          </p:cNvSpPr>
          <p:nvPr>
            <p:ph type="body" sz="quarter" idx="20"/>
          </p:nvPr>
        </p:nvSpPr>
        <p:spPr>
          <a:xfrm>
            <a:off x="3424702" y="3892731"/>
            <a:ext cx="2532888" cy="1975104"/>
          </a:xfrm>
          <a:solidFill>
            <a:srgbClr val="475A64"/>
          </a:solidFill>
        </p:spPr>
        <p:txBody>
          <a:bodyPr lIns="274320" tIns="274320" rIns="274320" bIns="274320">
            <a:noAutofit/>
          </a:bodyPr>
          <a:lstStyle>
            <a:lvl1pPr>
              <a:defRPr sz="1800" b="0">
                <a:solidFill>
                  <a:schemeClr val="bg2"/>
                </a:solidFill>
              </a:defRPr>
            </a:lvl1pPr>
          </a:lstStyle>
          <a:p>
            <a:pPr lvl="0"/>
            <a:r>
              <a:rPr lang="en-US"/>
              <a:t>Edit Master text styles</a:t>
            </a:r>
          </a:p>
        </p:txBody>
      </p:sp>
      <p:sp>
        <p:nvSpPr>
          <p:cNvPr id="5" name="Footer Placeholder 4"/>
          <p:cNvSpPr>
            <a:spLocks noGrp="1"/>
          </p:cNvSpPr>
          <p:nvPr>
            <p:ph type="ftr" sz="quarter" idx="21"/>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22"/>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step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3"/>
          </p:nvPr>
        </p:nvSpPr>
        <p:spPr>
          <a:xfrm>
            <a:off x="869816" y="2830068"/>
            <a:ext cx="3051552" cy="3035456"/>
          </a:xfrm>
          <a:noFill/>
        </p:spPr>
        <p:txBody>
          <a:bodyPr lIns="0" tIns="91440" rIns="0" bIns="0">
            <a:noAutofit/>
          </a:bodyPr>
          <a:lstStyle>
            <a:lvl1pPr>
              <a:defRPr sz="2400" b="0">
                <a:solidFill>
                  <a:schemeClr val="tx1"/>
                </a:solidFill>
              </a:defRPr>
            </a:lvl1pPr>
          </a:lstStyle>
          <a:p>
            <a:pPr lvl="0"/>
            <a:r>
              <a:rPr lang="en-US"/>
              <a:t>Edit Master text styles</a:t>
            </a:r>
          </a:p>
        </p:txBody>
      </p:sp>
      <p:sp>
        <p:nvSpPr>
          <p:cNvPr id="15" name="Text Placeholder 6"/>
          <p:cNvSpPr>
            <a:spLocks noGrp="1"/>
          </p:cNvSpPr>
          <p:nvPr>
            <p:ph type="body" sz="quarter" idx="14"/>
          </p:nvPr>
        </p:nvSpPr>
        <p:spPr>
          <a:xfrm>
            <a:off x="4699694" y="2830068"/>
            <a:ext cx="3051552" cy="3035456"/>
          </a:xfrm>
          <a:noFill/>
        </p:spPr>
        <p:txBody>
          <a:bodyPr lIns="0" tIns="91440" rIns="0" bIns="0">
            <a:noAutofit/>
          </a:bodyPr>
          <a:lstStyle>
            <a:lvl1pPr>
              <a:defRPr sz="2400" b="0">
                <a:solidFill>
                  <a:schemeClr val="tx1"/>
                </a:solidFill>
              </a:defRPr>
            </a:lvl1pPr>
          </a:lstStyle>
          <a:p>
            <a:pPr lvl="0"/>
            <a:r>
              <a:rPr lang="en-US"/>
              <a:t>Edit Master text styles</a:t>
            </a:r>
          </a:p>
        </p:txBody>
      </p:sp>
      <p:sp>
        <p:nvSpPr>
          <p:cNvPr id="17" name="Text Placeholder 6"/>
          <p:cNvSpPr>
            <a:spLocks noGrp="1"/>
          </p:cNvSpPr>
          <p:nvPr>
            <p:ph type="body" sz="quarter" idx="15"/>
          </p:nvPr>
        </p:nvSpPr>
        <p:spPr>
          <a:xfrm>
            <a:off x="8529572" y="2830068"/>
            <a:ext cx="3051552" cy="3035456"/>
          </a:xfrm>
          <a:noFill/>
        </p:spPr>
        <p:txBody>
          <a:bodyPr lIns="0" tIns="91440" rIns="0" bIns="0">
            <a:noAutofit/>
          </a:bodyPr>
          <a:lstStyle>
            <a:lvl1pPr>
              <a:defRPr sz="2400" b="0">
                <a:solidFill>
                  <a:schemeClr val="tx1"/>
                </a:solidFill>
              </a:defRPr>
            </a:lvl1pPr>
          </a:lstStyle>
          <a:p>
            <a:pPr lvl="0"/>
            <a:r>
              <a:rPr lang="en-US"/>
              <a:t>Edit Master text styles</a:t>
            </a:r>
          </a:p>
        </p:txBody>
      </p:sp>
      <p:sp>
        <p:nvSpPr>
          <p:cNvPr id="5" name="TextBox 4"/>
          <p:cNvSpPr txBox="1"/>
          <p:nvPr userDrawn="1"/>
        </p:nvSpPr>
        <p:spPr>
          <a:xfrm>
            <a:off x="619225" y="1600200"/>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1</a:t>
            </a:r>
          </a:p>
        </p:txBody>
      </p:sp>
      <p:sp>
        <p:nvSpPr>
          <p:cNvPr id="14" name="TextBox 13"/>
          <p:cNvSpPr txBox="1"/>
          <p:nvPr userDrawn="1"/>
        </p:nvSpPr>
        <p:spPr>
          <a:xfrm>
            <a:off x="4439812" y="1600200"/>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2</a:t>
            </a:r>
          </a:p>
        </p:txBody>
      </p:sp>
      <p:sp>
        <p:nvSpPr>
          <p:cNvPr id="16" name="TextBox 15"/>
          <p:cNvSpPr txBox="1"/>
          <p:nvPr userDrawn="1"/>
        </p:nvSpPr>
        <p:spPr>
          <a:xfrm>
            <a:off x="8270950" y="1600201"/>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3</a:t>
            </a:r>
          </a:p>
        </p:txBody>
      </p:sp>
      <p:cxnSp>
        <p:nvCxnSpPr>
          <p:cNvPr id="8" name="Straight Connector 7"/>
          <p:cNvCxnSpPr>
            <a:stCxn id="5" idx="6"/>
            <a:endCxn id="14" idx="2"/>
          </p:cNvCxnSpPr>
          <p:nvPr userDrawn="1"/>
        </p:nvCxnSpPr>
        <p:spPr>
          <a:xfrm>
            <a:off x="1138989" y="1859876"/>
            <a:ext cx="330082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5" idx="4"/>
          </p:cNvCxnSpPr>
          <p:nvPr userDrawn="1"/>
        </p:nvCxnSpPr>
        <p:spPr>
          <a:xfrm>
            <a:off x="879107" y="2119551"/>
            <a:ext cx="0" cy="699849"/>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4699694" y="2119550"/>
            <a:ext cx="0" cy="699849"/>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8529572" y="2119550"/>
            <a:ext cx="0" cy="699849"/>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14" idx="6"/>
            <a:endCxn id="16" idx="2"/>
          </p:cNvCxnSpPr>
          <p:nvPr userDrawn="1"/>
        </p:nvCxnSpPr>
        <p:spPr>
          <a:xfrm>
            <a:off x="4959576" y="1859876"/>
            <a:ext cx="3311374" cy="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Footer Placeholder 2"/>
          <p:cNvSpPr>
            <a:spLocks noGrp="1"/>
          </p:cNvSpPr>
          <p:nvPr>
            <p:ph type="ftr" sz="quarter" idx="16"/>
          </p:nvPr>
        </p:nvSpPr>
        <p:spPr/>
        <p:txBody>
          <a:bodyPr/>
          <a:lstStyle/>
          <a:p>
            <a:r>
              <a:rPr lang="en-US"/>
              <a:t>Presentation Title | Date | Aptiv Confidential</a:t>
            </a:r>
            <a:endParaRPr lang="en-US" dirty="0"/>
          </a:p>
        </p:txBody>
      </p:sp>
      <p:sp>
        <p:nvSpPr>
          <p:cNvPr id="4" name="Slide Number Placeholder 3"/>
          <p:cNvSpPr>
            <a:spLocks noGrp="1"/>
          </p:cNvSpPr>
          <p:nvPr>
            <p:ph type="sldNum" sz="quarter" idx="17"/>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step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3"/>
          </p:nvPr>
        </p:nvSpPr>
        <p:spPr>
          <a:xfrm>
            <a:off x="838195" y="2819402"/>
            <a:ext cx="2246651" cy="3047998"/>
          </a:xfrm>
        </p:spPr>
        <p:txBody>
          <a:bodyPr tIns="91440">
            <a:noAutofit/>
          </a:bodyPr>
          <a:lstStyle>
            <a:lvl1pPr>
              <a:defRPr sz="2000" b="0"/>
            </a:lvl1pPr>
          </a:lstStyle>
          <a:p>
            <a:pPr lvl="0"/>
            <a:r>
              <a:rPr lang="en-US"/>
              <a:t>Edit Master text styles</a:t>
            </a:r>
          </a:p>
        </p:txBody>
      </p:sp>
      <p:sp>
        <p:nvSpPr>
          <p:cNvPr id="15" name="Text Placeholder 6"/>
          <p:cNvSpPr>
            <a:spLocks noGrp="1"/>
          </p:cNvSpPr>
          <p:nvPr>
            <p:ph type="body" sz="quarter" idx="14"/>
          </p:nvPr>
        </p:nvSpPr>
        <p:spPr>
          <a:xfrm>
            <a:off x="3671201" y="2819402"/>
            <a:ext cx="2246651" cy="3047998"/>
          </a:xfrm>
        </p:spPr>
        <p:txBody>
          <a:bodyPr tIns="91440">
            <a:noAutofit/>
          </a:bodyPr>
          <a:lstStyle>
            <a:lvl1pPr>
              <a:defRPr sz="2000" b="0"/>
            </a:lvl1pPr>
          </a:lstStyle>
          <a:p>
            <a:pPr lvl="0"/>
            <a:r>
              <a:rPr lang="en-US"/>
              <a:t>Edit Master text styles</a:t>
            </a:r>
          </a:p>
        </p:txBody>
      </p:sp>
      <p:sp>
        <p:nvSpPr>
          <p:cNvPr id="17" name="Text Placeholder 6"/>
          <p:cNvSpPr>
            <a:spLocks noGrp="1"/>
          </p:cNvSpPr>
          <p:nvPr>
            <p:ph type="body" sz="quarter" idx="15"/>
          </p:nvPr>
        </p:nvSpPr>
        <p:spPr>
          <a:xfrm>
            <a:off x="6502743" y="2819398"/>
            <a:ext cx="2246651" cy="3048002"/>
          </a:xfrm>
        </p:spPr>
        <p:txBody>
          <a:bodyPr tIns="91440">
            <a:noAutofit/>
          </a:bodyPr>
          <a:lstStyle>
            <a:lvl1pPr>
              <a:defRPr sz="2000" b="0"/>
            </a:lvl1pPr>
          </a:lstStyle>
          <a:p>
            <a:pPr lvl="0"/>
            <a:r>
              <a:rPr lang="en-US"/>
              <a:t>Edit Master text styles</a:t>
            </a:r>
          </a:p>
        </p:txBody>
      </p:sp>
      <p:sp>
        <p:nvSpPr>
          <p:cNvPr id="12" name="Text Placeholder 6"/>
          <p:cNvSpPr>
            <a:spLocks noGrp="1"/>
          </p:cNvSpPr>
          <p:nvPr>
            <p:ph type="body" sz="quarter" idx="16"/>
          </p:nvPr>
        </p:nvSpPr>
        <p:spPr>
          <a:xfrm>
            <a:off x="9335749" y="2819398"/>
            <a:ext cx="2246651" cy="3048002"/>
          </a:xfrm>
        </p:spPr>
        <p:txBody>
          <a:bodyPr tIns="91440">
            <a:noAutofit/>
          </a:bodyPr>
          <a:lstStyle>
            <a:lvl1pPr>
              <a:defRPr sz="2000" b="0"/>
            </a:lvl1pPr>
          </a:lstStyle>
          <a:p>
            <a:pPr lvl="0"/>
            <a:r>
              <a:rPr lang="en-US"/>
              <a:t>Edit Master text styles</a:t>
            </a:r>
          </a:p>
        </p:txBody>
      </p:sp>
      <p:sp>
        <p:nvSpPr>
          <p:cNvPr id="14" name="TextBox 13"/>
          <p:cNvSpPr txBox="1"/>
          <p:nvPr userDrawn="1"/>
        </p:nvSpPr>
        <p:spPr>
          <a:xfrm>
            <a:off x="619225" y="1600200"/>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1</a:t>
            </a:r>
          </a:p>
        </p:txBody>
      </p:sp>
      <p:sp>
        <p:nvSpPr>
          <p:cNvPr id="16" name="TextBox 15"/>
          <p:cNvSpPr txBox="1"/>
          <p:nvPr userDrawn="1"/>
        </p:nvSpPr>
        <p:spPr>
          <a:xfrm>
            <a:off x="3446056" y="1600198"/>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2</a:t>
            </a:r>
          </a:p>
        </p:txBody>
      </p:sp>
      <p:sp>
        <p:nvSpPr>
          <p:cNvPr id="19" name="TextBox 18"/>
          <p:cNvSpPr txBox="1"/>
          <p:nvPr userDrawn="1"/>
        </p:nvSpPr>
        <p:spPr>
          <a:xfrm>
            <a:off x="6274148" y="1600200"/>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3</a:t>
            </a:r>
          </a:p>
        </p:txBody>
      </p:sp>
      <p:cxnSp>
        <p:nvCxnSpPr>
          <p:cNvPr id="24" name="Straight Connector 23"/>
          <p:cNvCxnSpPr/>
          <p:nvPr userDrawn="1"/>
        </p:nvCxnSpPr>
        <p:spPr>
          <a:xfrm>
            <a:off x="879107" y="2119551"/>
            <a:ext cx="0" cy="699849"/>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a:off x="3705938" y="2119548"/>
            <a:ext cx="0" cy="699849"/>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a:off x="6532770" y="2119549"/>
            <a:ext cx="0" cy="699849"/>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611" name="Straight Connector 610"/>
          <p:cNvCxnSpPr>
            <a:stCxn id="14" idx="6"/>
            <a:endCxn id="16" idx="2"/>
          </p:cNvCxnSpPr>
          <p:nvPr userDrawn="1"/>
        </p:nvCxnSpPr>
        <p:spPr>
          <a:xfrm flipV="1">
            <a:off x="1138989" y="1859874"/>
            <a:ext cx="2307067"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14" name="TextBox 613"/>
          <p:cNvSpPr txBox="1"/>
          <p:nvPr userDrawn="1"/>
        </p:nvSpPr>
        <p:spPr>
          <a:xfrm>
            <a:off x="9100979" y="1609940"/>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4</a:t>
            </a:r>
          </a:p>
        </p:txBody>
      </p:sp>
      <p:cxnSp>
        <p:nvCxnSpPr>
          <p:cNvPr id="615" name="Straight Connector 614"/>
          <p:cNvCxnSpPr/>
          <p:nvPr userDrawn="1"/>
        </p:nvCxnSpPr>
        <p:spPr>
          <a:xfrm>
            <a:off x="9359601" y="2129289"/>
            <a:ext cx="0" cy="699849"/>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16" idx="6"/>
            <a:endCxn id="19" idx="2"/>
          </p:cNvCxnSpPr>
          <p:nvPr userDrawn="1"/>
        </p:nvCxnSpPr>
        <p:spPr>
          <a:xfrm>
            <a:off x="3965820" y="1859874"/>
            <a:ext cx="2308328"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19" idx="6"/>
            <a:endCxn id="614" idx="2"/>
          </p:cNvCxnSpPr>
          <p:nvPr userDrawn="1"/>
        </p:nvCxnSpPr>
        <p:spPr>
          <a:xfrm>
            <a:off x="6793912" y="1859876"/>
            <a:ext cx="2307067" cy="974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17"/>
          </p:nvPr>
        </p:nvSpPr>
        <p:spPr/>
        <p:txBody>
          <a:bodyPr/>
          <a:lstStyle/>
          <a:p>
            <a:r>
              <a:rPr lang="en-US"/>
              <a:t>Presentation Title | Date | Aptiv Confidential</a:t>
            </a:r>
            <a:endParaRPr lang="en-US" dirty="0"/>
          </a:p>
        </p:txBody>
      </p:sp>
      <p:sp>
        <p:nvSpPr>
          <p:cNvPr id="8" name="Slide Number Placeholder 7"/>
          <p:cNvSpPr>
            <a:spLocks noGrp="1"/>
          </p:cNvSpPr>
          <p:nvPr>
            <p:ph type="sldNum" sz="quarter" idx="18"/>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 step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3"/>
          </p:nvPr>
        </p:nvSpPr>
        <p:spPr>
          <a:xfrm>
            <a:off x="875156" y="1610136"/>
            <a:ext cx="3054096" cy="1517904"/>
          </a:xfrm>
        </p:spPr>
        <p:txBody>
          <a:bodyPr tIns="0" bIns="91440" anchor="b">
            <a:noAutofit/>
          </a:bodyPr>
          <a:lstStyle>
            <a:lvl1pPr>
              <a:defRPr sz="1800" b="0"/>
            </a:lvl1pPr>
          </a:lstStyle>
          <a:p>
            <a:pPr lvl="0"/>
            <a:r>
              <a:rPr lang="en-US"/>
              <a:t>Edit Master text styles</a:t>
            </a:r>
          </a:p>
        </p:txBody>
      </p:sp>
      <p:sp>
        <p:nvSpPr>
          <p:cNvPr id="12" name="Text Placeholder 6"/>
          <p:cNvSpPr>
            <a:spLocks noGrp="1"/>
          </p:cNvSpPr>
          <p:nvPr>
            <p:ph type="body" sz="quarter" idx="16"/>
          </p:nvPr>
        </p:nvSpPr>
        <p:spPr>
          <a:xfrm>
            <a:off x="8547651" y="1610136"/>
            <a:ext cx="3054096" cy="1517904"/>
          </a:xfrm>
        </p:spPr>
        <p:txBody>
          <a:bodyPr tIns="0" bIns="91440" anchor="b">
            <a:noAutofit/>
          </a:bodyPr>
          <a:lstStyle>
            <a:lvl1pPr>
              <a:defRPr sz="1800" b="0"/>
            </a:lvl1pPr>
          </a:lstStyle>
          <a:p>
            <a:pPr lvl="0"/>
            <a:r>
              <a:rPr lang="en-US"/>
              <a:t>Edit Master text styles</a:t>
            </a:r>
          </a:p>
        </p:txBody>
      </p:sp>
      <p:sp>
        <p:nvSpPr>
          <p:cNvPr id="14" name="TextBox 13"/>
          <p:cNvSpPr txBox="1"/>
          <p:nvPr userDrawn="1"/>
        </p:nvSpPr>
        <p:spPr>
          <a:xfrm>
            <a:off x="635414" y="3601728"/>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1</a:t>
            </a:r>
          </a:p>
        </p:txBody>
      </p:sp>
      <p:sp>
        <p:nvSpPr>
          <p:cNvPr id="16" name="TextBox 15"/>
          <p:cNvSpPr txBox="1"/>
          <p:nvPr userDrawn="1"/>
        </p:nvSpPr>
        <p:spPr>
          <a:xfrm>
            <a:off x="2550160" y="3601728"/>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2</a:t>
            </a:r>
          </a:p>
        </p:txBody>
      </p:sp>
      <p:sp>
        <p:nvSpPr>
          <p:cNvPr id="19" name="TextBox 18"/>
          <p:cNvSpPr txBox="1"/>
          <p:nvPr userDrawn="1"/>
        </p:nvSpPr>
        <p:spPr>
          <a:xfrm>
            <a:off x="4464906" y="3601728"/>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3</a:t>
            </a:r>
          </a:p>
        </p:txBody>
      </p:sp>
      <p:cxnSp>
        <p:nvCxnSpPr>
          <p:cNvPr id="24" name="Straight Connector 23"/>
          <p:cNvCxnSpPr/>
          <p:nvPr userDrawn="1"/>
        </p:nvCxnSpPr>
        <p:spPr>
          <a:xfrm flipV="1">
            <a:off x="895296" y="3145387"/>
            <a:ext cx="0" cy="45720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a:off x="2810042" y="4118716"/>
            <a:ext cx="0" cy="45720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614" name="TextBox 613"/>
          <p:cNvSpPr txBox="1"/>
          <p:nvPr userDrawn="1"/>
        </p:nvSpPr>
        <p:spPr>
          <a:xfrm>
            <a:off x="6379652" y="3601728"/>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4</a:t>
            </a:r>
          </a:p>
        </p:txBody>
      </p:sp>
      <p:cxnSp>
        <p:nvCxnSpPr>
          <p:cNvPr id="615" name="Straight Connector 614"/>
          <p:cNvCxnSpPr/>
          <p:nvPr userDrawn="1"/>
        </p:nvCxnSpPr>
        <p:spPr>
          <a:xfrm>
            <a:off x="6639534" y="4118716"/>
            <a:ext cx="0" cy="45720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flipV="1">
            <a:off x="4724788" y="3145387"/>
            <a:ext cx="0" cy="45720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29" name="Text Placeholder 6"/>
          <p:cNvSpPr>
            <a:spLocks noGrp="1"/>
          </p:cNvSpPr>
          <p:nvPr>
            <p:ph type="body" sz="quarter" idx="17"/>
          </p:nvPr>
        </p:nvSpPr>
        <p:spPr>
          <a:xfrm>
            <a:off x="4711404" y="1610136"/>
            <a:ext cx="3054096" cy="1517904"/>
          </a:xfrm>
        </p:spPr>
        <p:txBody>
          <a:bodyPr tIns="0" bIns="91440" anchor="b">
            <a:noAutofit/>
          </a:bodyPr>
          <a:lstStyle>
            <a:lvl1pPr>
              <a:defRPr sz="1800" b="0"/>
            </a:lvl1pPr>
          </a:lstStyle>
          <a:p>
            <a:pPr lvl="0"/>
            <a:r>
              <a:rPr lang="en-US"/>
              <a:t>Edit Master text styles</a:t>
            </a:r>
          </a:p>
        </p:txBody>
      </p:sp>
      <p:sp>
        <p:nvSpPr>
          <p:cNvPr id="30" name="TextBox 29"/>
          <p:cNvSpPr txBox="1"/>
          <p:nvPr userDrawn="1"/>
        </p:nvSpPr>
        <p:spPr>
          <a:xfrm>
            <a:off x="8294396" y="3601728"/>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5</a:t>
            </a:r>
          </a:p>
        </p:txBody>
      </p:sp>
      <p:cxnSp>
        <p:nvCxnSpPr>
          <p:cNvPr id="31" name="Straight Connector 30"/>
          <p:cNvCxnSpPr/>
          <p:nvPr userDrawn="1"/>
        </p:nvCxnSpPr>
        <p:spPr>
          <a:xfrm flipV="1">
            <a:off x="8554278" y="3145387"/>
            <a:ext cx="0" cy="45720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32" name="Text Placeholder 6"/>
          <p:cNvSpPr>
            <a:spLocks noGrp="1"/>
          </p:cNvSpPr>
          <p:nvPr>
            <p:ph type="body" sz="quarter" idx="18"/>
          </p:nvPr>
        </p:nvSpPr>
        <p:spPr>
          <a:xfrm>
            <a:off x="2801904" y="4594767"/>
            <a:ext cx="3054096" cy="1517904"/>
          </a:xfrm>
        </p:spPr>
        <p:txBody>
          <a:bodyPr tIns="91440">
            <a:noAutofit/>
          </a:bodyPr>
          <a:lstStyle>
            <a:lvl1pPr>
              <a:defRPr sz="1800" b="0"/>
            </a:lvl1pPr>
          </a:lstStyle>
          <a:p>
            <a:pPr lvl="0"/>
            <a:r>
              <a:rPr lang="en-US"/>
              <a:t>Edit Master text styles</a:t>
            </a:r>
          </a:p>
        </p:txBody>
      </p:sp>
      <p:sp>
        <p:nvSpPr>
          <p:cNvPr id="33" name="Text Placeholder 6"/>
          <p:cNvSpPr>
            <a:spLocks noGrp="1"/>
          </p:cNvSpPr>
          <p:nvPr>
            <p:ph type="body" sz="quarter" idx="19"/>
          </p:nvPr>
        </p:nvSpPr>
        <p:spPr>
          <a:xfrm>
            <a:off x="6638152" y="4594767"/>
            <a:ext cx="3054096" cy="1517904"/>
          </a:xfrm>
        </p:spPr>
        <p:txBody>
          <a:bodyPr tIns="91440">
            <a:noAutofit/>
          </a:bodyPr>
          <a:lstStyle>
            <a:lvl1pPr>
              <a:defRPr sz="1800" b="0"/>
            </a:lvl1pPr>
          </a:lstStyle>
          <a:p>
            <a:pPr lvl="0"/>
            <a:r>
              <a:rPr lang="en-US"/>
              <a:t>Edit Master text styles</a:t>
            </a:r>
          </a:p>
        </p:txBody>
      </p:sp>
      <p:cxnSp>
        <p:nvCxnSpPr>
          <p:cNvPr id="8" name="Straight Connector 7"/>
          <p:cNvCxnSpPr>
            <a:stCxn id="14" idx="6"/>
            <a:endCxn id="16" idx="2"/>
          </p:cNvCxnSpPr>
          <p:nvPr userDrawn="1"/>
        </p:nvCxnSpPr>
        <p:spPr>
          <a:xfrm>
            <a:off x="1155178" y="3861404"/>
            <a:ext cx="139498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16" idx="6"/>
            <a:endCxn id="19" idx="2"/>
          </p:cNvCxnSpPr>
          <p:nvPr userDrawn="1"/>
        </p:nvCxnSpPr>
        <p:spPr>
          <a:xfrm>
            <a:off x="3069924" y="3861404"/>
            <a:ext cx="139498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9" idx="6"/>
            <a:endCxn id="614" idx="2"/>
          </p:cNvCxnSpPr>
          <p:nvPr userDrawn="1"/>
        </p:nvCxnSpPr>
        <p:spPr>
          <a:xfrm>
            <a:off x="4984670" y="3861404"/>
            <a:ext cx="139498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614" idx="6"/>
            <a:endCxn id="30" idx="2"/>
          </p:cNvCxnSpPr>
          <p:nvPr userDrawn="1"/>
        </p:nvCxnSpPr>
        <p:spPr>
          <a:xfrm>
            <a:off x="6899416" y="3861404"/>
            <a:ext cx="13949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20"/>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21"/>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 step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3"/>
          </p:nvPr>
        </p:nvSpPr>
        <p:spPr>
          <a:xfrm>
            <a:off x="881407" y="1611081"/>
            <a:ext cx="2562557" cy="1517904"/>
          </a:xfrm>
        </p:spPr>
        <p:txBody>
          <a:bodyPr tIns="0" bIns="91440" anchor="b">
            <a:noAutofit/>
          </a:bodyPr>
          <a:lstStyle>
            <a:lvl1pPr>
              <a:defRPr sz="1600" b="0"/>
            </a:lvl1pPr>
          </a:lstStyle>
          <a:p>
            <a:pPr lvl="0"/>
            <a:r>
              <a:rPr lang="en-US"/>
              <a:t>Edit Master text styles</a:t>
            </a:r>
          </a:p>
        </p:txBody>
      </p:sp>
      <p:sp>
        <p:nvSpPr>
          <p:cNvPr id="12" name="Text Placeholder 6"/>
          <p:cNvSpPr>
            <a:spLocks noGrp="1"/>
          </p:cNvSpPr>
          <p:nvPr>
            <p:ph type="body" sz="quarter" idx="16"/>
          </p:nvPr>
        </p:nvSpPr>
        <p:spPr>
          <a:xfrm>
            <a:off x="7389315" y="1611081"/>
            <a:ext cx="2562557" cy="1517904"/>
          </a:xfrm>
        </p:spPr>
        <p:txBody>
          <a:bodyPr tIns="0" bIns="91440" anchor="b">
            <a:noAutofit/>
          </a:bodyPr>
          <a:lstStyle>
            <a:lvl1pPr>
              <a:defRPr sz="1600" b="0"/>
            </a:lvl1pPr>
          </a:lstStyle>
          <a:p>
            <a:pPr lvl="0"/>
            <a:r>
              <a:rPr lang="en-US"/>
              <a:t>Edit Master text styles</a:t>
            </a:r>
          </a:p>
        </p:txBody>
      </p:sp>
      <p:sp>
        <p:nvSpPr>
          <p:cNvPr id="14" name="TextBox 13"/>
          <p:cNvSpPr txBox="1"/>
          <p:nvPr userDrawn="1"/>
        </p:nvSpPr>
        <p:spPr>
          <a:xfrm>
            <a:off x="635414" y="3600547"/>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1</a:t>
            </a:r>
          </a:p>
        </p:txBody>
      </p:sp>
      <p:sp>
        <p:nvSpPr>
          <p:cNvPr id="16" name="TextBox 15"/>
          <p:cNvSpPr txBox="1"/>
          <p:nvPr userDrawn="1"/>
        </p:nvSpPr>
        <p:spPr>
          <a:xfrm>
            <a:off x="2263193" y="3600547"/>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2</a:t>
            </a:r>
          </a:p>
        </p:txBody>
      </p:sp>
      <p:sp>
        <p:nvSpPr>
          <p:cNvPr id="19" name="TextBox 18"/>
          <p:cNvSpPr txBox="1"/>
          <p:nvPr userDrawn="1"/>
        </p:nvSpPr>
        <p:spPr>
          <a:xfrm>
            <a:off x="3890972" y="3600547"/>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3</a:t>
            </a:r>
          </a:p>
        </p:txBody>
      </p:sp>
      <p:cxnSp>
        <p:nvCxnSpPr>
          <p:cNvPr id="24" name="Straight Connector 23"/>
          <p:cNvCxnSpPr/>
          <p:nvPr userDrawn="1"/>
        </p:nvCxnSpPr>
        <p:spPr>
          <a:xfrm flipV="1">
            <a:off x="895296" y="3145387"/>
            <a:ext cx="0" cy="45720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a:off x="2508384" y="4118716"/>
            <a:ext cx="0" cy="45720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614" name="TextBox 613"/>
          <p:cNvSpPr txBox="1"/>
          <p:nvPr userDrawn="1"/>
        </p:nvSpPr>
        <p:spPr>
          <a:xfrm>
            <a:off x="5518751" y="3600547"/>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4</a:t>
            </a:r>
          </a:p>
        </p:txBody>
      </p:sp>
      <p:cxnSp>
        <p:nvCxnSpPr>
          <p:cNvPr id="615" name="Straight Connector 614"/>
          <p:cNvCxnSpPr/>
          <p:nvPr userDrawn="1"/>
        </p:nvCxnSpPr>
        <p:spPr>
          <a:xfrm>
            <a:off x="5773725" y="4118716"/>
            <a:ext cx="0" cy="45720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flipV="1">
            <a:off x="4155763" y="3143024"/>
            <a:ext cx="0" cy="45720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29" name="Text Placeholder 6"/>
          <p:cNvSpPr>
            <a:spLocks noGrp="1"/>
          </p:cNvSpPr>
          <p:nvPr>
            <p:ph type="body" sz="quarter" idx="17"/>
          </p:nvPr>
        </p:nvSpPr>
        <p:spPr>
          <a:xfrm>
            <a:off x="4135361" y="1611081"/>
            <a:ext cx="2562557" cy="1517904"/>
          </a:xfrm>
        </p:spPr>
        <p:txBody>
          <a:bodyPr tIns="0" bIns="91440" anchor="b">
            <a:noAutofit/>
          </a:bodyPr>
          <a:lstStyle>
            <a:lvl1pPr>
              <a:defRPr sz="1600" b="0"/>
            </a:lvl1pPr>
          </a:lstStyle>
          <a:p>
            <a:pPr lvl="0"/>
            <a:r>
              <a:rPr lang="en-US"/>
              <a:t>Edit Master text styles</a:t>
            </a:r>
          </a:p>
        </p:txBody>
      </p:sp>
      <p:sp>
        <p:nvSpPr>
          <p:cNvPr id="30" name="TextBox 29"/>
          <p:cNvSpPr txBox="1"/>
          <p:nvPr userDrawn="1"/>
        </p:nvSpPr>
        <p:spPr>
          <a:xfrm>
            <a:off x="7146530" y="3600547"/>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5</a:t>
            </a:r>
          </a:p>
        </p:txBody>
      </p:sp>
      <p:cxnSp>
        <p:nvCxnSpPr>
          <p:cNvPr id="31" name="Straight Connector 30"/>
          <p:cNvCxnSpPr/>
          <p:nvPr userDrawn="1"/>
        </p:nvCxnSpPr>
        <p:spPr>
          <a:xfrm flipV="1">
            <a:off x="7416229" y="3143024"/>
            <a:ext cx="0" cy="45720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32" name="Text Placeholder 6"/>
          <p:cNvSpPr>
            <a:spLocks noGrp="1"/>
          </p:cNvSpPr>
          <p:nvPr>
            <p:ph type="body" sz="quarter" idx="18"/>
          </p:nvPr>
        </p:nvSpPr>
        <p:spPr>
          <a:xfrm>
            <a:off x="2508384" y="4595712"/>
            <a:ext cx="2562557" cy="1517904"/>
          </a:xfrm>
        </p:spPr>
        <p:txBody>
          <a:bodyPr tIns="91440">
            <a:noAutofit/>
          </a:bodyPr>
          <a:lstStyle>
            <a:lvl1pPr>
              <a:defRPr sz="1600" b="0"/>
            </a:lvl1pPr>
          </a:lstStyle>
          <a:p>
            <a:pPr lvl="0"/>
            <a:r>
              <a:rPr lang="en-US"/>
              <a:t>Edit Master text styles</a:t>
            </a:r>
          </a:p>
        </p:txBody>
      </p:sp>
      <p:sp>
        <p:nvSpPr>
          <p:cNvPr id="33" name="Text Placeholder 6"/>
          <p:cNvSpPr>
            <a:spLocks noGrp="1"/>
          </p:cNvSpPr>
          <p:nvPr>
            <p:ph type="body" sz="quarter" idx="19"/>
          </p:nvPr>
        </p:nvSpPr>
        <p:spPr>
          <a:xfrm>
            <a:off x="5762338" y="4595712"/>
            <a:ext cx="2562557" cy="1517904"/>
          </a:xfrm>
        </p:spPr>
        <p:txBody>
          <a:bodyPr tIns="91440">
            <a:noAutofit/>
          </a:bodyPr>
          <a:lstStyle>
            <a:lvl1pPr>
              <a:defRPr sz="1600" b="0"/>
            </a:lvl1pPr>
          </a:lstStyle>
          <a:p>
            <a:pPr lvl="0"/>
            <a:r>
              <a:rPr lang="en-US"/>
              <a:t>Edit Master text styles</a:t>
            </a:r>
          </a:p>
        </p:txBody>
      </p:sp>
      <p:cxnSp>
        <p:nvCxnSpPr>
          <p:cNvPr id="8" name="Straight Connector 7"/>
          <p:cNvCxnSpPr>
            <a:stCxn id="14" idx="6"/>
            <a:endCxn id="16" idx="2"/>
          </p:cNvCxnSpPr>
          <p:nvPr userDrawn="1"/>
        </p:nvCxnSpPr>
        <p:spPr>
          <a:xfrm>
            <a:off x="1155178" y="3860223"/>
            <a:ext cx="110801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16" idx="6"/>
            <a:endCxn id="19" idx="2"/>
          </p:cNvCxnSpPr>
          <p:nvPr userDrawn="1"/>
        </p:nvCxnSpPr>
        <p:spPr>
          <a:xfrm>
            <a:off x="2782957" y="3860223"/>
            <a:ext cx="110801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9" idx="6"/>
            <a:endCxn id="614" idx="2"/>
          </p:cNvCxnSpPr>
          <p:nvPr userDrawn="1"/>
        </p:nvCxnSpPr>
        <p:spPr>
          <a:xfrm>
            <a:off x="4410736" y="3860223"/>
            <a:ext cx="110801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614" idx="6"/>
            <a:endCxn id="30" idx="2"/>
          </p:cNvCxnSpPr>
          <p:nvPr userDrawn="1"/>
        </p:nvCxnSpPr>
        <p:spPr>
          <a:xfrm>
            <a:off x="6038515" y="3860223"/>
            <a:ext cx="110801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userDrawn="1"/>
        </p:nvSpPr>
        <p:spPr>
          <a:xfrm>
            <a:off x="8774308" y="3600547"/>
            <a:ext cx="519764" cy="519351"/>
          </a:xfrm>
          <a:prstGeom prst="ellipse">
            <a:avLst/>
          </a:prstGeom>
          <a:noFill/>
          <a:ln w="19050">
            <a:solidFill>
              <a:schemeClr val="accent1"/>
            </a:solidFill>
          </a:ln>
        </p:spPr>
        <p:txBody>
          <a:bodyPr wrap="square" rtlCol="0" anchor="ctr">
            <a:spAutoFit/>
          </a:bodyPr>
          <a:lstStyle/>
          <a:p>
            <a:pPr algn="ctr"/>
            <a:r>
              <a:rPr lang="en-US" dirty="0">
                <a:solidFill>
                  <a:schemeClr val="accent1"/>
                </a:solidFill>
              </a:rPr>
              <a:t>6</a:t>
            </a:r>
          </a:p>
        </p:txBody>
      </p:sp>
      <p:cxnSp>
        <p:nvCxnSpPr>
          <p:cNvPr id="34" name="Straight Connector 33"/>
          <p:cNvCxnSpPr/>
          <p:nvPr userDrawn="1"/>
        </p:nvCxnSpPr>
        <p:spPr>
          <a:xfrm>
            <a:off x="9034190" y="4121025"/>
            <a:ext cx="0" cy="457200"/>
          </a:xfrm>
          <a:prstGeom prst="line">
            <a:avLst/>
          </a:prstGeom>
          <a:ln w="19050">
            <a:solidFill>
              <a:schemeClr val="accent1"/>
            </a:solidFill>
            <a:tailEnd type="oval"/>
          </a:ln>
        </p:spPr>
        <p:style>
          <a:lnRef idx="1">
            <a:schemeClr val="accent1"/>
          </a:lnRef>
          <a:fillRef idx="0">
            <a:schemeClr val="accent1"/>
          </a:fillRef>
          <a:effectRef idx="0">
            <a:schemeClr val="accent1"/>
          </a:effectRef>
          <a:fontRef idx="minor">
            <a:schemeClr val="tx1"/>
          </a:fontRef>
        </p:style>
      </p:cxnSp>
      <p:sp>
        <p:nvSpPr>
          <p:cNvPr id="35" name="Text Placeholder 6"/>
          <p:cNvSpPr>
            <a:spLocks noGrp="1"/>
          </p:cNvSpPr>
          <p:nvPr>
            <p:ph type="body" sz="quarter" idx="20"/>
          </p:nvPr>
        </p:nvSpPr>
        <p:spPr>
          <a:xfrm>
            <a:off x="9016290" y="4575916"/>
            <a:ext cx="2562557" cy="1517904"/>
          </a:xfrm>
        </p:spPr>
        <p:txBody>
          <a:bodyPr tIns="91440">
            <a:noAutofit/>
          </a:bodyPr>
          <a:lstStyle>
            <a:lvl1pPr>
              <a:defRPr sz="1600" b="0"/>
            </a:lvl1pPr>
          </a:lstStyle>
          <a:p>
            <a:pPr lvl="0"/>
            <a:r>
              <a:rPr lang="en-US"/>
              <a:t>Edit Master text styles</a:t>
            </a:r>
          </a:p>
        </p:txBody>
      </p:sp>
      <p:cxnSp>
        <p:nvCxnSpPr>
          <p:cNvPr id="22" name="Straight Connector 21"/>
          <p:cNvCxnSpPr>
            <a:stCxn id="30" idx="6"/>
            <a:endCxn id="26" idx="2"/>
          </p:cNvCxnSpPr>
          <p:nvPr userDrawn="1"/>
        </p:nvCxnSpPr>
        <p:spPr>
          <a:xfrm>
            <a:off x="7666294" y="3860223"/>
            <a:ext cx="1108014"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21"/>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22"/>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 Right Image Full Bleed">
    <p:bg>
      <p:bgRef idx="1001">
        <a:schemeClr val="bg1"/>
      </p:bgRef>
    </p:bg>
    <p:spTree>
      <p:nvGrpSpPr>
        <p:cNvPr id="1" name=""/>
        <p:cNvGrpSpPr/>
        <p:nvPr/>
      </p:nvGrpSpPr>
      <p:grpSpPr>
        <a:xfrm>
          <a:off x="0" y="0"/>
          <a:ext cx="0" cy="0"/>
          <a:chOff x="0" y="0"/>
          <a:chExt cx="0" cy="0"/>
        </a:xfrm>
      </p:grpSpPr>
      <p:sp>
        <p:nvSpPr>
          <p:cNvPr id="9" name="Picture Placeholder 8"/>
          <p:cNvSpPr>
            <a:spLocks noGrp="1"/>
          </p:cNvSpPr>
          <p:nvPr>
            <p:ph type="pic" sz="quarter" idx="14"/>
          </p:nvPr>
        </p:nvSpPr>
        <p:spPr>
          <a:xfrm>
            <a:off x="0" y="0"/>
            <a:ext cx="6096000" cy="6858000"/>
          </a:xfrm>
          <a:solidFill>
            <a:schemeClr val="accent4"/>
          </a:solidFill>
        </p:spPr>
        <p:txBody>
          <a:bodyPr/>
          <a:lstStyle/>
          <a:p>
            <a:r>
              <a:rPr lang="en-US"/>
              <a:t>Click icon to add picture</a:t>
            </a:r>
            <a:endParaRPr lang="en-US" dirty="0"/>
          </a:p>
        </p:txBody>
      </p:sp>
      <p:sp>
        <p:nvSpPr>
          <p:cNvPr id="2" name="Title 1"/>
          <p:cNvSpPr>
            <a:spLocks noGrp="1"/>
          </p:cNvSpPr>
          <p:nvPr>
            <p:ph type="title"/>
          </p:nvPr>
        </p:nvSpPr>
        <p:spPr>
          <a:xfrm>
            <a:off x="6400800" y="381001"/>
            <a:ext cx="5181600" cy="923920"/>
          </a:xfrm>
        </p:spPr>
        <p:txBody>
          <a:bodyPr/>
          <a:lstStyle/>
          <a:p>
            <a:r>
              <a:rPr lang="en-US"/>
              <a:t>Click to edit Master title style</a:t>
            </a:r>
            <a:endParaRPr lang="en-US" dirty="0"/>
          </a:p>
        </p:txBody>
      </p:sp>
      <p:sp>
        <p:nvSpPr>
          <p:cNvPr id="11" name="Text Placeholder 10"/>
          <p:cNvSpPr>
            <a:spLocks noGrp="1"/>
          </p:cNvSpPr>
          <p:nvPr>
            <p:ph type="body" sz="quarter" idx="19"/>
          </p:nvPr>
        </p:nvSpPr>
        <p:spPr>
          <a:xfrm>
            <a:off x="6400800" y="1905000"/>
            <a:ext cx="5181600" cy="396240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20"/>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21"/>
          </p:nvPr>
        </p:nvSpPr>
        <p:spPr/>
        <p:txBody>
          <a:bodyPr/>
          <a:lstStyle/>
          <a:p>
            <a:fld id="{B6D1532F-61F1-B941-ACDF-6BC65E0B4055}" type="slidenum">
              <a:rPr lang="en-US" smtClean="0"/>
              <a:pPr/>
              <a:t>‹#›</a:t>
            </a:fld>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77843" y="6303831"/>
            <a:ext cx="1600200" cy="360405"/>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all Out + Right Image Full Bleed">
    <p:bg>
      <p:bgRef idx="1001">
        <a:schemeClr val="bg1"/>
      </p:bgRef>
    </p:bg>
    <p:spTree>
      <p:nvGrpSpPr>
        <p:cNvPr id="1" name=""/>
        <p:cNvGrpSpPr/>
        <p:nvPr/>
      </p:nvGrpSpPr>
      <p:grpSpPr>
        <a:xfrm>
          <a:off x="0" y="0"/>
          <a:ext cx="0" cy="0"/>
          <a:chOff x="0" y="0"/>
          <a:chExt cx="0" cy="0"/>
        </a:xfrm>
      </p:grpSpPr>
      <p:sp>
        <p:nvSpPr>
          <p:cNvPr id="9" name="Picture Placeholder 8"/>
          <p:cNvSpPr>
            <a:spLocks noGrp="1"/>
          </p:cNvSpPr>
          <p:nvPr>
            <p:ph type="pic" sz="quarter" idx="14"/>
          </p:nvPr>
        </p:nvSpPr>
        <p:spPr>
          <a:xfrm>
            <a:off x="0" y="0"/>
            <a:ext cx="6096000" cy="6858000"/>
          </a:xfrm>
          <a:solidFill>
            <a:schemeClr val="accent4"/>
          </a:solidFill>
        </p:spPr>
        <p:txBody>
          <a:bodyPr/>
          <a:lstStyle/>
          <a:p>
            <a:r>
              <a:rPr lang="en-US"/>
              <a:t>Click icon to add picture</a:t>
            </a:r>
            <a:endParaRPr lang="en-US" dirty="0"/>
          </a:p>
        </p:txBody>
      </p:sp>
      <p:sp>
        <p:nvSpPr>
          <p:cNvPr id="11" name="Text Placeholder 10"/>
          <p:cNvSpPr>
            <a:spLocks noGrp="1"/>
          </p:cNvSpPr>
          <p:nvPr>
            <p:ph type="body" sz="quarter" idx="19"/>
          </p:nvPr>
        </p:nvSpPr>
        <p:spPr>
          <a:xfrm>
            <a:off x="6400800" y="685800"/>
            <a:ext cx="5181600" cy="548640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p:cNvSpPr>
            <a:spLocks noGrp="1"/>
          </p:cNvSpPr>
          <p:nvPr>
            <p:ph type="ftr" sz="quarter" idx="20"/>
          </p:nvPr>
        </p:nvSpPr>
        <p:spPr/>
        <p:txBody>
          <a:bodyPr/>
          <a:lstStyle/>
          <a:p>
            <a:r>
              <a:rPr lang="en-US"/>
              <a:t>Presentation Title | Date | Aptiv Confidential</a:t>
            </a:r>
            <a:endParaRPr lang="en-US" dirty="0"/>
          </a:p>
        </p:txBody>
      </p:sp>
      <p:sp>
        <p:nvSpPr>
          <p:cNvPr id="5" name="Slide Number Placeholder 4"/>
          <p:cNvSpPr>
            <a:spLocks noGrp="1"/>
          </p:cNvSpPr>
          <p:nvPr>
            <p:ph type="sldNum" sz="quarter" idx="21"/>
          </p:nvPr>
        </p:nvSpPr>
        <p:spPr/>
        <p:txBody>
          <a:bodyPr/>
          <a:lstStyle/>
          <a:p>
            <a:fld id="{B6D1532F-61F1-B941-ACDF-6BC65E0B4055}"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77843" y="6303831"/>
            <a:ext cx="1600200" cy="360405"/>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No content white">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Click to edit Master title style</a:t>
            </a:r>
          </a:p>
        </p:txBody>
      </p:sp>
      <p:sp>
        <p:nvSpPr>
          <p:cNvPr id="2" name="Footer Placeholder 1"/>
          <p:cNvSpPr>
            <a:spLocks noGrp="1"/>
          </p:cNvSpPr>
          <p:nvPr>
            <p:ph type="ftr" sz="quarter" idx="10"/>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1"/>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No content black">
    <p:bg>
      <p:bgRef idx="1001">
        <a:schemeClr val="bg1"/>
      </p:bgRef>
    </p:bg>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Click to edit Master title style</a:t>
            </a:r>
          </a:p>
        </p:txBody>
      </p:sp>
      <p:sp>
        <p:nvSpPr>
          <p:cNvPr id="2" name="Footer Placeholder 1"/>
          <p:cNvSpPr>
            <a:spLocks noGrp="1"/>
          </p:cNvSpPr>
          <p:nvPr>
            <p:ph type="ftr" sz="quarter" idx="10"/>
          </p:nvPr>
        </p:nvSpPr>
        <p:spPr/>
        <p:txBody>
          <a:bodyPr/>
          <a:lstStyle/>
          <a:p>
            <a:r>
              <a:rPr lang="en-US"/>
              <a:t>Presentation Title | Date | Aptiv Confidential</a:t>
            </a:r>
            <a:endParaRPr lang="en-US" dirty="0"/>
          </a:p>
        </p:txBody>
      </p:sp>
      <p:sp>
        <p:nvSpPr>
          <p:cNvPr id="7" name="Slide Number Placeholder 6"/>
          <p:cNvSpPr>
            <a:spLocks noGrp="1"/>
          </p:cNvSpPr>
          <p:nvPr>
            <p:ph type="sldNum" sz="quarter" idx="11"/>
          </p:nvPr>
        </p:nvSpPr>
        <p:spPr/>
        <p:txBody>
          <a:bodyPr/>
          <a:lstStyle/>
          <a:p>
            <a:fld id="{B6D1532F-61F1-B941-ACDF-6BC65E0B4055}" type="slidenum">
              <a:rPr lang="en-US" smtClean="0"/>
              <a:pPr/>
              <a:t>‹#›</a:t>
            </a:fld>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77843" y="6303831"/>
            <a:ext cx="1600200" cy="360405"/>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No content blue">
    <p:bg>
      <p:bgPr>
        <a:solidFill>
          <a:schemeClr val="tx2"/>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2" name="Footer Placeholder 1"/>
          <p:cNvSpPr>
            <a:spLocks noGrp="1"/>
          </p:cNvSpPr>
          <p:nvPr>
            <p:ph type="ftr" sz="quarter" idx="10"/>
          </p:nvPr>
        </p:nvSpPr>
        <p:spPr/>
        <p:txBody>
          <a:bodyPr/>
          <a:lstStyle>
            <a:lvl1pPr>
              <a:defRPr>
                <a:solidFill>
                  <a:schemeClr val="accent4"/>
                </a:solidFill>
              </a:defRPr>
            </a:lvl1pPr>
          </a:lstStyle>
          <a:p>
            <a:r>
              <a:rPr lang="en-US"/>
              <a:t>Presentation Title | Date | Aptiv Confidential</a:t>
            </a:r>
            <a:endParaRPr lang="en-US" dirty="0"/>
          </a:p>
        </p:txBody>
      </p:sp>
      <p:sp>
        <p:nvSpPr>
          <p:cNvPr id="6" name="Slide Number Placeholder 5"/>
          <p:cNvSpPr>
            <a:spLocks noGrp="1"/>
          </p:cNvSpPr>
          <p:nvPr>
            <p:ph type="sldNum" sz="quarter" idx="11"/>
          </p:nvPr>
        </p:nvSpPr>
        <p:spPr/>
        <p:txBody>
          <a:bodyPr/>
          <a:lstStyle>
            <a:lvl1pPr>
              <a:defRPr>
                <a:solidFill>
                  <a:schemeClr val="accent4"/>
                </a:solidFill>
              </a:defRPr>
            </a:lvl1pPr>
          </a:lstStyle>
          <a:p>
            <a:fld id="{B6D1532F-61F1-B941-ACDF-6BC65E0B4055}"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o content white + takeaway">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Click to edit Master title style</a:t>
            </a:r>
          </a:p>
        </p:txBody>
      </p:sp>
      <p:sp>
        <p:nvSpPr>
          <p:cNvPr id="2" name="Footer Placeholder 1"/>
          <p:cNvSpPr>
            <a:spLocks noGrp="1"/>
          </p:cNvSpPr>
          <p:nvPr>
            <p:ph type="ftr" sz="quarter" idx="10"/>
          </p:nvPr>
        </p:nvSpPr>
        <p:spPr/>
        <p:txBody>
          <a:bodyPr/>
          <a:lstStyle/>
          <a:p>
            <a:r>
              <a:rPr lang="en-US"/>
              <a:t>Presentation Title | Date | Aptiv Confidential</a:t>
            </a:r>
            <a:endParaRPr lang="en-US" dirty="0"/>
          </a:p>
        </p:txBody>
      </p:sp>
      <p:sp>
        <p:nvSpPr>
          <p:cNvPr id="6" name="Slide Number Placeholder 5"/>
          <p:cNvSpPr>
            <a:spLocks noGrp="1"/>
          </p:cNvSpPr>
          <p:nvPr>
            <p:ph type="sldNum" sz="quarter" idx="11"/>
          </p:nvPr>
        </p:nvSpPr>
        <p:spPr/>
        <p:txBody>
          <a:bodyPr/>
          <a:lstStyle/>
          <a:p>
            <a:fld id="{B6D1532F-61F1-B941-ACDF-6BC65E0B4055}" type="slidenum">
              <a:rPr lang="en-US" smtClean="0"/>
              <a:pPr/>
              <a:t>‹#›</a:t>
            </a:fld>
            <a:endParaRPr lang="en-US" dirty="0"/>
          </a:p>
        </p:txBody>
      </p:sp>
      <p:sp>
        <p:nvSpPr>
          <p:cNvPr id="7" name="Content Placeholder 3"/>
          <p:cNvSpPr>
            <a:spLocks noGrp="1"/>
          </p:cNvSpPr>
          <p:nvPr>
            <p:ph sz="quarter" idx="21"/>
          </p:nvPr>
        </p:nvSpPr>
        <p:spPr>
          <a:xfrm>
            <a:off x="609600" y="5562600"/>
            <a:ext cx="10969625" cy="609600"/>
          </a:xfrm>
          <a:solidFill>
            <a:schemeClr val="accent6"/>
          </a:solidFill>
        </p:spPr>
        <p:txBody>
          <a:bodyPr lIns="182880" tIns="182880" rIns="182880" bIns="182880" anchor="ctr">
            <a:normAutofit/>
          </a:bodyPr>
          <a:lstStyle>
            <a:lvl1pPr>
              <a:defRPr sz="2400">
                <a:solidFill>
                  <a:schemeClr val="bg1"/>
                </a:solidFill>
              </a:defRPr>
            </a:lvl1pPr>
          </a:lstStyle>
          <a:p>
            <a:pPr lvl="0"/>
            <a:r>
              <a:rPr lang="en-US"/>
              <a:t>Edit Master text styles</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black">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77843" y="6303831"/>
            <a:ext cx="1600200" cy="360405"/>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blue">
    <p:bg>
      <p:bgPr>
        <a:solidFill>
          <a:schemeClr val="tx2"/>
        </a:solidFill>
        <a:effectLst/>
      </p:bgPr>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302790" y="-114300"/>
            <a:ext cx="11584411" cy="1109663"/>
          </a:xfrm>
        </p:spPr>
        <p:txBody>
          <a:bodyPr/>
          <a:lstStyle/>
          <a:p>
            <a:r>
              <a:rPr lang="en-US" dirty="0"/>
              <a:t>Click to edit Master title style</a:t>
            </a:r>
          </a:p>
        </p:txBody>
      </p:sp>
      <p:sp>
        <p:nvSpPr>
          <p:cNvPr id="10" name="Text Placeholder 9"/>
          <p:cNvSpPr>
            <a:spLocks noGrp="1"/>
          </p:cNvSpPr>
          <p:nvPr>
            <p:ph type="body" sz="quarter" idx="11"/>
          </p:nvPr>
        </p:nvSpPr>
        <p:spPr>
          <a:xfrm>
            <a:off x="300570" y="1116682"/>
            <a:ext cx="11586633" cy="5150771"/>
          </a:xfrm>
          <a:prstGeom prst="rect">
            <a:avLst/>
          </a:prstGeom>
        </p:spPr>
        <p:txBody>
          <a:bodyPr vert="horz" lIns="108632" tIns="54317" rIns="108632" bIns="54317" rtlCol="0">
            <a:noAutofit/>
          </a:bodyPr>
          <a:lstStyle>
            <a:lvl1pPr>
              <a:defRPr lang="en-US" sz="2400" dirty="0" smtClean="0">
                <a:solidFill>
                  <a:srgbClr val="080808"/>
                </a:solidFill>
              </a:defRPr>
            </a:lvl1pPr>
            <a:lvl2pPr>
              <a:spcAft>
                <a:spcPts val="713"/>
              </a:spcAft>
              <a:defRPr lang="en-US" sz="2100" dirty="0" smtClean="0">
                <a:solidFill>
                  <a:srgbClr val="080808"/>
                </a:solidFill>
              </a:defRPr>
            </a:lvl2pPr>
            <a:lvl3pPr>
              <a:defRPr lang="en-US" sz="1700" dirty="0" smtClean="0">
                <a:solidFill>
                  <a:srgbClr val="080808"/>
                </a:solidFill>
              </a:defRPr>
            </a:lvl3pPr>
            <a:lvl4pPr>
              <a:defRPr lang="en-US" sz="1400" dirty="0" smtClean="0">
                <a:solidFill>
                  <a:srgbClr val="080808"/>
                </a:solidFill>
              </a:defRPr>
            </a:lvl4pPr>
            <a:lvl5pPr>
              <a:defRPr lang="en-US" sz="1400" dirty="0">
                <a:solidFill>
                  <a:srgbClr val="08080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2"/>
          <p:cNvSpPr>
            <a:spLocks noGrp="1"/>
          </p:cNvSpPr>
          <p:nvPr>
            <p:ph type="sldNum" sz="quarter" idx="4"/>
          </p:nvPr>
        </p:nvSpPr>
        <p:spPr>
          <a:xfrm>
            <a:off x="-94073" y="6496386"/>
            <a:ext cx="538574" cy="365125"/>
          </a:xfrm>
          <a:prstGeom prst="rect">
            <a:avLst/>
          </a:prstGeom>
        </p:spPr>
        <p:txBody>
          <a:bodyPr vert="horz" lIns="108632" tIns="54317" rIns="108632" bIns="54317" rtlCol="0" anchor="ctr"/>
          <a:lstStyle>
            <a:lvl1pPr algn="r">
              <a:defRPr sz="1000">
                <a:solidFill>
                  <a:schemeClr val="accent1">
                    <a:lumMod val="60000"/>
                    <a:lumOff val="40000"/>
                  </a:schemeClr>
                </a:solidFill>
              </a:defRPr>
            </a:lvl1pPr>
          </a:lstStyle>
          <a:p>
            <a:pPr>
              <a:defRPr/>
            </a:pPr>
            <a:fld id="{DFA4C17B-29C1-405C-856F-7A27754D1385}" type="slidenum">
              <a:rPr lang="en-US" smtClean="0">
                <a:solidFill>
                  <a:srgbClr val="0072DD">
                    <a:lumMod val="60000"/>
                    <a:lumOff val="40000"/>
                  </a:srgbClr>
                </a:solidFill>
              </a:rPr>
              <a:pPr>
                <a:defRPr/>
              </a:pPr>
              <a:t>‹#›</a:t>
            </a:fld>
            <a:endParaRPr lang="en-US">
              <a:solidFill>
                <a:srgbClr val="0072DD">
                  <a:lumMod val="60000"/>
                  <a:lumOff val="40000"/>
                </a:srgbClr>
              </a:solidFill>
            </a:endParaRPr>
          </a:p>
        </p:txBody>
      </p:sp>
      <p:sp>
        <p:nvSpPr>
          <p:cNvPr id="6" name="Text Placeholder 7"/>
          <p:cNvSpPr>
            <a:spLocks noGrp="1"/>
          </p:cNvSpPr>
          <p:nvPr>
            <p:ph type="body" sz="quarter" idx="12" hasCustomPrompt="1"/>
          </p:nvPr>
        </p:nvSpPr>
        <p:spPr>
          <a:xfrm>
            <a:off x="302791" y="6287966"/>
            <a:ext cx="9265845" cy="342900"/>
          </a:xfrm>
        </p:spPr>
        <p:txBody>
          <a:bodyPr vert="horz" lIns="108632" tIns="54317" rIns="108632" bIns="54317" rtlCol="0" anchor="b" anchorCtr="0">
            <a:noAutofit/>
          </a:bodyPr>
          <a:lstStyle>
            <a:lvl1pPr marL="316842" indent="-316842">
              <a:lnSpc>
                <a:spcPts val="1070"/>
              </a:lnSpc>
              <a:spcBef>
                <a:spcPts val="119"/>
              </a:spcBef>
              <a:spcAft>
                <a:spcPts val="0"/>
              </a:spcAft>
              <a:buNone/>
              <a:defRPr lang="en-CA" sz="1000" baseline="0" dirty="0"/>
            </a:lvl1pPr>
          </a:lstStyle>
          <a:p>
            <a:pPr marL="0" lvl="0" indent="0"/>
            <a:r>
              <a:rPr lang="en-US" dirty="0"/>
              <a:t>Click to add footnotes</a:t>
            </a:r>
            <a:endParaRPr lang="en-CA" dirty="0"/>
          </a:p>
        </p:txBody>
      </p:sp>
    </p:spTree>
    <p:extLst>
      <p:ext uri="{BB962C8B-B14F-4D97-AF65-F5344CB8AC3E}">
        <p14:creationId xmlns:p14="http://schemas.microsoft.com/office/powerpoint/2010/main" val="187239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ptiv Master Theme">
    <p:spTree>
      <p:nvGrpSpPr>
        <p:cNvPr id="1" name=""/>
        <p:cNvGrpSpPr/>
        <p:nvPr/>
      </p:nvGrpSpPr>
      <p:grpSpPr>
        <a:xfrm>
          <a:off x="0" y="0"/>
          <a:ext cx="0" cy="0"/>
          <a:chOff x="0" y="0"/>
          <a:chExt cx="0" cy="0"/>
        </a:xfrm>
      </p:grpSpPr>
      <p:sp>
        <p:nvSpPr>
          <p:cNvPr id="8" name="TextBox 7"/>
          <p:cNvSpPr txBox="1"/>
          <p:nvPr userDrawn="1"/>
        </p:nvSpPr>
        <p:spPr>
          <a:xfrm>
            <a:off x="609600" y="396060"/>
            <a:ext cx="3959352" cy="301752"/>
          </a:xfrm>
          <a:prstGeom prst="rect">
            <a:avLst/>
          </a:prstGeom>
          <a:noFill/>
        </p:spPr>
        <p:txBody>
          <a:bodyPr wrap="square" lIns="0" tIns="0" rIns="0" bIns="0" rtlCol="0" anchor="t">
            <a:noAutofit/>
          </a:bodyPr>
          <a:lstStyle/>
          <a:p>
            <a:r>
              <a:rPr lang="en-US" sz="1200" b="1" dirty="0">
                <a:solidFill>
                  <a:schemeClr val="bg1">
                    <a:lumMod val="65000"/>
                  </a:schemeClr>
                </a:solidFill>
              </a:rPr>
              <a:t>PowerPoint Template Quick Reference Guide</a:t>
            </a:r>
          </a:p>
        </p:txBody>
      </p:sp>
      <p:sp>
        <p:nvSpPr>
          <p:cNvPr id="9" name="Rectangle 8"/>
          <p:cNvSpPr/>
          <p:nvPr userDrawn="1"/>
        </p:nvSpPr>
        <p:spPr>
          <a:xfrm>
            <a:off x="609600" y="697811"/>
            <a:ext cx="8229600" cy="603504"/>
          </a:xfrm>
          <a:prstGeom prst="rect">
            <a:avLst/>
          </a:prstGeom>
        </p:spPr>
        <p:txBody>
          <a:bodyPr wrap="none" lIns="0" tIns="0" rIns="0" bIns="0">
            <a:noAutofit/>
          </a:bodyPr>
          <a:lstStyle/>
          <a:p>
            <a:r>
              <a:rPr kumimoji="0" lang="en-US" sz="3600" b="1" i="0" u="none" strike="noStrike" kern="1200" cap="none" spc="0" normalizeH="0" baseline="0" noProof="0" dirty="0">
                <a:ln>
                  <a:noFill/>
                </a:ln>
                <a:solidFill>
                  <a:srgbClr val="000000"/>
                </a:solidFill>
                <a:effectLst/>
                <a:uLnTx/>
                <a:uFillTx/>
                <a:latin typeface="+mn-lt"/>
                <a:ea typeface="+mn-ea"/>
                <a:cs typeface="+mn-cs"/>
              </a:rPr>
              <a:t>Introduction to your template</a:t>
            </a:r>
            <a:endParaRPr lang="en-US" sz="3600" dirty="0"/>
          </a:p>
        </p:txBody>
      </p:sp>
      <p:sp>
        <p:nvSpPr>
          <p:cNvPr id="18" name="TextBox 17"/>
          <p:cNvSpPr txBox="1"/>
          <p:nvPr userDrawn="1"/>
        </p:nvSpPr>
        <p:spPr>
          <a:xfrm>
            <a:off x="609601" y="1924295"/>
            <a:ext cx="5181600" cy="4267200"/>
          </a:xfrm>
          <a:prstGeom prst="rect">
            <a:avLst/>
          </a:prstGeom>
          <a:noFill/>
        </p:spPr>
        <p:txBody>
          <a:bodyPr wrap="square" lIns="0" tIns="0" rIns="0" bIns="0" rtlCol="0">
            <a:noAutofit/>
          </a:bodyPr>
          <a:lstStyle/>
          <a:p>
            <a:pPr marL="0" marR="0" lvl="2" indent="0" algn="l" defTabSz="914400" rtl="0" eaLnBrk="1" fontAlgn="auto" latinLnBrk="0" hangingPunct="1">
              <a:lnSpc>
                <a:spcPct val="100000"/>
              </a:lnSpc>
              <a:spcBef>
                <a:spcPts val="1200"/>
              </a:spcBef>
              <a:spcAft>
                <a:spcPts val="0"/>
              </a:spcAft>
              <a:buClrTx/>
              <a:buSzTx/>
              <a:buFontTx/>
              <a:buNone/>
              <a:tabLst/>
              <a:defRPr/>
            </a:pPr>
            <a:r>
              <a:rPr kumimoji="0" lang="en-US" sz="1800" b="1" i="0" u="none" strike="noStrike" kern="1200" cap="none" spc="0" normalizeH="0" baseline="0" noProof="0" dirty="0">
                <a:ln>
                  <a:noFill/>
                </a:ln>
                <a:solidFill>
                  <a:schemeClr val="accent1"/>
                </a:solidFill>
                <a:effectLst/>
                <a:uLnTx/>
                <a:uFillTx/>
                <a:latin typeface="+mn-lt"/>
                <a:ea typeface="+mn-ea"/>
                <a:cs typeface="+mn-cs"/>
              </a:rPr>
              <a:t>Your template is called Aptiv Master Theme </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You can access your master theme from the </a:t>
            </a:r>
            <a:r>
              <a:rPr kumimoji="0" lang="en-US" sz="1500" b="1" i="0" u="none" strike="noStrike" kern="1200" cap="none" spc="0" normalizeH="0" baseline="0" noProof="0" dirty="0">
                <a:ln>
                  <a:noFill/>
                </a:ln>
                <a:solidFill>
                  <a:srgbClr val="000000"/>
                </a:solidFill>
                <a:effectLst/>
                <a:uLnTx/>
                <a:uFillTx/>
                <a:latin typeface="+mn-lt"/>
                <a:ea typeface="+mn-ea"/>
                <a:cs typeface="+mn-cs"/>
              </a:rPr>
              <a:t>View</a:t>
            </a:r>
            <a:r>
              <a:rPr kumimoji="0" lang="en-US" sz="1500" b="0" i="0" u="none" strike="noStrike" kern="1200" cap="none" spc="0" normalizeH="0" baseline="0" noProof="0" dirty="0">
                <a:ln>
                  <a:noFill/>
                </a:ln>
                <a:solidFill>
                  <a:srgbClr val="000000"/>
                </a:solidFill>
                <a:effectLst/>
                <a:uLnTx/>
                <a:uFillTx/>
                <a:latin typeface="+mn-lt"/>
                <a:ea typeface="+mn-ea"/>
                <a:cs typeface="+mn-cs"/>
              </a:rPr>
              <a:t> tab by selecting </a:t>
            </a:r>
            <a:r>
              <a:rPr kumimoji="0" lang="en-US" sz="1500" b="1" i="0" u="none" strike="noStrike" kern="1200" cap="none" spc="0" normalizeH="0" baseline="0" noProof="0" dirty="0">
                <a:ln>
                  <a:noFill/>
                </a:ln>
                <a:solidFill>
                  <a:srgbClr val="000000"/>
                </a:solidFill>
                <a:effectLst/>
                <a:uLnTx/>
                <a:uFillTx/>
                <a:latin typeface="+mn-lt"/>
                <a:ea typeface="+mn-ea"/>
                <a:cs typeface="+mn-cs"/>
              </a:rPr>
              <a:t>Master Slide</a:t>
            </a:r>
            <a:r>
              <a:rPr kumimoji="0" lang="en-US" sz="1500" b="0" i="0" u="none" strike="noStrike" kern="1200" cap="none" spc="0" normalizeH="0" baseline="0" noProof="0" dirty="0">
                <a:ln>
                  <a:noFill/>
                </a:ln>
                <a:solidFill>
                  <a:srgbClr val="000000"/>
                </a:solidFill>
                <a:effectLst/>
                <a:uLnTx/>
                <a:uFillTx/>
                <a:latin typeface="+mn-lt"/>
                <a:ea typeface="+mn-ea"/>
                <a:cs typeface="+mn-cs"/>
              </a:rPr>
              <a:t>. The Aptiv Master Theme contains all of the layouts for building your presentations. </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It is not recommended that you make modifications to your slide layouts from this section. </a:t>
            </a:r>
            <a:r>
              <a:rPr kumimoji="0" lang="en-US" sz="1500" b="0" i="0" u="sng" strike="noStrike" kern="1200" cap="none" spc="0" normalizeH="0" baseline="0" noProof="0" dirty="0">
                <a:ln>
                  <a:noFill/>
                </a:ln>
                <a:solidFill>
                  <a:srgbClr val="000000"/>
                </a:solidFill>
                <a:effectLst/>
                <a:uLnTx/>
                <a:uFillTx/>
                <a:latin typeface="+mn-lt"/>
                <a:ea typeface="+mn-ea"/>
                <a:cs typeface="+mn-cs"/>
              </a:rPr>
              <a:t>Also, never add content in Master Slide view</a:t>
            </a:r>
            <a:r>
              <a:rPr kumimoji="0" lang="en-US" sz="1500" b="0" i="0" u="none" strike="noStrike" kern="1200" cap="none" spc="0" normalizeH="0" baseline="0" noProof="0" dirty="0">
                <a:ln>
                  <a:noFill/>
                </a:ln>
                <a:solidFill>
                  <a:srgbClr val="000000"/>
                </a:solidFill>
                <a:effectLst/>
                <a:uLnTx/>
                <a:uFillTx/>
                <a:latin typeface="+mn-lt"/>
                <a:ea typeface="+mn-ea"/>
                <a:cs typeface="+mn-cs"/>
              </a:rPr>
              <a:t>.</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Instead, choose layouts from the Aptiv Master Theme and add content from </a:t>
            </a:r>
            <a:r>
              <a:rPr kumimoji="0" lang="en-US" sz="1500" b="1" i="0" u="none" strike="noStrike" kern="1200" cap="none" spc="0" normalizeH="0" baseline="0" noProof="0" dirty="0">
                <a:ln>
                  <a:noFill/>
                </a:ln>
                <a:solidFill>
                  <a:srgbClr val="000000"/>
                </a:solidFill>
                <a:effectLst/>
                <a:uLnTx/>
                <a:uFillTx/>
                <a:latin typeface="+mn-lt"/>
                <a:ea typeface="+mn-ea"/>
                <a:cs typeface="+mn-cs"/>
              </a:rPr>
              <a:t>Normal View</a:t>
            </a:r>
            <a:r>
              <a:rPr kumimoji="0" lang="en-US" sz="1500" b="0" i="0" u="none" strike="noStrike" kern="1200" cap="none" spc="0" normalizeH="0" baseline="0" noProof="0" dirty="0">
                <a:ln>
                  <a:noFill/>
                </a:ln>
                <a:solidFill>
                  <a:srgbClr val="000000"/>
                </a:solidFill>
                <a:effectLst/>
                <a:uLnTx/>
                <a:uFillTx/>
                <a:latin typeface="+mn-lt"/>
                <a:ea typeface="+mn-ea"/>
                <a:cs typeface="+mn-cs"/>
              </a:rPr>
              <a:t>. Use this quick reference guide to help choose your layouts, add content, and format text and content elements. </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Easy color and margin guides are built into your themes, however these will not be viewable in Slide Show mode, when printed or exported to PDF.</a:t>
            </a: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r="33301" b="20078"/>
          <a:stretch/>
        </p:blipFill>
        <p:spPr>
          <a:xfrm>
            <a:off x="6095999" y="1924295"/>
            <a:ext cx="5486401" cy="3943105"/>
          </a:xfrm>
          <a:prstGeom prst="rect">
            <a:avLst/>
          </a:prstGeom>
          <a:effectLst>
            <a:outerShdw blurRad="50800" dist="38100" dir="2700000" algn="tl" rotWithShape="0">
              <a:prstClr val="black">
                <a:alpha val="25000"/>
              </a:prstClr>
            </a:outerShdw>
          </a:effectLst>
        </p:spPr>
      </p:pic>
      <p:sp>
        <p:nvSpPr>
          <p:cNvPr id="11" name="Rectangle 10"/>
          <p:cNvSpPr/>
          <p:nvPr userDrawn="1"/>
        </p:nvSpPr>
        <p:spPr>
          <a:xfrm>
            <a:off x="7648516" y="2351426"/>
            <a:ext cx="423873" cy="580972"/>
          </a:xfrm>
          <a:prstGeom prst="rect">
            <a:avLst/>
          </a:prstGeom>
          <a:solidFill>
            <a:schemeClr val="accent1">
              <a:alpha val="3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accent1"/>
              </a:solidFill>
            </a:endParaRPr>
          </a:p>
        </p:txBody>
      </p:sp>
      <p:sp>
        <p:nvSpPr>
          <p:cNvPr id="12" name="Rectangle 11"/>
          <p:cNvSpPr/>
          <p:nvPr userDrawn="1"/>
        </p:nvSpPr>
        <p:spPr>
          <a:xfrm>
            <a:off x="6095999" y="2351426"/>
            <a:ext cx="423873" cy="580972"/>
          </a:xfrm>
          <a:prstGeom prst="rect">
            <a:avLst/>
          </a:prstGeom>
          <a:solidFill>
            <a:schemeClr val="accent1">
              <a:alpha val="3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accent1"/>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etting started">
    <p:spTree>
      <p:nvGrpSpPr>
        <p:cNvPr id="1" name=""/>
        <p:cNvGrpSpPr/>
        <p:nvPr/>
      </p:nvGrpSpPr>
      <p:grpSpPr>
        <a:xfrm>
          <a:off x="0" y="0"/>
          <a:ext cx="0" cy="0"/>
          <a:chOff x="0" y="0"/>
          <a:chExt cx="0" cy="0"/>
        </a:xfrm>
      </p:grpSpPr>
      <p:sp>
        <p:nvSpPr>
          <p:cNvPr id="8" name="TextBox 7"/>
          <p:cNvSpPr txBox="1"/>
          <p:nvPr userDrawn="1"/>
        </p:nvSpPr>
        <p:spPr>
          <a:xfrm>
            <a:off x="609600" y="396060"/>
            <a:ext cx="3959352" cy="301752"/>
          </a:xfrm>
          <a:prstGeom prst="rect">
            <a:avLst/>
          </a:prstGeom>
          <a:noFill/>
        </p:spPr>
        <p:txBody>
          <a:bodyPr wrap="square" lIns="0" tIns="0" rIns="0" bIns="0" rtlCol="0" anchor="t">
            <a:noAutofit/>
          </a:bodyPr>
          <a:lstStyle/>
          <a:p>
            <a:r>
              <a:rPr lang="en-US" sz="1200" b="1" dirty="0">
                <a:solidFill>
                  <a:schemeClr val="bg1">
                    <a:lumMod val="65000"/>
                  </a:schemeClr>
                </a:solidFill>
              </a:rPr>
              <a:t>PowerPoint Template Quick Reference Guide</a:t>
            </a:r>
          </a:p>
        </p:txBody>
      </p:sp>
      <p:sp>
        <p:nvSpPr>
          <p:cNvPr id="9" name="Rectangle 8"/>
          <p:cNvSpPr/>
          <p:nvPr userDrawn="1"/>
        </p:nvSpPr>
        <p:spPr>
          <a:xfrm>
            <a:off x="609600" y="697811"/>
            <a:ext cx="8229600" cy="603504"/>
          </a:xfrm>
          <a:prstGeom prst="rect">
            <a:avLst/>
          </a:prstGeom>
        </p:spPr>
        <p:txBody>
          <a:bodyPr wrap="none" lIns="0" tIns="0" rIns="0" bIns="0">
            <a:noAutofit/>
          </a:bodyPr>
          <a:lstStyle/>
          <a:p>
            <a:r>
              <a:rPr kumimoji="0" lang="en-US" sz="3600" b="1" i="0" u="none" strike="noStrike" kern="1200" cap="none" spc="0" normalizeH="0" baseline="0" noProof="0" dirty="0">
                <a:ln>
                  <a:noFill/>
                </a:ln>
                <a:solidFill>
                  <a:srgbClr val="000000"/>
                </a:solidFill>
                <a:effectLst/>
                <a:uLnTx/>
                <a:uFillTx/>
                <a:latin typeface="+mn-lt"/>
                <a:ea typeface="+mn-ea"/>
                <a:cs typeface="+mn-cs"/>
              </a:rPr>
              <a:t>Getting started</a:t>
            </a:r>
            <a:endParaRPr lang="en-US" sz="3600" dirty="0"/>
          </a:p>
        </p:txBody>
      </p:sp>
      <p:sp>
        <p:nvSpPr>
          <p:cNvPr id="12" name="TextBox 11"/>
          <p:cNvSpPr txBox="1"/>
          <p:nvPr userDrawn="1"/>
        </p:nvSpPr>
        <p:spPr>
          <a:xfrm>
            <a:off x="4200918" y="910701"/>
            <a:ext cx="736068" cy="177725"/>
          </a:xfrm>
          <a:prstGeom prst="rect">
            <a:avLst/>
          </a:prstGeom>
          <a:noFill/>
        </p:spPr>
        <p:txBody>
          <a:bodyPr wrap="none" lIns="0" tIns="0" rIns="0" bIns="0" anchor="ctr">
            <a:noAutofit/>
          </a:bodyPr>
          <a:lstStyle>
            <a:lvl1pPr indent="0" defTabSz="806846">
              <a:lnSpc>
                <a:spcPct val="90000"/>
              </a:lnSpc>
              <a:spcBef>
                <a:spcPts val="600"/>
              </a:spcBef>
              <a:spcAft>
                <a:spcPts val="0"/>
              </a:spcAft>
              <a:buFont typeface="Arial" charset="0"/>
              <a:buNone/>
              <a:defRPr sz="1100" b="0" i="0">
                <a:latin typeface="Landor Corp S" charset="0"/>
                <a:ea typeface="Landor Corp S" charset="0"/>
                <a:cs typeface="Landor Corp S" charset="0"/>
              </a:defRPr>
            </a:lvl1pPr>
            <a:lvl2pPr marL="121026" indent="-121026" defTabSz="806846">
              <a:lnSpc>
                <a:spcPct val="90000"/>
              </a:lnSpc>
              <a:spcBef>
                <a:spcPts val="200"/>
              </a:spcBef>
              <a:spcAft>
                <a:spcPts val="0"/>
              </a:spcAft>
              <a:buFont typeface="Arial" charset="0"/>
              <a:buChar char="•"/>
              <a:defRPr sz="1400" b="0" i="0">
                <a:latin typeface="Landor Corp S" charset="0"/>
                <a:ea typeface="Landor Corp S" charset="0"/>
                <a:cs typeface="Landor Corp S" charset="0"/>
              </a:defRPr>
            </a:lvl2pPr>
            <a:lvl3pPr marL="121026" indent="0" defTabSz="806846">
              <a:lnSpc>
                <a:spcPct val="90000"/>
              </a:lnSpc>
              <a:spcBef>
                <a:spcPts val="600"/>
              </a:spcBef>
              <a:spcAft>
                <a:spcPts val="0"/>
              </a:spcAft>
              <a:buClr>
                <a:schemeClr val="tx2"/>
              </a:buClr>
              <a:buFont typeface="Wingdings" charset="2"/>
              <a:buNone/>
              <a:defRPr sz="1400" b="0" i="0">
                <a:latin typeface="Landor Corp S" charset="0"/>
                <a:ea typeface="Landor Corp S" charset="0"/>
                <a:cs typeface="Landor Corp S" charset="0"/>
              </a:defRPr>
            </a:lvl3pPr>
            <a:lvl4pPr marL="242054" indent="-121026" defTabSz="806846">
              <a:lnSpc>
                <a:spcPct val="90000"/>
              </a:lnSpc>
              <a:spcBef>
                <a:spcPts val="200"/>
              </a:spcBef>
              <a:spcAft>
                <a:spcPts val="0"/>
              </a:spcAft>
              <a:buFont typeface="Arial" charset="0"/>
              <a:buChar char="•"/>
              <a:defRPr sz="1400" b="0" i="0">
                <a:latin typeface="Landor Corp S" charset="0"/>
                <a:ea typeface="Landor Corp S" charset="0"/>
                <a:cs typeface="Landor Corp S" charset="0"/>
              </a:defRPr>
            </a:lvl4pPr>
            <a:lvl5pPr marL="0" lvl="4" indent="0" defTabSz="806846">
              <a:lnSpc>
                <a:spcPct val="90000"/>
              </a:lnSpc>
              <a:spcBef>
                <a:spcPts val="600"/>
              </a:spcBef>
              <a:spcAft>
                <a:spcPts val="0"/>
              </a:spcAft>
              <a:buClr>
                <a:schemeClr val="tx2"/>
              </a:buClr>
              <a:buFont typeface="Wingdings" charset="2"/>
              <a:buNone/>
              <a:defRPr sz="1100" b="1" i="0">
                <a:latin typeface="Landor Corp S" charset="0"/>
                <a:ea typeface="Landor Corp S" charset="0"/>
                <a:cs typeface="Landor Corp S" charset="0"/>
              </a:defRPr>
            </a:lvl5pPr>
            <a:lvl6pPr marL="0" lvl="5" indent="0" defTabSz="806846">
              <a:lnSpc>
                <a:spcPct val="90000"/>
              </a:lnSpc>
              <a:spcBef>
                <a:spcPts val="1200"/>
              </a:spcBef>
              <a:spcAft>
                <a:spcPts val="0"/>
              </a:spcAft>
              <a:buFont typeface="Arial" charset="0"/>
              <a:buNone/>
              <a:defRPr b="1" i="0">
                <a:latin typeface="Landor Corp S" charset="0"/>
                <a:ea typeface="Landor Corp S" charset="0"/>
                <a:cs typeface="Landor Corp S" charset="0"/>
              </a:defRPr>
            </a:lvl6pPr>
            <a:lvl7pPr marL="0" indent="0" defTabSz="806846">
              <a:lnSpc>
                <a:spcPct val="90000"/>
              </a:lnSpc>
              <a:spcBef>
                <a:spcPts val="1200"/>
              </a:spcBef>
              <a:spcAft>
                <a:spcPts val="0"/>
              </a:spcAft>
              <a:buFont typeface="Arial" charset="0"/>
              <a:buNone/>
              <a:defRPr sz="2000" b="1" i="0">
                <a:latin typeface="Landor Corp S" charset="0"/>
                <a:ea typeface="Landor Corp S" charset="0"/>
                <a:cs typeface="Landor Corp S" charset="0"/>
              </a:defRPr>
            </a:lvl7pPr>
            <a:lvl8pPr marL="0" indent="0" defTabSz="806846">
              <a:lnSpc>
                <a:spcPct val="90000"/>
              </a:lnSpc>
              <a:spcBef>
                <a:spcPts val="1200"/>
              </a:spcBef>
              <a:spcAft>
                <a:spcPts val="0"/>
              </a:spcAft>
              <a:buFont typeface="Arial" charset="0"/>
              <a:buNone/>
              <a:defRPr sz="2800" b="1" i="0">
                <a:latin typeface="Landor Corp S" charset="0"/>
                <a:ea typeface="Landor Corp S" charset="0"/>
                <a:cs typeface="Landor Corp S" charset="0"/>
              </a:defRPr>
            </a:lvl8pPr>
            <a:lvl9pPr marL="0" indent="0" defTabSz="806846">
              <a:lnSpc>
                <a:spcPct val="90000"/>
              </a:lnSpc>
              <a:spcBef>
                <a:spcPts val="1200"/>
              </a:spcBef>
              <a:spcAft>
                <a:spcPts val="0"/>
              </a:spcAft>
              <a:buFont typeface="Arial" charset="0"/>
              <a:buNone/>
              <a:defRPr b="0" i="0">
                <a:latin typeface="Landor Corp S" charset="0"/>
                <a:ea typeface="Landor Corp S" charset="0"/>
                <a:cs typeface="Landor Corp S" charset="0"/>
              </a:defRPr>
            </a:lvl9pPr>
          </a:lstStyle>
          <a:p>
            <a:r>
              <a:rPr lang="en-US" sz="900" b="1" dirty="0">
                <a:solidFill>
                  <a:schemeClr val="accent1"/>
                </a:solidFill>
                <a:latin typeface="Arial Regular" charset="0"/>
                <a:ea typeface="Arial Regular" charset="0"/>
                <a:cs typeface="Arial Regular" charset="0"/>
              </a:rPr>
              <a:t>Slide title  </a:t>
            </a:r>
            <a:r>
              <a:rPr lang="en-US" sz="900" dirty="0">
                <a:solidFill>
                  <a:schemeClr val="accent1"/>
                </a:solidFill>
                <a:latin typeface="Arial Regular" charset="0"/>
                <a:ea typeface="Arial Regular" charset="0"/>
                <a:cs typeface="Arial Regular" charset="0"/>
              </a:rPr>
              <a:t>Arial 36 pt Bold, Black</a:t>
            </a:r>
          </a:p>
        </p:txBody>
      </p:sp>
      <p:cxnSp>
        <p:nvCxnSpPr>
          <p:cNvPr id="13" name="Straight Arrow Connector 12"/>
          <p:cNvCxnSpPr/>
          <p:nvPr userDrawn="1"/>
        </p:nvCxnSpPr>
        <p:spPr>
          <a:xfrm flipH="1">
            <a:off x="3930267" y="999563"/>
            <a:ext cx="232996"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userDrawn="1"/>
        </p:nvSpPr>
        <p:spPr>
          <a:xfrm>
            <a:off x="609601" y="1921248"/>
            <a:ext cx="5181600" cy="1969770"/>
          </a:xfrm>
          <a:prstGeom prst="rect">
            <a:avLst/>
          </a:prstGeom>
          <a:noFill/>
        </p:spPr>
        <p:txBody>
          <a:bodyPr wrap="square" lIns="0" tIns="0" rIns="0" bIns="0" rtlCol="0">
            <a:spAutoFit/>
          </a:bodyPr>
          <a:lstStyle/>
          <a:p>
            <a:pPr marL="0" marR="0" lvl="2" indent="0" algn="l" defTabSz="914400" rtl="0" eaLnBrk="1" fontAlgn="auto" latinLnBrk="0" hangingPunct="1">
              <a:lnSpc>
                <a:spcPct val="100000"/>
              </a:lnSpc>
              <a:spcBef>
                <a:spcPts val="1200"/>
              </a:spcBef>
              <a:spcAft>
                <a:spcPts val="0"/>
              </a:spcAft>
              <a:buClrTx/>
              <a:buSzTx/>
              <a:buFontTx/>
              <a:buNone/>
              <a:tabLst/>
              <a:defRPr/>
            </a:pPr>
            <a:r>
              <a:rPr kumimoji="0" lang="en-US" sz="1800" b="1" i="0" u="none" strike="noStrike" kern="1200" cap="none" spc="0" normalizeH="0" baseline="0" noProof="0" dirty="0">
                <a:ln>
                  <a:noFill/>
                </a:ln>
                <a:solidFill>
                  <a:schemeClr val="accent1"/>
                </a:solidFill>
                <a:effectLst/>
                <a:uLnTx/>
                <a:uFillTx/>
                <a:latin typeface="+mn-lt"/>
                <a:ea typeface="+mn-ea"/>
                <a:cs typeface="+mn-cs"/>
              </a:rPr>
              <a:t>Selecting and changing your layout</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On the </a:t>
            </a:r>
            <a:r>
              <a:rPr kumimoji="0" lang="en-US" sz="1500" b="1" i="0" u="none" strike="noStrike" kern="1200" cap="none" spc="0" normalizeH="0" baseline="0" noProof="0" dirty="0">
                <a:ln>
                  <a:noFill/>
                </a:ln>
                <a:solidFill>
                  <a:srgbClr val="000000"/>
                </a:solidFill>
                <a:effectLst/>
                <a:uLnTx/>
                <a:uFillTx/>
                <a:latin typeface="+mn-lt"/>
                <a:ea typeface="+mn-ea"/>
                <a:cs typeface="+mn-cs"/>
              </a:rPr>
              <a:t>Home</a:t>
            </a:r>
            <a:r>
              <a:rPr kumimoji="0" lang="en-US" sz="1500" b="0" i="0" u="none" strike="noStrike" kern="1200" cap="none" spc="0" normalizeH="0" baseline="0" noProof="0" dirty="0">
                <a:ln>
                  <a:noFill/>
                </a:ln>
                <a:solidFill>
                  <a:srgbClr val="000000"/>
                </a:solidFill>
                <a:effectLst/>
                <a:uLnTx/>
                <a:uFillTx/>
                <a:latin typeface="+mn-lt"/>
                <a:ea typeface="+mn-ea"/>
                <a:cs typeface="+mn-cs"/>
              </a:rPr>
              <a:t> tab, click </a:t>
            </a:r>
            <a:r>
              <a:rPr kumimoji="0" lang="en-US" sz="1500" b="1" i="0" u="none" strike="noStrike" kern="1200" cap="none" spc="0" normalizeH="0" baseline="0" noProof="0" dirty="0">
                <a:ln>
                  <a:noFill/>
                </a:ln>
                <a:solidFill>
                  <a:srgbClr val="000000"/>
                </a:solidFill>
                <a:effectLst/>
                <a:uLnTx/>
                <a:uFillTx/>
                <a:latin typeface="+mn-lt"/>
                <a:ea typeface="+mn-ea"/>
                <a:cs typeface="+mn-cs"/>
              </a:rPr>
              <a:t>New Slide</a:t>
            </a:r>
            <a:r>
              <a:rPr kumimoji="0" lang="en-US" sz="1500" b="0" i="0" u="none" strike="noStrike" kern="1200" cap="none" spc="0" normalizeH="0" baseline="0" noProof="0" dirty="0">
                <a:ln>
                  <a:noFill/>
                </a:ln>
                <a:solidFill>
                  <a:srgbClr val="000000"/>
                </a:solidFill>
                <a:effectLst/>
                <a:uLnTx/>
                <a:uFillTx/>
                <a:latin typeface="+mn-lt"/>
                <a:ea typeface="+mn-ea"/>
                <a:cs typeface="+mn-cs"/>
              </a:rPr>
              <a:t>, and select the layout from the Aptiv Master Theme which appears to best suit your content. </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To change your layout, click </a:t>
            </a:r>
            <a:r>
              <a:rPr kumimoji="0" lang="en-US" sz="1500" b="1" i="0" u="none" strike="noStrike" kern="1200" cap="none" spc="0" normalizeH="0" baseline="0" noProof="0" dirty="0">
                <a:ln>
                  <a:noFill/>
                </a:ln>
                <a:solidFill>
                  <a:srgbClr val="000000"/>
                </a:solidFill>
                <a:effectLst/>
                <a:uLnTx/>
                <a:uFillTx/>
                <a:latin typeface="+mn-lt"/>
                <a:ea typeface="+mn-ea"/>
                <a:cs typeface="+mn-cs"/>
              </a:rPr>
              <a:t>Layout </a:t>
            </a:r>
            <a:r>
              <a:rPr kumimoji="0" lang="en-US" sz="1500" b="0" i="0" u="none" strike="noStrike" kern="1200" cap="none" spc="0" normalizeH="0" baseline="0" noProof="0" dirty="0">
                <a:ln>
                  <a:noFill/>
                </a:ln>
                <a:solidFill>
                  <a:srgbClr val="000000"/>
                </a:solidFill>
                <a:effectLst/>
                <a:uLnTx/>
                <a:uFillTx/>
                <a:latin typeface="+mn-lt"/>
                <a:ea typeface="+mn-ea"/>
                <a:cs typeface="+mn-cs"/>
              </a:rPr>
              <a:t>and select a new option from your Aptiv Master Theme. Your slide will adopt the newly selected format.</a:t>
            </a:r>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r="21257" b="67871"/>
          <a:stretch/>
        </p:blipFill>
        <p:spPr>
          <a:xfrm>
            <a:off x="609600" y="4051065"/>
            <a:ext cx="5486400" cy="1816335"/>
          </a:xfrm>
          <a:prstGeom prst="rect">
            <a:avLst/>
          </a:prstGeom>
          <a:effectLst>
            <a:outerShdw blurRad="50800" dist="38100" dir="2700000" algn="tl" rotWithShape="0">
              <a:prstClr val="black">
                <a:alpha val="25000"/>
              </a:prstClr>
            </a:outerShdw>
          </a:effectLst>
        </p:spPr>
      </p:pic>
      <p:sp>
        <p:nvSpPr>
          <p:cNvPr id="19" name="Rectangle 18"/>
          <p:cNvSpPr/>
          <p:nvPr userDrawn="1"/>
        </p:nvSpPr>
        <p:spPr>
          <a:xfrm>
            <a:off x="1670006" y="4427458"/>
            <a:ext cx="1152543" cy="644559"/>
          </a:xfrm>
          <a:prstGeom prst="rect">
            <a:avLst/>
          </a:prstGeom>
          <a:solidFill>
            <a:schemeClr val="accent1">
              <a:alpha val="2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rgbClr val="FFFF00"/>
              </a:solidFill>
            </a:endParaRPr>
          </a:p>
        </p:txBody>
      </p:sp>
      <p:sp>
        <p:nvSpPr>
          <p:cNvPr id="20" name="TextBox 19"/>
          <p:cNvSpPr txBox="1"/>
          <p:nvPr userDrawn="1"/>
        </p:nvSpPr>
        <p:spPr>
          <a:xfrm>
            <a:off x="6408549" y="1927674"/>
            <a:ext cx="5181600" cy="4201150"/>
          </a:xfrm>
          <a:prstGeom prst="rect">
            <a:avLst/>
          </a:prstGeom>
          <a:noFill/>
        </p:spPr>
        <p:txBody>
          <a:bodyPr wrap="square" lIns="0" tIns="0" rIns="0" bIns="0" rtlCol="0">
            <a:spAutoFit/>
          </a:bodyPr>
          <a:lstStyle/>
          <a:p>
            <a:pPr marL="0" marR="0" lvl="2" indent="0" algn="l" defTabSz="914400" rtl="0" eaLnBrk="1" fontAlgn="auto" latinLnBrk="0" hangingPunct="1">
              <a:lnSpc>
                <a:spcPct val="100000"/>
              </a:lnSpc>
              <a:spcBef>
                <a:spcPts val="1200"/>
              </a:spcBef>
              <a:spcAft>
                <a:spcPts val="0"/>
              </a:spcAft>
              <a:buClrTx/>
              <a:buSzTx/>
              <a:buFontTx/>
              <a:buNone/>
              <a:tabLst/>
              <a:defRPr/>
            </a:pPr>
            <a:r>
              <a:rPr kumimoji="0" lang="en-US" sz="1800" b="1" i="0" u="none" strike="noStrike" kern="1200" cap="none" spc="0" normalizeH="0" baseline="0" noProof="0" dirty="0">
                <a:ln>
                  <a:noFill/>
                </a:ln>
                <a:solidFill>
                  <a:schemeClr val="accent1"/>
                </a:solidFill>
                <a:effectLst/>
                <a:uLnTx/>
                <a:uFillTx/>
                <a:latin typeface="+mn-lt"/>
                <a:ea typeface="+mn-ea"/>
                <a:cs typeface="+mn-cs"/>
              </a:rPr>
              <a:t>Slide anatomy</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mn-lt"/>
                <a:ea typeface="+mn-ea"/>
                <a:cs typeface="+mn-cs"/>
              </a:rPr>
              <a:t>Headers</a:t>
            </a:r>
            <a:r>
              <a:rPr kumimoji="0" lang="en-US" sz="1500" b="0" i="0" u="none" strike="noStrike" kern="1200" cap="none" spc="0" normalizeH="0" baseline="0" noProof="0" dirty="0">
                <a:ln>
                  <a:noFill/>
                </a:ln>
                <a:solidFill>
                  <a:srgbClr val="000000"/>
                </a:solidFill>
                <a:effectLst/>
                <a:uLnTx/>
                <a:uFillTx/>
                <a:latin typeface="+mn-lt"/>
                <a:ea typeface="+mn-ea"/>
                <a:cs typeface="+mn-cs"/>
              </a:rPr>
              <a:t>   Placeholders for section titles and slide titles exist on most slides. Do not rearrange or reformat these placeholders. If you do so accidentally, </a:t>
            </a:r>
            <a:r>
              <a:rPr kumimoji="0" lang="en-US" sz="1500" b="0" i="0" u="sng" strike="noStrike" kern="1200" cap="none" spc="0" normalizeH="0" baseline="0" noProof="0" dirty="0">
                <a:ln>
                  <a:noFill/>
                </a:ln>
                <a:solidFill>
                  <a:srgbClr val="000000"/>
                </a:solidFill>
                <a:effectLst/>
                <a:uLnTx/>
                <a:uFillTx/>
                <a:latin typeface="+mn-lt"/>
                <a:ea typeface="+mn-ea"/>
                <a:cs typeface="+mn-cs"/>
              </a:rPr>
              <a:t>any reformatting can be returned to it’s original style by clicking </a:t>
            </a:r>
            <a:r>
              <a:rPr kumimoji="0" lang="en-US" sz="1500" b="1" i="0" u="sng" strike="noStrike" kern="1200" cap="none" spc="0" normalizeH="0" baseline="0" noProof="0" dirty="0">
                <a:ln>
                  <a:noFill/>
                </a:ln>
                <a:solidFill>
                  <a:srgbClr val="000000"/>
                </a:solidFill>
                <a:effectLst/>
                <a:uLnTx/>
                <a:uFillTx/>
                <a:latin typeface="+mn-lt"/>
                <a:ea typeface="+mn-ea"/>
                <a:cs typeface="+mn-cs"/>
              </a:rPr>
              <a:t>Reset</a:t>
            </a:r>
            <a:r>
              <a:rPr kumimoji="0" lang="en-US" sz="1500" b="0" i="0" u="sng" strike="noStrike" kern="1200" cap="none" spc="0" normalizeH="0" baseline="0" noProof="0" dirty="0">
                <a:ln>
                  <a:noFill/>
                </a:ln>
                <a:solidFill>
                  <a:srgbClr val="000000"/>
                </a:solidFill>
                <a:effectLst/>
                <a:uLnTx/>
                <a:uFillTx/>
                <a:latin typeface="+mn-lt"/>
                <a:ea typeface="+mn-ea"/>
                <a:cs typeface="+mn-cs"/>
              </a:rPr>
              <a:t> in the </a:t>
            </a:r>
            <a:r>
              <a:rPr kumimoji="0" lang="en-US" sz="1500" b="1" i="0" u="sng" strike="noStrike" kern="1200" cap="none" spc="0" normalizeH="0" baseline="0" noProof="0" dirty="0">
                <a:ln>
                  <a:noFill/>
                </a:ln>
                <a:solidFill>
                  <a:srgbClr val="000000"/>
                </a:solidFill>
                <a:effectLst/>
                <a:uLnTx/>
                <a:uFillTx/>
                <a:latin typeface="+mn-lt"/>
                <a:ea typeface="+mn-ea"/>
                <a:cs typeface="+mn-cs"/>
              </a:rPr>
              <a:t>Home</a:t>
            </a:r>
            <a:r>
              <a:rPr kumimoji="0" lang="en-US" sz="1500" b="0" i="0" u="sng" strike="noStrike" kern="1200" cap="none" spc="0" normalizeH="0" baseline="0" noProof="0" dirty="0">
                <a:ln>
                  <a:noFill/>
                </a:ln>
                <a:solidFill>
                  <a:srgbClr val="000000"/>
                </a:solidFill>
                <a:effectLst/>
                <a:uLnTx/>
                <a:uFillTx/>
                <a:latin typeface="+mn-lt"/>
                <a:ea typeface="+mn-ea"/>
                <a:cs typeface="+mn-cs"/>
              </a:rPr>
              <a:t> tab</a:t>
            </a:r>
            <a:r>
              <a:rPr kumimoji="0" lang="en-US" sz="1500" b="0" i="0" u="none" strike="noStrike" kern="1200" cap="none" spc="0" normalizeH="0" baseline="0" noProof="0" dirty="0">
                <a:ln>
                  <a:noFill/>
                </a:ln>
                <a:solidFill>
                  <a:srgbClr val="000000"/>
                </a:solidFill>
                <a:effectLst/>
                <a:uLnTx/>
                <a:uFillTx/>
                <a:latin typeface="+mn-lt"/>
                <a:ea typeface="+mn-ea"/>
                <a:cs typeface="+mn-cs"/>
              </a:rPr>
              <a:t>. </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mn-lt"/>
                <a:ea typeface="+mn-ea"/>
                <a:cs typeface="+mn-cs"/>
              </a:rPr>
              <a:t>Footers</a:t>
            </a:r>
            <a:r>
              <a:rPr kumimoji="0" lang="en-US" sz="1500" b="0" i="0" u="none" strike="noStrike" kern="1200" cap="none" spc="0" normalizeH="0" baseline="0" noProof="0" dirty="0">
                <a:ln>
                  <a:noFill/>
                </a:ln>
                <a:solidFill>
                  <a:srgbClr val="000000"/>
                </a:solidFill>
                <a:effectLst/>
                <a:uLnTx/>
                <a:uFillTx/>
                <a:latin typeface="+mn-lt"/>
                <a:ea typeface="+mn-ea"/>
                <a:cs typeface="+mn-cs"/>
              </a:rPr>
              <a:t>   Do not edit footers on individual slides. </a:t>
            </a:r>
            <a:r>
              <a:rPr kumimoji="0" lang="en-US" sz="1500" b="0" i="0" u="sng" strike="noStrike" kern="1200" cap="none" spc="0" normalizeH="0" baseline="0" noProof="0" dirty="0">
                <a:ln>
                  <a:noFill/>
                </a:ln>
                <a:solidFill>
                  <a:schemeClr val="tx1"/>
                </a:solidFill>
                <a:effectLst/>
                <a:uLnTx/>
                <a:uFillTx/>
                <a:latin typeface="+mn-lt"/>
                <a:ea typeface="+mn-ea"/>
                <a:cs typeface="+mn-cs"/>
              </a:rPr>
              <a:t>E</a:t>
            </a:r>
            <a:r>
              <a:rPr lang="en-US" sz="1500" u="sng" dirty="0"/>
              <a:t>nsure footers</a:t>
            </a:r>
            <a:r>
              <a:rPr lang="en-US" sz="1500" u="sng" baseline="0" dirty="0"/>
              <a:t> are consistent by building your presentation from only one theme</a:t>
            </a:r>
            <a:r>
              <a:rPr lang="en-US" sz="1500" baseline="0" dirty="0"/>
              <a:t>. Then, add/edit footers from the </a:t>
            </a:r>
            <a:r>
              <a:rPr lang="en-US" sz="1500" b="1" dirty="0"/>
              <a:t>Insert</a:t>
            </a:r>
            <a:r>
              <a:rPr lang="en-US" sz="1500" b="1" baseline="0" dirty="0"/>
              <a:t> </a:t>
            </a:r>
            <a:r>
              <a:rPr lang="en-US" sz="1500" b="0" baseline="0" dirty="0"/>
              <a:t>tab and clicking</a:t>
            </a:r>
            <a:r>
              <a:rPr lang="en-US" sz="1500" b="1" baseline="0" dirty="0"/>
              <a:t> </a:t>
            </a:r>
            <a:r>
              <a:rPr lang="en-US" sz="1500" b="1" dirty="0"/>
              <a:t>Header &amp; Footer</a:t>
            </a:r>
            <a:r>
              <a:rPr lang="en-US" sz="1500" b="0" dirty="0"/>
              <a:t>.</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mn-lt"/>
                <a:ea typeface="+mn-ea"/>
                <a:cs typeface="+mn-cs"/>
              </a:rPr>
              <a:t>Content   </a:t>
            </a:r>
            <a:r>
              <a:rPr kumimoji="0" lang="en-US" sz="1500" b="0" i="0" u="sng" strike="noStrike" kern="1200" cap="none" spc="0" normalizeH="0" baseline="0" noProof="0" dirty="0">
                <a:ln>
                  <a:noFill/>
                </a:ln>
                <a:solidFill>
                  <a:srgbClr val="000000"/>
                </a:solidFill>
                <a:effectLst/>
                <a:uLnTx/>
                <a:uFillTx/>
                <a:latin typeface="+mn-lt"/>
                <a:ea typeface="+mn-ea"/>
                <a:cs typeface="+mn-cs"/>
              </a:rPr>
              <a:t>Avoid resizing or rearranging elements in your slides to ensure margins and spacing remain consistent</a:t>
            </a:r>
            <a:r>
              <a:rPr kumimoji="0" lang="en-US" sz="1500" b="0" i="0" u="none" strike="noStrike" kern="1200" cap="none" spc="0" normalizeH="0" baseline="0" noProof="0" dirty="0">
                <a:ln>
                  <a:noFill/>
                </a:ln>
                <a:solidFill>
                  <a:srgbClr val="000000"/>
                </a:solidFill>
                <a:effectLst/>
                <a:uLnTx/>
                <a:uFillTx/>
                <a:latin typeface="+mn-lt"/>
                <a:ea typeface="+mn-ea"/>
                <a:cs typeface="+mn-cs"/>
              </a:rPr>
              <a:t>. Instead, try to select a layout from your Master theme which best suits your content. If you must add or adjust content elements, refer to margins and guidelines built into your theme.</a:t>
            </a:r>
          </a:p>
        </p:txBody>
      </p:sp>
      <p:sp>
        <p:nvSpPr>
          <p:cNvPr id="25" name="TextBox 24"/>
          <p:cNvSpPr txBox="1"/>
          <p:nvPr userDrawn="1"/>
        </p:nvSpPr>
        <p:spPr>
          <a:xfrm>
            <a:off x="6891639" y="6408685"/>
            <a:ext cx="736068" cy="177725"/>
          </a:xfrm>
          <a:prstGeom prst="rect">
            <a:avLst/>
          </a:prstGeom>
          <a:noFill/>
        </p:spPr>
        <p:txBody>
          <a:bodyPr wrap="none" lIns="0" tIns="0" rIns="0" bIns="0" anchor="ctr">
            <a:noAutofit/>
          </a:bodyPr>
          <a:lstStyle>
            <a:lvl1pPr indent="0" defTabSz="806846">
              <a:lnSpc>
                <a:spcPct val="90000"/>
              </a:lnSpc>
              <a:spcBef>
                <a:spcPts val="600"/>
              </a:spcBef>
              <a:spcAft>
                <a:spcPts val="0"/>
              </a:spcAft>
              <a:buFont typeface="Arial" charset="0"/>
              <a:buNone/>
              <a:defRPr sz="1100" b="0" i="0">
                <a:latin typeface="Landor Corp S" charset="0"/>
                <a:ea typeface="Landor Corp S" charset="0"/>
                <a:cs typeface="Landor Corp S" charset="0"/>
              </a:defRPr>
            </a:lvl1pPr>
            <a:lvl2pPr marL="121026" indent="-121026" defTabSz="806846">
              <a:lnSpc>
                <a:spcPct val="90000"/>
              </a:lnSpc>
              <a:spcBef>
                <a:spcPts val="200"/>
              </a:spcBef>
              <a:spcAft>
                <a:spcPts val="0"/>
              </a:spcAft>
              <a:buFont typeface="Arial" charset="0"/>
              <a:buChar char="•"/>
              <a:defRPr sz="1400" b="0" i="0">
                <a:latin typeface="Landor Corp S" charset="0"/>
                <a:ea typeface="Landor Corp S" charset="0"/>
                <a:cs typeface="Landor Corp S" charset="0"/>
              </a:defRPr>
            </a:lvl2pPr>
            <a:lvl3pPr marL="121026" indent="0" defTabSz="806846">
              <a:lnSpc>
                <a:spcPct val="90000"/>
              </a:lnSpc>
              <a:spcBef>
                <a:spcPts val="600"/>
              </a:spcBef>
              <a:spcAft>
                <a:spcPts val="0"/>
              </a:spcAft>
              <a:buClr>
                <a:schemeClr val="tx2"/>
              </a:buClr>
              <a:buFont typeface="Wingdings" charset="2"/>
              <a:buNone/>
              <a:defRPr sz="1400" b="0" i="0">
                <a:latin typeface="Landor Corp S" charset="0"/>
                <a:ea typeface="Landor Corp S" charset="0"/>
                <a:cs typeface="Landor Corp S" charset="0"/>
              </a:defRPr>
            </a:lvl3pPr>
            <a:lvl4pPr marL="242054" indent="-121026" defTabSz="806846">
              <a:lnSpc>
                <a:spcPct val="90000"/>
              </a:lnSpc>
              <a:spcBef>
                <a:spcPts val="200"/>
              </a:spcBef>
              <a:spcAft>
                <a:spcPts val="0"/>
              </a:spcAft>
              <a:buFont typeface="Arial" charset="0"/>
              <a:buChar char="•"/>
              <a:defRPr sz="1400" b="0" i="0">
                <a:latin typeface="Landor Corp S" charset="0"/>
                <a:ea typeface="Landor Corp S" charset="0"/>
                <a:cs typeface="Landor Corp S" charset="0"/>
              </a:defRPr>
            </a:lvl4pPr>
            <a:lvl5pPr marL="0" lvl="4" indent="0" defTabSz="806846">
              <a:lnSpc>
                <a:spcPct val="90000"/>
              </a:lnSpc>
              <a:spcBef>
                <a:spcPts val="600"/>
              </a:spcBef>
              <a:spcAft>
                <a:spcPts val="0"/>
              </a:spcAft>
              <a:buClr>
                <a:schemeClr val="tx2"/>
              </a:buClr>
              <a:buFont typeface="Wingdings" charset="2"/>
              <a:buNone/>
              <a:defRPr sz="1100" b="1" i="0">
                <a:latin typeface="Landor Corp S" charset="0"/>
                <a:ea typeface="Landor Corp S" charset="0"/>
                <a:cs typeface="Landor Corp S" charset="0"/>
              </a:defRPr>
            </a:lvl5pPr>
            <a:lvl6pPr marL="0" lvl="5" indent="0" defTabSz="806846">
              <a:lnSpc>
                <a:spcPct val="90000"/>
              </a:lnSpc>
              <a:spcBef>
                <a:spcPts val="1200"/>
              </a:spcBef>
              <a:spcAft>
                <a:spcPts val="0"/>
              </a:spcAft>
              <a:buFont typeface="Arial" charset="0"/>
              <a:buNone/>
              <a:defRPr b="1" i="0">
                <a:latin typeface="Landor Corp S" charset="0"/>
                <a:ea typeface="Landor Corp S" charset="0"/>
                <a:cs typeface="Landor Corp S" charset="0"/>
              </a:defRPr>
            </a:lvl6pPr>
            <a:lvl7pPr marL="0" indent="0" defTabSz="806846">
              <a:lnSpc>
                <a:spcPct val="90000"/>
              </a:lnSpc>
              <a:spcBef>
                <a:spcPts val="1200"/>
              </a:spcBef>
              <a:spcAft>
                <a:spcPts val="0"/>
              </a:spcAft>
              <a:buFont typeface="Arial" charset="0"/>
              <a:buNone/>
              <a:defRPr sz="2000" b="1" i="0">
                <a:latin typeface="Landor Corp S" charset="0"/>
                <a:ea typeface="Landor Corp S" charset="0"/>
                <a:cs typeface="Landor Corp S" charset="0"/>
              </a:defRPr>
            </a:lvl7pPr>
            <a:lvl8pPr marL="0" indent="0" defTabSz="806846">
              <a:lnSpc>
                <a:spcPct val="90000"/>
              </a:lnSpc>
              <a:spcBef>
                <a:spcPts val="1200"/>
              </a:spcBef>
              <a:spcAft>
                <a:spcPts val="0"/>
              </a:spcAft>
              <a:buFont typeface="Arial" charset="0"/>
              <a:buNone/>
              <a:defRPr sz="2800" b="1" i="0">
                <a:latin typeface="Landor Corp S" charset="0"/>
                <a:ea typeface="Landor Corp S" charset="0"/>
                <a:cs typeface="Landor Corp S" charset="0"/>
              </a:defRPr>
            </a:lvl8pPr>
            <a:lvl9pPr marL="0" indent="0" defTabSz="806846">
              <a:lnSpc>
                <a:spcPct val="90000"/>
              </a:lnSpc>
              <a:spcBef>
                <a:spcPts val="1200"/>
              </a:spcBef>
              <a:spcAft>
                <a:spcPts val="0"/>
              </a:spcAft>
              <a:buFont typeface="Arial" charset="0"/>
              <a:buNone/>
              <a:defRPr b="0" i="0">
                <a:latin typeface="Landor Corp S" charset="0"/>
                <a:ea typeface="Landor Corp S" charset="0"/>
                <a:cs typeface="Landor Corp S" charset="0"/>
              </a:defRPr>
            </a:lvl9pPr>
          </a:lstStyle>
          <a:p>
            <a:pPr algn="ctr"/>
            <a:r>
              <a:rPr lang="en-US" sz="900" b="1" dirty="0">
                <a:solidFill>
                  <a:schemeClr val="accent1"/>
                </a:solidFill>
                <a:latin typeface="Arial Regular" charset="0"/>
                <a:ea typeface="Arial Regular" charset="0"/>
                <a:cs typeface="Arial Regular" charset="0"/>
              </a:rPr>
              <a:t>Footer</a:t>
            </a:r>
            <a:endParaRPr lang="en-US" sz="900" dirty="0">
              <a:solidFill>
                <a:schemeClr val="accent1"/>
              </a:solidFill>
              <a:latin typeface="Arial Regular" charset="0"/>
              <a:ea typeface="Arial Regular" charset="0"/>
              <a:cs typeface="Arial Regular" charset="0"/>
            </a:endParaRPr>
          </a:p>
        </p:txBody>
      </p:sp>
      <p:cxnSp>
        <p:nvCxnSpPr>
          <p:cNvPr id="26" name="Straight Arrow Connector 25"/>
          <p:cNvCxnSpPr/>
          <p:nvPr userDrawn="1"/>
        </p:nvCxnSpPr>
        <p:spPr>
          <a:xfrm flipH="1">
            <a:off x="4295276" y="6497547"/>
            <a:ext cx="2651760"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userDrawn="1"/>
        </p:nvCxnSpPr>
        <p:spPr>
          <a:xfrm>
            <a:off x="7548975" y="6497548"/>
            <a:ext cx="2468880"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p:cNvSpPr>
            <a:spLocks noGrp="1"/>
          </p:cNvSpPr>
          <p:nvPr>
            <p:ph type="sldNum" sz="quarter" idx="11"/>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dding content to your slides">
    <p:spTree>
      <p:nvGrpSpPr>
        <p:cNvPr id="1" name=""/>
        <p:cNvGrpSpPr/>
        <p:nvPr/>
      </p:nvGrpSpPr>
      <p:grpSpPr>
        <a:xfrm>
          <a:off x="0" y="0"/>
          <a:ext cx="0" cy="0"/>
          <a:chOff x="0" y="0"/>
          <a:chExt cx="0" cy="0"/>
        </a:xfrm>
      </p:grpSpPr>
      <p:sp>
        <p:nvSpPr>
          <p:cNvPr id="8" name="TextBox 7"/>
          <p:cNvSpPr txBox="1"/>
          <p:nvPr userDrawn="1"/>
        </p:nvSpPr>
        <p:spPr>
          <a:xfrm>
            <a:off x="609600" y="396060"/>
            <a:ext cx="3959352" cy="301752"/>
          </a:xfrm>
          <a:prstGeom prst="rect">
            <a:avLst/>
          </a:prstGeom>
          <a:noFill/>
        </p:spPr>
        <p:txBody>
          <a:bodyPr wrap="square" lIns="0" tIns="0" rIns="0" bIns="0" rtlCol="0" anchor="t">
            <a:noAutofit/>
          </a:bodyPr>
          <a:lstStyle/>
          <a:p>
            <a:r>
              <a:rPr lang="en-US" sz="1200" b="1" dirty="0">
                <a:solidFill>
                  <a:schemeClr val="bg1">
                    <a:lumMod val="65000"/>
                  </a:schemeClr>
                </a:solidFill>
              </a:rPr>
              <a:t>PowerPoint Template Quick Reference Guide</a:t>
            </a:r>
          </a:p>
        </p:txBody>
      </p:sp>
      <p:sp>
        <p:nvSpPr>
          <p:cNvPr id="9" name="Rectangle 8"/>
          <p:cNvSpPr/>
          <p:nvPr userDrawn="1"/>
        </p:nvSpPr>
        <p:spPr>
          <a:xfrm>
            <a:off x="609600" y="697811"/>
            <a:ext cx="8229600" cy="603504"/>
          </a:xfrm>
          <a:prstGeom prst="rect">
            <a:avLst/>
          </a:prstGeom>
        </p:spPr>
        <p:txBody>
          <a:bodyPr wrap="none" lIns="0" tIns="0" rIns="0" bIns="0">
            <a:noAutofit/>
          </a:bodyPr>
          <a:lstStyle/>
          <a:p>
            <a:r>
              <a:rPr kumimoji="0" lang="en-US" sz="3600" b="1" i="0" u="none" strike="noStrike" kern="1200" cap="none" spc="0" normalizeH="0" baseline="0" noProof="0" dirty="0">
                <a:ln>
                  <a:noFill/>
                </a:ln>
                <a:solidFill>
                  <a:srgbClr val="000000"/>
                </a:solidFill>
                <a:effectLst/>
                <a:uLnTx/>
                <a:uFillTx/>
                <a:latin typeface="+mn-lt"/>
                <a:ea typeface="+mn-ea"/>
                <a:cs typeface="+mn-cs"/>
              </a:rPr>
              <a:t>Adding content to your slides</a:t>
            </a:r>
            <a:endParaRPr lang="en-US" sz="3600" dirty="0"/>
          </a:p>
        </p:txBody>
      </p:sp>
      <p:sp>
        <p:nvSpPr>
          <p:cNvPr id="18" name="TextBox 17"/>
          <p:cNvSpPr txBox="1"/>
          <p:nvPr userDrawn="1"/>
        </p:nvSpPr>
        <p:spPr>
          <a:xfrm>
            <a:off x="609601" y="1900992"/>
            <a:ext cx="5181600" cy="1354217"/>
          </a:xfrm>
          <a:prstGeom prst="rect">
            <a:avLst/>
          </a:prstGeom>
          <a:noFill/>
        </p:spPr>
        <p:txBody>
          <a:bodyPr wrap="square" lIns="0" tIns="0" rIns="0" bIns="0" rtlCol="0">
            <a:spAutoFit/>
          </a:bodyPr>
          <a:lstStyle/>
          <a:p>
            <a:pPr marL="0" marR="0" lvl="2" indent="0" algn="l" defTabSz="914400" rtl="0" eaLnBrk="1" fontAlgn="auto" latinLnBrk="0" hangingPunct="1">
              <a:lnSpc>
                <a:spcPct val="100000"/>
              </a:lnSpc>
              <a:spcBef>
                <a:spcPts val="1200"/>
              </a:spcBef>
              <a:spcAft>
                <a:spcPts val="0"/>
              </a:spcAft>
              <a:buClrTx/>
              <a:buSzTx/>
              <a:buFontTx/>
              <a:buNone/>
              <a:tabLst/>
              <a:defRPr/>
            </a:pPr>
            <a:r>
              <a:rPr kumimoji="0" lang="en-US" sz="1800" b="1" i="0" u="none" strike="noStrike" kern="1200" cap="none" spc="0" normalizeH="0" baseline="0" noProof="0" dirty="0">
                <a:ln>
                  <a:noFill/>
                </a:ln>
                <a:solidFill>
                  <a:schemeClr val="accent1"/>
                </a:solidFill>
                <a:effectLst/>
                <a:uLnTx/>
                <a:uFillTx/>
                <a:latin typeface="+mn-lt"/>
                <a:ea typeface="+mn-ea"/>
                <a:cs typeface="+mn-cs"/>
              </a:rPr>
              <a:t>Margins and guidelines</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When adding or resizing elements in your slide, refer to guidelines to maintain proper alignment, spacing and margins. To view guidelines, select the </a:t>
            </a:r>
            <a:r>
              <a:rPr kumimoji="0" lang="en-US" sz="1500" b="1" i="0" u="none" strike="noStrike" kern="1200" cap="none" spc="0" normalizeH="0" baseline="0" noProof="0" dirty="0">
                <a:ln>
                  <a:noFill/>
                </a:ln>
                <a:solidFill>
                  <a:srgbClr val="000000"/>
                </a:solidFill>
                <a:effectLst/>
                <a:uLnTx/>
                <a:uFillTx/>
                <a:latin typeface="+mn-lt"/>
                <a:ea typeface="+mn-ea"/>
                <a:cs typeface="+mn-cs"/>
              </a:rPr>
              <a:t>View </a:t>
            </a:r>
            <a:r>
              <a:rPr kumimoji="0" lang="en-US" sz="1500" b="0" i="0" u="none" strike="noStrike" kern="1200" cap="none" spc="0" normalizeH="0" baseline="0" noProof="0" dirty="0">
                <a:ln>
                  <a:noFill/>
                </a:ln>
                <a:solidFill>
                  <a:srgbClr val="000000"/>
                </a:solidFill>
                <a:effectLst/>
                <a:uLnTx/>
                <a:uFillTx/>
                <a:latin typeface="+mn-lt"/>
                <a:ea typeface="+mn-ea"/>
                <a:cs typeface="+mn-cs"/>
              </a:rPr>
              <a:t>tab, and check the checkbox next to </a:t>
            </a:r>
            <a:r>
              <a:rPr kumimoji="0" lang="en-US" sz="1500" b="1" i="0" u="none" strike="noStrike" kern="1200" cap="none" spc="0" normalizeH="0" baseline="0" noProof="0" dirty="0">
                <a:ln>
                  <a:noFill/>
                </a:ln>
                <a:solidFill>
                  <a:srgbClr val="000000"/>
                </a:solidFill>
                <a:effectLst/>
                <a:uLnTx/>
                <a:uFillTx/>
                <a:latin typeface="+mn-lt"/>
                <a:ea typeface="+mn-ea"/>
                <a:cs typeface="+mn-cs"/>
              </a:rPr>
              <a:t>Guides</a:t>
            </a:r>
            <a:r>
              <a:rPr kumimoji="0" lang="en-US" sz="1500" b="0" i="0" u="none" strike="noStrike" kern="1200" cap="none" spc="0" normalizeH="0" baseline="0" noProof="0" dirty="0">
                <a:ln>
                  <a:noFill/>
                </a:ln>
                <a:solidFill>
                  <a:srgbClr val="000000"/>
                </a:solidFill>
                <a:effectLst/>
                <a:uLnTx/>
                <a:uFillTx/>
                <a:latin typeface="+mn-lt"/>
                <a:ea typeface="+mn-ea"/>
                <a:cs typeface="+mn-cs"/>
              </a:rPr>
              <a:t>.</a:t>
            </a:r>
          </a:p>
        </p:txBody>
      </p:sp>
      <p:sp>
        <p:nvSpPr>
          <p:cNvPr id="20" name="TextBox 19"/>
          <p:cNvSpPr txBox="1"/>
          <p:nvPr userDrawn="1"/>
        </p:nvSpPr>
        <p:spPr>
          <a:xfrm>
            <a:off x="6408549" y="1907418"/>
            <a:ext cx="5181600" cy="3959982"/>
          </a:xfrm>
          <a:prstGeom prst="rect">
            <a:avLst/>
          </a:prstGeom>
          <a:noFill/>
        </p:spPr>
        <p:txBody>
          <a:bodyPr wrap="square" lIns="0" tIns="0" rIns="0" bIns="0" rtlCol="0">
            <a:noAutofit/>
          </a:bodyPr>
          <a:lstStyle/>
          <a:p>
            <a:pPr marL="0" marR="0" lvl="2" indent="0" algn="l" defTabSz="914400" rtl="0" eaLnBrk="1" fontAlgn="auto" latinLnBrk="0" hangingPunct="1">
              <a:lnSpc>
                <a:spcPct val="100000"/>
              </a:lnSpc>
              <a:spcBef>
                <a:spcPts val="1200"/>
              </a:spcBef>
              <a:spcAft>
                <a:spcPts val="0"/>
              </a:spcAft>
              <a:buClrTx/>
              <a:buSzTx/>
              <a:buFontTx/>
              <a:buNone/>
              <a:tabLst/>
              <a:defRPr/>
            </a:pPr>
            <a:r>
              <a:rPr kumimoji="0" lang="en-US" sz="1800" b="1" i="0" u="none" strike="noStrike" kern="1200" cap="none" spc="0" normalizeH="0" baseline="0" noProof="0" dirty="0">
                <a:ln>
                  <a:noFill/>
                </a:ln>
                <a:solidFill>
                  <a:schemeClr val="accent1"/>
                </a:solidFill>
                <a:effectLst/>
                <a:uLnTx/>
                <a:uFillTx/>
                <a:latin typeface="+mn-lt"/>
                <a:ea typeface="+mn-ea"/>
                <a:cs typeface="+mn-cs"/>
              </a:rPr>
              <a:t>Filling placeholders with content</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If you are adding text to your placeholder, simply click within the placeholder, then begin typing. Use the Indent tool to navigate preset text styles (see next slide).</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The simplest way to add content other than text to a placeholder is by clicking the icon at the center of the placeholder and choosing the content you want to add.</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If the icon is inaccessible (as with text overlaying a background image), you may also drag  an image file from your computer into the placeholder.</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Furthermore, you may also right click on the placeholder and use the menu that appears to place (and even change existing) content into the placeholder.</a:t>
            </a:r>
          </a:p>
        </p:txBody>
      </p:sp>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t="1" b="51259"/>
          <a:stretch/>
        </p:blipFill>
        <p:spPr>
          <a:xfrm>
            <a:off x="609600" y="3429001"/>
            <a:ext cx="5486399" cy="2438400"/>
          </a:xfrm>
          <a:prstGeom prst="rect">
            <a:avLst/>
          </a:prstGeom>
          <a:effectLst>
            <a:outerShdw blurRad="50800" dist="38100" dir="2700000" algn="tl" rotWithShape="0">
              <a:prstClr val="black">
                <a:alpha val="25000"/>
              </a:prstClr>
            </a:outerShdw>
          </a:effectLst>
        </p:spPr>
      </p:pic>
      <p:sp>
        <p:nvSpPr>
          <p:cNvPr id="13" name="Rectangle 12"/>
          <p:cNvSpPr/>
          <p:nvPr userDrawn="1"/>
        </p:nvSpPr>
        <p:spPr>
          <a:xfrm>
            <a:off x="3463870" y="4133285"/>
            <a:ext cx="658679" cy="281640"/>
          </a:xfrm>
          <a:prstGeom prst="rect">
            <a:avLst/>
          </a:prstGeom>
          <a:solidFill>
            <a:schemeClr val="accent1">
              <a:alpha val="2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rgbClr val="FFFF00"/>
              </a:solidFill>
            </a:endParaRPr>
          </a:p>
        </p:txBody>
      </p:sp>
      <p:sp>
        <p:nvSpPr>
          <p:cNvPr id="2" name="Footer Placeholder 1"/>
          <p:cNvSpPr>
            <a:spLocks noGrp="1"/>
          </p:cNvSpPr>
          <p:nvPr>
            <p:ph type="ftr" sz="quarter" idx="10"/>
          </p:nvPr>
        </p:nvSpPr>
        <p:spPr/>
        <p:txBody>
          <a:bodyPr/>
          <a:lstStyle/>
          <a:p>
            <a:r>
              <a:rPr lang="en-US"/>
              <a:t>Presentation Title | Date | Aptiv Confidential</a:t>
            </a:r>
            <a:endParaRPr lang="en-US" dirty="0"/>
          </a:p>
        </p:txBody>
      </p:sp>
      <p:sp>
        <p:nvSpPr>
          <p:cNvPr id="3" name="Slide Number Placeholder 2"/>
          <p:cNvSpPr>
            <a:spLocks noGrp="1"/>
          </p:cNvSpPr>
          <p:nvPr>
            <p:ph type="sldNum" sz="quarter" idx="11"/>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dding content to your slides 2">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65305" t="-1" r="9895" b="63111"/>
          <a:stretch/>
        </p:blipFill>
        <p:spPr>
          <a:xfrm>
            <a:off x="1363740" y="4202103"/>
            <a:ext cx="3205212" cy="1713422"/>
          </a:xfrm>
          <a:prstGeom prst="rect">
            <a:avLst/>
          </a:prstGeom>
          <a:effectLst>
            <a:outerShdw blurRad="50800" dist="38100" dir="2700000" algn="tl" rotWithShape="0">
              <a:prstClr val="black">
                <a:alpha val="40000"/>
              </a:prstClr>
            </a:outerShdw>
          </a:effectLst>
        </p:spPr>
      </p:pic>
      <p:sp>
        <p:nvSpPr>
          <p:cNvPr id="8" name="TextBox 7"/>
          <p:cNvSpPr txBox="1"/>
          <p:nvPr userDrawn="1"/>
        </p:nvSpPr>
        <p:spPr>
          <a:xfrm>
            <a:off x="609600" y="396060"/>
            <a:ext cx="3959352" cy="301752"/>
          </a:xfrm>
          <a:prstGeom prst="rect">
            <a:avLst/>
          </a:prstGeom>
          <a:noFill/>
        </p:spPr>
        <p:txBody>
          <a:bodyPr wrap="square" lIns="0" tIns="0" rIns="0" bIns="0" rtlCol="0" anchor="t">
            <a:noAutofit/>
          </a:bodyPr>
          <a:lstStyle/>
          <a:p>
            <a:r>
              <a:rPr lang="en-US" sz="1200" b="1" dirty="0">
                <a:solidFill>
                  <a:schemeClr val="bg1">
                    <a:lumMod val="65000"/>
                  </a:schemeClr>
                </a:solidFill>
              </a:rPr>
              <a:t>PowerPoint Template Quick Reference Guide</a:t>
            </a:r>
          </a:p>
        </p:txBody>
      </p:sp>
      <p:sp>
        <p:nvSpPr>
          <p:cNvPr id="9" name="Rectangle 8"/>
          <p:cNvSpPr/>
          <p:nvPr userDrawn="1"/>
        </p:nvSpPr>
        <p:spPr>
          <a:xfrm>
            <a:off x="609600" y="697811"/>
            <a:ext cx="8229600" cy="603504"/>
          </a:xfrm>
          <a:prstGeom prst="rect">
            <a:avLst/>
          </a:prstGeom>
        </p:spPr>
        <p:txBody>
          <a:bodyPr wrap="none" lIns="0" tIns="0" rIns="0" bIns="0">
            <a:noAutofit/>
          </a:bodyPr>
          <a:lstStyle/>
          <a:p>
            <a:r>
              <a:rPr kumimoji="0" lang="en-US" sz="3600" b="1" i="0" u="none" strike="noStrike" kern="1200" cap="none" spc="0" normalizeH="0" baseline="0" noProof="0" dirty="0">
                <a:ln>
                  <a:noFill/>
                </a:ln>
                <a:solidFill>
                  <a:srgbClr val="000000"/>
                </a:solidFill>
                <a:effectLst/>
                <a:uLnTx/>
                <a:uFillTx/>
                <a:latin typeface="+mn-lt"/>
                <a:ea typeface="+mn-ea"/>
                <a:cs typeface="+mn-cs"/>
              </a:rPr>
              <a:t>Adding content to your slides</a:t>
            </a:r>
            <a:endParaRPr lang="en-US" sz="3600" dirty="0"/>
          </a:p>
        </p:txBody>
      </p:sp>
      <p:sp>
        <p:nvSpPr>
          <p:cNvPr id="20" name="TextBox 19"/>
          <p:cNvSpPr txBox="1"/>
          <p:nvPr userDrawn="1"/>
        </p:nvSpPr>
        <p:spPr>
          <a:xfrm>
            <a:off x="609600" y="1915320"/>
            <a:ext cx="5181600" cy="923330"/>
          </a:xfrm>
          <a:prstGeom prst="rect">
            <a:avLst/>
          </a:prstGeom>
          <a:noFill/>
        </p:spPr>
        <p:txBody>
          <a:bodyPr wrap="square" lIns="0" tIns="0" rIns="0" bIns="0" rtlCol="0">
            <a:spAutoFit/>
          </a:bodyPr>
          <a:lstStyle/>
          <a:p>
            <a:pPr marL="0" marR="0" lvl="2" indent="0" algn="l" defTabSz="914400" rtl="0" eaLnBrk="1" fontAlgn="auto" latinLnBrk="0" hangingPunct="1">
              <a:lnSpc>
                <a:spcPct val="100000"/>
              </a:lnSpc>
              <a:spcBef>
                <a:spcPts val="1200"/>
              </a:spcBef>
              <a:spcAft>
                <a:spcPts val="0"/>
              </a:spcAft>
              <a:buClrTx/>
              <a:buSzTx/>
              <a:buFontTx/>
              <a:buNone/>
              <a:tabLst/>
              <a:defRPr/>
            </a:pPr>
            <a:r>
              <a:rPr kumimoji="0" lang="en-US" sz="1800" b="1" i="0" u="none" strike="noStrike" kern="1200" cap="none" spc="0" normalizeH="0" baseline="0" noProof="0" dirty="0">
                <a:ln>
                  <a:noFill/>
                </a:ln>
                <a:solidFill>
                  <a:schemeClr val="accent1"/>
                </a:solidFill>
                <a:effectLst/>
                <a:uLnTx/>
                <a:uFillTx/>
                <a:latin typeface="+mn-lt"/>
                <a:ea typeface="+mn-ea"/>
                <a:cs typeface="+mn-cs"/>
              </a:rPr>
              <a:t>Navigating text styles</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Use </a:t>
            </a:r>
            <a:r>
              <a:rPr kumimoji="0" lang="en-US" sz="1500" b="1" i="0" u="none" strike="noStrike" kern="1200" cap="none" spc="0" normalizeH="0" baseline="0" noProof="0" dirty="0">
                <a:ln>
                  <a:noFill/>
                </a:ln>
                <a:solidFill>
                  <a:srgbClr val="000000"/>
                </a:solidFill>
                <a:effectLst/>
                <a:uLnTx/>
                <a:uFillTx/>
                <a:latin typeface="+mn-lt"/>
                <a:ea typeface="+mn-ea"/>
                <a:cs typeface="+mn-cs"/>
              </a:rPr>
              <a:t>Indent Less </a:t>
            </a:r>
            <a:r>
              <a:rPr kumimoji="0" lang="en-US" sz="1500" b="0" i="0" u="none" strike="noStrike" kern="1200" cap="none" spc="0" normalizeH="0" baseline="0" noProof="0" dirty="0">
                <a:ln>
                  <a:noFill/>
                </a:ln>
                <a:solidFill>
                  <a:srgbClr val="000000"/>
                </a:solidFill>
                <a:effectLst/>
                <a:uLnTx/>
                <a:uFillTx/>
                <a:latin typeface="+mn-lt"/>
                <a:ea typeface="+mn-ea"/>
                <a:cs typeface="+mn-cs"/>
              </a:rPr>
              <a:t>and </a:t>
            </a:r>
            <a:r>
              <a:rPr kumimoji="0" lang="en-US" sz="1500" b="1" i="0" u="none" strike="noStrike" kern="1200" cap="none" spc="0" normalizeH="0" baseline="0" noProof="0" dirty="0">
                <a:ln>
                  <a:noFill/>
                </a:ln>
                <a:solidFill>
                  <a:srgbClr val="000000"/>
                </a:solidFill>
                <a:effectLst/>
                <a:uLnTx/>
                <a:uFillTx/>
                <a:latin typeface="+mn-lt"/>
                <a:ea typeface="+mn-ea"/>
                <a:cs typeface="+mn-cs"/>
              </a:rPr>
              <a:t>Indent More </a:t>
            </a:r>
            <a:r>
              <a:rPr kumimoji="0" lang="en-US" sz="1500" b="0" i="0" u="none" strike="noStrike" kern="1200" cap="none" spc="0" normalizeH="0" baseline="0" noProof="0" dirty="0">
                <a:ln>
                  <a:noFill/>
                </a:ln>
                <a:solidFill>
                  <a:srgbClr val="000000"/>
                </a:solidFill>
                <a:effectLst/>
                <a:uLnTx/>
                <a:uFillTx/>
                <a:latin typeface="+mn-lt"/>
                <a:ea typeface="+mn-ea"/>
                <a:cs typeface="+mn-cs"/>
              </a:rPr>
              <a:t>buttons in the </a:t>
            </a:r>
            <a:r>
              <a:rPr kumimoji="0" lang="en-US" sz="1500" b="1" i="0" u="none" strike="noStrike" kern="1200" cap="none" spc="0" normalizeH="0" baseline="0" noProof="0" dirty="0">
                <a:ln>
                  <a:noFill/>
                </a:ln>
                <a:solidFill>
                  <a:srgbClr val="000000"/>
                </a:solidFill>
                <a:effectLst/>
                <a:uLnTx/>
                <a:uFillTx/>
                <a:latin typeface="+mn-lt"/>
                <a:ea typeface="+mn-ea"/>
                <a:cs typeface="+mn-cs"/>
              </a:rPr>
              <a:t>Home</a:t>
            </a:r>
            <a:r>
              <a:rPr kumimoji="0" lang="en-US" sz="1500" b="0" i="0" u="none" strike="noStrike" kern="1200" cap="none" spc="0" normalizeH="0" baseline="0" noProof="0" dirty="0">
                <a:ln>
                  <a:noFill/>
                </a:ln>
                <a:solidFill>
                  <a:srgbClr val="000000"/>
                </a:solidFill>
                <a:effectLst/>
                <a:uLnTx/>
                <a:uFillTx/>
                <a:latin typeface="+mn-lt"/>
                <a:ea typeface="+mn-ea"/>
                <a:cs typeface="+mn-cs"/>
              </a:rPr>
              <a:t> tab to navigate between preset text styles.</a:t>
            </a:r>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1" b="63111"/>
          <a:stretch/>
        </p:blipFill>
        <p:spPr>
          <a:xfrm>
            <a:off x="609600" y="2971675"/>
            <a:ext cx="5173851" cy="685925"/>
          </a:xfrm>
          <a:prstGeom prst="rect">
            <a:avLst/>
          </a:prstGeom>
          <a:effectLst>
            <a:outerShdw blurRad="50800" dist="38100" dir="2700000" algn="tl" rotWithShape="0">
              <a:prstClr val="black">
                <a:alpha val="40000"/>
              </a:prstClr>
            </a:outerShdw>
          </a:effectLst>
        </p:spPr>
      </p:pic>
      <p:sp>
        <p:nvSpPr>
          <p:cNvPr id="17" name="Rectangle 16"/>
          <p:cNvSpPr/>
          <p:nvPr userDrawn="1"/>
        </p:nvSpPr>
        <p:spPr>
          <a:xfrm>
            <a:off x="2684689" y="4989399"/>
            <a:ext cx="934411" cy="431904"/>
          </a:xfrm>
          <a:prstGeom prst="rect">
            <a:avLst/>
          </a:prstGeom>
          <a:solidFill>
            <a:schemeClr val="accent1">
              <a:alpha val="2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1" name="TextBox 20"/>
          <p:cNvSpPr txBox="1"/>
          <p:nvPr userDrawn="1"/>
        </p:nvSpPr>
        <p:spPr>
          <a:xfrm>
            <a:off x="6400800" y="1905000"/>
            <a:ext cx="5181600" cy="39624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mn-lt"/>
                <a:ea typeface="+mn-ea"/>
                <a:cs typeface="+mn-cs"/>
              </a:rPr>
              <a:t>Level 1 - Large heading/call out text</a:t>
            </a:r>
          </a:p>
          <a:p>
            <a:pPr marL="0" marR="0" lvl="1" indent="0" algn="l" defTabSz="914400" rtl="0" eaLnBrk="1" fontAlgn="auto" latinLnBrk="0" hangingPunct="1">
              <a:lnSpc>
                <a:spcPct val="100000"/>
              </a:lnSpc>
              <a:spcBef>
                <a:spcPts val="120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mn-lt"/>
                <a:ea typeface="+mn-ea"/>
                <a:cs typeface="+mn-cs"/>
              </a:rPr>
              <a:t>Level 2 - Small heading text</a:t>
            </a:r>
          </a:p>
          <a:p>
            <a:pPr marL="0" marR="0" lvl="2" indent="0" algn="l" defTabSz="914400" rtl="0" eaLnBrk="1" fontAlgn="auto" latinLnBrk="0" hangingPunct="1">
              <a:lnSpc>
                <a:spcPct val="100000"/>
              </a:lnSpc>
              <a:spcBef>
                <a:spcPts val="120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mn-lt"/>
                <a:ea typeface="+mn-ea"/>
                <a:cs typeface="+mn-cs"/>
              </a:rPr>
              <a:t>Level 3 - Paragraph text </a:t>
            </a:r>
          </a:p>
          <a:p>
            <a:pPr marL="285750" marR="0" lvl="3" indent="-285750" algn="l" defTabSz="914400" rtl="0" eaLnBrk="1" fontAlgn="auto" latinLnBrk="0" hangingPunct="1">
              <a:lnSpc>
                <a:spcPct val="100000"/>
              </a:lnSpc>
              <a:spcBef>
                <a:spcPts val="1200"/>
              </a:spcBef>
              <a:spcAft>
                <a:spcPts val="0"/>
              </a:spcAft>
              <a:buClr>
                <a:srgbClr val="F74018"/>
              </a:buClr>
              <a:buSzPct val="125000"/>
              <a:buFont typeface="Arial" charset="0"/>
              <a:buChar char="•"/>
              <a:tabLst/>
              <a:defRPr/>
            </a:pPr>
            <a:r>
              <a:rPr kumimoji="0" lang="en-US" sz="2400" b="0" i="0" u="none" strike="noStrike" kern="1200" cap="none" spc="0" normalizeH="0" baseline="0" noProof="0" dirty="0">
                <a:ln>
                  <a:noFill/>
                </a:ln>
                <a:solidFill>
                  <a:srgbClr val="000000"/>
                </a:solidFill>
                <a:effectLst/>
                <a:uLnTx/>
                <a:uFillTx/>
                <a:latin typeface="+mn-lt"/>
                <a:ea typeface="+mn-ea"/>
                <a:cs typeface="+mn-cs"/>
              </a:rPr>
              <a:t>Level 4 – Bullet tier one</a:t>
            </a:r>
          </a:p>
          <a:p>
            <a:pPr marL="457200" marR="0" lvl="4" indent="-228600" algn="l" defTabSz="914400" rtl="0" eaLnBrk="1" fontAlgn="auto" latinLnBrk="0" hangingPunct="1">
              <a:lnSpc>
                <a:spcPct val="100000"/>
              </a:lnSpc>
              <a:spcBef>
                <a:spcPts val="1200"/>
              </a:spcBef>
              <a:spcAft>
                <a:spcPts val="0"/>
              </a:spcAft>
              <a:buClr>
                <a:srgbClr val="000000"/>
              </a:buClr>
              <a:buSzPct val="100000"/>
              <a:buFont typeface="Arial" charset="0"/>
              <a:buChar char="•"/>
              <a:tabLst/>
              <a:defRPr/>
            </a:pPr>
            <a:r>
              <a:rPr kumimoji="0" lang="en-US" sz="2200" b="0" i="0" u="none" strike="noStrike" kern="1200" cap="none" spc="0" normalizeH="0" baseline="0" noProof="0" dirty="0">
                <a:ln>
                  <a:noFill/>
                </a:ln>
                <a:solidFill>
                  <a:srgbClr val="000000"/>
                </a:solidFill>
                <a:effectLst/>
                <a:uLnTx/>
                <a:uFillTx/>
                <a:latin typeface="+mn-lt"/>
                <a:ea typeface="+mn-ea"/>
                <a:cs typeface="+mn-cs"/>
              </a:rPr>
              <a:t>Level 5 – Bullet tier two</a:t>
            </a:r>
          </a:p>
          <a:p>
            <a:pPr marL="685800" marR="0" lvl="5" indent="-228600" algn="l" defTabSz="914400" rtl="0" eaLnBrk="1" fontAlgn="auto" latinLnBrk="0" hangingPunct="1">
              <a:lnSpc>
                <a:spcPct val="100000"/>
              </a:lnSpc>
              <a:spcBef>
                <a:spcPts val="1200"/>
              </a:spcBef>
              <a:spcAft>
                <a:spcPts val="0"/>
              </a:spcAft>
              <a:buClr>
                <a:srgbClr val="000000"/>
              </a:buClr>
              <a:buSzPct val="100000"/>
              <a:buFont typeface=".AppleSystemUIFont" charset="-120"/>
              <a:buChar char="-"/>
              <a:tabLst/>
              <a:defRPr/>
            </a:pPr>
            <a:r>
              <a:rPr kumimoji="0" lang="en-US" sz="2000" b="0" i="0" u="none" strike="noStrike" kern="1200" cap="none" spc="0" normalizeH="0" baseline="0" noProof="0" dirty="0">
                <a:ln>
                  <a:noFill/>
                </a:ln>
                <a:solidFill>
                  <a:srgbClr val="000000"/>
                </a:solidFill>
                <a:effectLst/>
                <a:uLnTx/>
                <a:uFillTx/>
                <a:latin typeface="+mn-lt"/>
                <a:ea typeface="+mn-ea"/>
                <a:cs typeface="+mn-cs"/>
              </a:rPr>
              <a:t>Level 6 – Bullet tier three</a:t>
            </a:r>
          </a:p>
          <a:p>
            <a:pPr marL="685800" marR="0" lvl="5" indent="-228600" algn="l" defTabSz="914400" rtl="0" eaLnBrk="1" fontAlgn="auto" latinLnBrk="0" hangingPunct="1">
              <a:lnSpc>
                <a:spcPct val="100000"/>
              </a:lnSpc>
              <a:spcBef>
                <a:spcPts val="1200"/>
              </a:spcBef>
              <a:spcAft>
                <a:spcPts val="0"/>
              </a:spcAft>
              <a:buClr>
                <a:srgbClr val="000000"/>
              </a:buClr>
              <a:buSzPct val="100000"/>
              <a:buFont typeface=".AppleSystemUIFont" charset="-120"/>
              <a:buChar char="-"/>
              <a:tabLst/>
              <a:defRPr/>
            </a:pPr>
            <a:r>
              <a:rPr kumimoji="0" lang="en-US" sz="1800" b="0" i="1" u="none" strike="noStrike" kern="1200" cap="none" spc="0" normalizeH="0" baseline="0" noProof="0" dirty="0">
                <a:ln>
                  <a:noFill/>
                </a:ln>
                <a:solidFill>
                  <a:srgbClr val="929D96"/>
                </a:solidFill>
                <a:effectLst/>
                <a:uLnTx/>
                <a:uFillTx/>
                <a:latin typeface="+mn-lt"/>
                <a:ea typeface="+mn-ea"/>
                <a:cs typeface="+mn-cs"/>
              </a:rPr>
              <a:t>Footnotes</a:t>
            </a:r>
          </a:p>
          <a:p>
            <a:pPr marL="0" marR="0" lvl="0" indent="0" algn="l" defTabSz="914400" rtl="0" eaLnBrk="1" fontAlgn="auto" latinLnBrk="0" hangingPunct="1">
              <a:lnSpc>
                <a:spcPct val="120000"/>
              </a:lnSpc>
              <a:spcBef>
                <a:spcPts val="600"/>
              </a:spcBef>
              <a:spcAft>
                <a:spcPts val="0"/>
              </a:spcAft>
              <a:buClrTx/>
              <a:buSzTx/>
              <a:buFontTx/>
              <a:buNone/>
              <a:tabLst/>
              <a:defRPr/>
            </a:pPr>
            <a:endParaRPr kumimoji="0" lang="en-US" sz="1300" b="0" i="1" u="none" strike="noStrike" kern="1200" cap="none" spc="0" normalizeH="0" baseline="0" noProof="0" dirty="0">
              <a:ln>
                <a:noFill/>
              </a:ln>
              <a:solidFill>
                <a:schemeClr val="tx1"/>
              </a:solidFill>
              <a:effectLst/>
              <a:uLnTx/>
              <a:uFillTx/>
              <a:latin typeface="+mn-lt"/>
              <a:ea typeface="+mn-ea"/>
              <a:cs typeface="+mn-cs"/>
            </a:endParaRPr>
          </a:p>
        </p:txBody>
      </p:sp>
      <p:cxnSp>
        <p:nvCxnSpPr>
          <p:cNvPr id="4" name="Straight Arrow Connector 3"/>
          <p:cNvCxnSpPr/>
          <p:nvPr userDrawn="1"/>
        </p:nvCxnSpPr>
        <p:spPr>
          <a:xfrm flipH="1">
            <a:off x="4267200" y="3429000"/>
            <a:ext cx="429928" cy="7249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p:cNvSpPr>
            <a:spLocks noGrp="1"/>
          </p:cNvSpPr>
          <p:nvPr>
            <p:ph type="ftr" sz="quarter" idx="10"/>
          </p:nvPr>
        </p:nvSpPr>
        <p:spPr/>
        <p:txBody>
          <a:bodyPr/>
          <a:lstStyle/>
          <a:p>
            <a:r>
              <a:rPr lang="en-US"/>
              <a:t>Presentation Title | Date | Aptiv Confidential</a:t>
            </a:r>
            <a:endParaRPr lang="en-US" dirty="0"/>
          </a:p>
        </p:txBody>
      </p:sp>
      <p:sp>
        <p:nvSpPr>
          <p:cNvPr id="5" name="Slide Number Placeholder 4"/>
          <p:cNvSpPr>
            <a:spLocks noGrp="1"/>
          </p:cNvSpPr>
          <p:nvPr>
            <p:ph type="sldNum" sz="quarter" idx="11"/>
          </p:nvPr>
        </p:nvSpPr>
        <p:spPr/>
        <p:txBody>
          <a:bodyPr/>
          <a:lstStyle/>
          <a:p>
            <a:fld id="{B6D1532F-61F1-B941-ACDF-6BC65E0B4055}" type="slidenum">
              <a:rPr lang="en-US" smtClean="0"/>
              <a:pPr/>
              <a:t>‹#›</a:t>
            </a:fld>
            <a:endParaRPr 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ransferring content">
    <p:spTree>
      <p:nvGrpSpPr>
        <p:cNvPr id="1" name=""/>
        <p:cNvGrpSpPr/>
        <p:nvPr/>
      </p:nvGrpSpPr>
      <p:grpSpPr>
        <a:xfrm>
          <a:off x="0" y="0"/>
          <a:ext cx="0" cy="0"/>
          <a:chOff x="0" y="0"/>
          <a:chExt cx="0" cy="0"/>
        </a:xfrm>
      </p:grpSpPr>
      <p:sp>
        <p:nvSpPr>
          <p:cNvPr id="8" name="TextBox 7"/>
          <p:cNvSpPr txBox="1"/>
          <p:nvPr userDrawn="1"/>
        </p:nvSpPr>
        <p:spPr>
          <a:xfrm>
            <a:off x="609600" y="396060"/>
            <a:ext cx="3959352" cy="301752"/>
          </a:xfrm>
          <a:prstGeom prst="rect">
            <a:avLst/>
          </a:prstGeom>
          <a:noFill/>
        </p:spPr>
        <p:txBody>
          <a:bodyPr wrap="square" lIns="0" tIns="0" rIns="0" bIns="0" rtlCol="0" anchor="t">
            <a:noAutofit/>
          </a:bodyPr>
          <a:lstStyle/>
          <a:p>
            <a:r>
              <a:rPr lang="en-US" sz="1200" b="1" dirty="0">
                <a:solidFill>
                  <a:schemeClr val="bg1">
                    <a:lumMod val="65000"/>
                  </a:schemeClr>
                </a:solidFill>
              </a:rPr>
              <a:t>PowerPoint Template Quick Reference Guide</a:t>
            </a:r>
          </a:p>
        </p:txBody>
      </p:sp>
      <p:sp>
        <p:nvSpPr>
          <p:cNvPr id="9" name="Rectangle 8"/>
          <p:cNvSpPr/>
          <p:nvPr userDrawn="1"/>
        </p:nvSpPr>
        <p:spPr>
          <a:xfrm>
            <a:off x="609600" y="697811"/>
            <a:ext cx="8229600" cy="603504"/>
          </a:xfrm>
          <a:prstGeom prst="rect">
            <a:avLst/>
          </a:prstGeom>
        </p:spPr>
        <p:txBody>
          <a:bodyPr wrap="none" lIns="0" tIns="0" rIns="0" bIns="0">
            <a:noAutofit/>
          </a:bodyPr>
          <a:lstStyle/>
          <a:p>
            <a:r>
              <a:rPr kumimoji="0" lang="en-US" sz="2000" b="1" i="0" u="none" strike="noStrike" kern="1200" cap="none" spc="0" normalizeH="0" baseline="0" noProof="0" dirty="0">
                <a:ln>
                  <a:noFill/>
                </a:ln>
                <a:solidFill>
                  <a:srgbClr val="000000"/>
                </a:solidFill>
                <a:effectLst/>
                <a:uLnTx/>
                <a:uFillTx/>
                <a:latin typeface="+mn-lt"/>
                <a:ea typeface="+mn-ea"/>
                <a:cs typeface="+mn-cs"/>
              </a:rPr>
              <a:t>Transferring content from other presentations</a:t>
            </a:r>
            <a:endParaRPr lang="en-US" dirty="0"/>
          </a:p>
        </p:txBody>
      </p:sp>
      <p:sp>
        <p:nvSpPr>
          <p:cNvPr id="18" name="TextBox 17"/>
          <p:cNvSpPr txBox="1"/>
          <p:nvPr userDrawn="1"/>
        </p:nvSpPr>
        <p:spPr>
          <a:xfrm>
            <a:off x="609600" y="1918604"/>
            <a:ext cx="5181600" cy="4201150"/>
          </a:xfrm>
          <a:prstGeom prst="rect">
            <a:avLst/>
          </a:prstGeom>
          <a:noFill/>
        </p:spPr>
        <p:txBody>
          <a:bodyPr wrap="square" lIns="0" tIns="0" rIns="0" bIns="0" rtlCol="0">
            <a:spAutoFit/>
          </a:bodyPr>
          <a:lstStyle/>
          <a:p>
            <a:pPr marL="0" marR="0" lvl="2" indent="0" algn="l" defTabSz="914400" rtl="0" eaLnBrk="1" fontAlgn="auto" latinLnBrk="0" hangingPunct="1">
              <a:lnSpc>
                <a:spcPct val="100000"/>
              </a:lnSpc>
              <a:spcBef>
                <a:spcPts val="1200"/>
              </a:spcBef>
              <a:spcAft>
                <a:spcPts val="0"/>
              </a:spcAft>
              <a:buClrTx/>
              <a:buSzTx/>
              <a:buFontTx/>
              <a:buNone/>
              <a:tabLst/>
              <a:defRPr/>
            </a:pPr>
            <a:r>
              <a:rPr kumimoji="0" lang="en-US" sz="1800" b="1" i="0" u="none" strike="noStrike" kern="1200" cap="none" spc="0" normalizeH="0" baseline="0" noProof="0" dirty="0">
                <a:ln>
                  <a:noFill/>
                </a:ln>
                <a:solidFill>
                  <a:schemeClr val="accent1"/>
                </a:solidFill>
                <a:effectLst/>
                <a:uLnTx/>
                <a:uFillTx/>
                <a:latin typeface="+mn-lt"/>
                <a:ea typeface="+mn-ea"/>
                <a:cs typeface="+mn-cs"/>
              </a:rPr>
              <a:t>Rules of copy and paste</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sng" strike="noStrike" kern="1200" cap="none" spc="0" normalizeH="0" baseline="0" noProof="0" dirty="0">
                <a:ln>
                  <a:noFill/>
                </a:ln>
                <a:solidFill>
                  <a:srgbClr val="000000"/>
                </a:solidFill>
                <a:effectLst/>
                <a:uLnTx/>
                <a:uFillTx/>
                <a:latin typeface="+mn-lt"/>
                <a:ea typeface="+mn-ea"/>
                <a:cs typeface="+mn-cs"/>
              </a:rPr>
              <a:t>Do not drag and drop or copy/paste whole slides into your presentation</a:t>
            </a:r>
            <a:r>
              <a:rPr kumimoji="0" lang="en-US" sz="1500" b="0" i="0" u="none" strike="noStrike" kern="1200" cap="none" spc="0" normalizeH="0" baseline="0" noProof="0" dirty="0">
                <a:ln>
                  <a:noFill/>
                </a:ln>
                <a:solidFill>
                  <a:srgbClr val="000000"/>
                </a:solidFill>
                <a:effectLst/>
                <a:uLnTx/>
                <a:uFillTx/>
                <a:latin typeface="+mn-lt"/>
                <a:ea typeface="+mn-ea"/>
                <a:cs typeface="+mn-cs"/>
              </a:rPr>
              <a:t>. This will transfer a new Master theme (when using source formatting) or a new layout into your Master theme (when using destination theme), which often results in inconsistent headers, footers, margins and general formatting.</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Instead, </a:t>
            </a:r>
            <a:r>
              <a:rPr kumimoji="0" lang="en-US" sz="1500" b="0" i="0" u="sng" strike="noStrike" kern="1200" cap="none" spc="0" normalizeH="0" baseline="0" noProof="0" dirty="0">
                <a:ln>
                  <a:noFill/>
                </a:ln>
                <a:solidFill>
                  <a:srgbClr val="000000"/>
                </a:solidFill>
                <a:effectLst/>
                <a:uLnTx/>
                <a:uFillTx/>
                <a:latin typeface="+mn-lt"/>
                <a:ea typeface="+mn-ea"/>
                <a:cs typeface="+mn-cs"/>
              </a:rPr>
              <a:t>always start by selecting a layout from your Master theme</a:t>
            </a:r>
            <a:r>
              <a:rPr kumimoji="0" lang="en-US" sz="1500" b="0" i="0" u="none" strike="noStrike" kern="1200" cap="none" spc="0" normalizeH="0" baseline="0" noProof="0" dirty="0">
                <a:ln>
                  <a:noFill/>
                </a:ln>
                <a:solidFill>
                  <a:srgbClr val="000000"/>
                </a:solidFill>
                <a:effectLst/>
                <a:uLnTx/>
                <a:uFillTx/>
                <a:latin typeface="+mn-lt"/>
                <a:ea typeface="+mn-ea"/>
                <a:cs typeface="+mn-cs"/>
              </a:rPr>
              <a:t>, then copy/paste bodies of text from a text box in your old presentation file to your new presentation file. Choose </a:t>
            </a:r>
            <a:r>
              <a:rPr kumimoji="0" lang="en-US" sz="1500" b="1" i="0" u="none" strike="noStrike" kern="1200" cap="none" spc="0" normalizeH="0" baseline="0" noProof="0" dirty="0">
                <a:ln>
                  <a:noFill/>
                </a:ln>
                <a:solidFill>
                  <a:srgbClr val="000000"/>
                </a:solidFill>
                <a:effectLst/>
                <a:uLnTx/>
                <a:uFillTx/>
                <a:latin typeface="+mn-lt"/>
                <a:ea typeface="+mn-ea"/>
                <a:cs typeface="+mn-cs"/>
              </a:rPr>
              <a:t>Use Destination Theme</a:t>
            </a:r>
            <a:r>
              <a:rPr kumimoji="0" lang="en-US" sz="1500" b="0" i="0" u="none" strike="noStrike" kern="1200" cap="none" spc="0" normalizeH="0" baseline="0" noProof="0" dirty="0">
                <a:ln>
                  <a:noFill/>
                </a:ln>
                <a:solidFill>
                  <a:srgbClr val="000000"/>
                </a:solidFill>
                <a:effectLst/>
                <a:uLnTx/>
                <a:uFillTx/>
                <a:latin typeface="+mn-lt"/>
                <a:ea typeface="+mn-ea"/>
                <a:cs typeface="+mn-cs"/>
              </a:rPr>
              <a:t> or </a:t>
            </a:r>
            <a:r>
              <a:rPr kumimoji="0" lang="en-US" sz="1500" b="1" i="0" u="none" strike="noStrike" kern="1200" cap="none" spc="0" normalizeH="0" baseline="0" noProof="0" dirty="0">
                <a:ln>
                  <a:noFill/>
                </a:ln>
                <a:solidFill>
                  <a:srgbClr val="000000"/>
                </a:solidFill>
                <a:effectLst/>
                <a:uLnTx/>
                <a:uFillTx/>
                <a:latin typeface="+mn-lt"/>
                <a:ea typeface="+mn-ea"/>
                <a:cs typeface="+mn-cs"/>
              </a:rPr>
              <a:t>Keep Text Only</a:t>
            </a:r>
            <a:r>
              <a:rPr kumimoji="0" lang="en-US" sz="1500" b="0" i="0" u="none" strike="noStrike" kern="1200" cap="none" spc="0" normalizeH="0" baseline="0" noProof="0" dirty="0">
                <a:ln>
                  <a:noFill/>
                </a:ln>
                <a:solidFill>
                  <a:srgbClr val="000000"/>
                </a:solidFill>
                <a:effectLst/>
                <a:uLnTx/>
                <a:uFillTx/>
                <a:latin typeface="+mn-lt"/>
                <a:ea typeface="+mn-ea"/>
                <a:cs typeface="+mn-cs"/>
              </a:rPr>
              <a:t>, then use Indent buttons to format text. This method will preserve the integrity of your Master theme.</a:t>
            </a:r>
          </a:p>
          <a:p>
            <a:pPr marL="0" marR="0" lvl="3" indent="0" algn="l" defTabSz="914400" rtl="0" eaLnBrk="1" fontAlgn="auto" latinLnBrk="0" hangingPunct="1">
              <a:lnSpc>
                <a:spcPct val="100000"/>
              </a:lnSpc>
              <a:spcBef>
                <a:spcPts val="1200"/>
              </a:spcBef>
              <a:spcAft>
                <a:spcPts val="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mn-lt"/>
                <a:ea typeface="+mn-ea"/>
                <a:cs typeface="+mn-cs"/>
              </a:rPr>
              <a:t>Do not copy/paste images from one file to another. Instead, save the image on your computer, then upload the image to the image placeholder within your selected layout.</a:t>
            </a:r>
          </a:p>
        </p:txBody>
      </p:sp>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1359"/>
          <a:stretch/>
        </p:blipFill>
        <p:spPr>
          <a:xfrm>
            <a:off x="6660016" y="1600200"/>
            <a:ext cx="4358367" cy="3672960"/>
          </a:xfrm>
          <a:prstGeom prst="rect">
            <a:avLst/>
          </a:prstGeom>
          <a:ln w="3175">
            <a:solidFill>
              <a:schemeClr val="bg1">
                <a:lumMod val="85000"/>
              </a:schemeClr>
            </a:solidFill>
          </a:ln>
          <a:effectLst>
            <a:outerShdw blurRad="50800" dist="38100" dir="2700000" algn="tl" rotWithShape="0">
              <a:prstClr val="black">
                <a:alpha val="20000"/>
              </a:prstClr>
            </a:outerShdw>
          </a:effectLst>
        </p:spPr>
      </p:pic>
      <p:sp>
        <p:nvSpPr>
          <p:cNvPr id="6" name="Rectangle 5"/>
          <p:cNvSpPr/>
          <p:nvPr userDrawn="1"/>
        </p:nvSpPr>
        <p:spPr>
          <a:xfrm>
            <a:off x="7336346" y="4634363"/>
            <a:ext cx="1395885" cy="672093"/>
          </a:xfrm>
          <a:prstGeom prst="rect">
            <a:avLst/>
          </a:prstGeom>
          <a:solidFill>
            <a:schemeClr val="accent1">
              <a:alpha val="3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2" name="Footer Placeholder 1"/>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p:cNvSpPr>
            <a:spLocks noGrp="1"/>
          </p:cNvSpPr>
          <p:nvPr>
            <p:ph type="sldNum" sz="quarter" idx="11"/>
          </p:nvPr>
        </p:nvSpPr>
        <p:spPr/>
        <p:txBody>
          <a:bodyPr/>
          <a:lstStyle/>
          <a:p>
            <a:fld id="{B6D1532F-61F1-B941-ACDF-6BC65E0B405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pn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9.xml"/><Relationship Id="rId7" Type="http://schemas.openxmlformats.org/officeDocument/2006/relationships/image" Target="../media/image1.png"/><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theme" Target="../theme/theme2.xml"/><Relationship Id="rId5" Type="http://schemas.openxmlformats.org/officeDocument/2006/relationships/slideLayout" Target="../slideLayouts/slideLayout61.xml"/><Relationship Id="rId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Group 3"/>
          <p:cNvGrpSpPr/>
          <p:nvPr userDrawn="1"/>
        </p:nvGrpSpPr>
        <p:grpSpPr>
          <a:xfrm>
            <a:off x="0" y="6992813"/>
            <a:ext cx="12191999" cy="578082"/>
            <a:chOff x="0" y="6992813"/>
            <a:chExt cx="12191999" cy="578082"/>
          </a:xfrm>
        </p:grpSpPr>
        <p:sp>
          <p:nvSpPr>
            <p:cNvPr id="42" name="Rectangle 41"/>
            <p:cNvSpPr/>
            <p:nvPr userDrawn="1"/>
          </p:nvSpPr>
          <p:spPr>
            <a:xfrm>
              <a:off x="0" y="6992813"/>
              <a:ext cx="12191999" cy="578082"/>
            </a:xfrm>
            <a:prstGeom prst="rect">
              <a:avLst/>
            </a:prstGeom>
            <a:solidFill>
              <a:srgbClr val="FFFFFF">
                <a:alpha val="60000"/>
              </a:srgbClr>
            </a:solidFill>
            <a:ln>
              <a:noFill/>
            </a:ln>
            <a:effectLst>
              <a:outerShdw blurRad="50800"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878F84"/>
                </a:solidFill>
              </a:endParaRPr>
            </a:p>
          </p:txBody>
        </p:sp>
        <p:sp>
          <p:nvSpPr>
            <p:cNvPr id="47" name="TextBox 46"/>
            <p:cNvSpPr txBox="1"/>
            <p:nvPr userDrawn="1"/>
          </p:nvSpPr>
          <p:spPr>
            <a:xfrm>
              <a:off x="914400" y="7173243"/>
              <a:ext cx="1706193" cy="269305"/>
            </a:xfrm>
            <a:prstGeom prst="rect">
              <a:avLst/>
            </a:prstGeom>
            <a:noFill/>
          </p:spPr>
          <p:txBody>
            <a:bodyPr wrap="square" lIns="0" tIns="0" rIns="0" bIns="0" rtlCol="0">
              <a:noAutofit/>
            </a:bodyPr>
            <a:lstStyle/>
            <a:p>
              <a:pPr algn="l"/>
              <a:r>
                <a:rPr lang="en-US" sz="900" b="1" dirty="0">
                  <a:solidFill>
                    <a:srgbClr val="929D96"/>
                  </a:solidFill>
                  <a:latin typeface="+mn-lt"/>
                </a:rPr>
                <a:t>Data color order</a:t>
              </a:r>
              <a:r>
                <a:rPr lang="en-US" sz="900" b="1" baseline="0" dirty="0">
                  <a:solidFill>
                    <a:srgbClr val="929D96"/>
                  </a:solidFill>
                  <a:latin typeface="+mn-lt"/>
                </a:rPr>
                <a:t>:</a:t>
              </a:r>
              <a:endParaRPr lang="en-US" sz="900" b="1" dirty="0">
                <a:solidFill>
                  <a:srgbClr val="929D96"/>
                </a:solidFill>
                <a:latin typeface="+mn-lt"/>
              </a:endParaRPr>
            </a:p>
          </p:txBody>
        </p:sp>
        <p:sp>
          <p:nvSpPr>
            <p:cNvPr id="48" name="Rectangle 47"/>
            <p:cNvSpPr/>
            <p:nvPr/>
          </p:nvSpPr>
          <p:spPr>
            <a:xfrm>
              <a:off x="1940682" y="7146735"/>
              <a:ext cx="195278" cy="190016"/>
            </a:xfrm>
            <a:prstGeom prst="rect">
              <a:avLst/>
            </a:prstGeom>
            <a:solidFill>
              <a:schemeClr val="accent1"/>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49" name="Rectangle 48"/>
            <p:cNvSpPr/>
            <p:nvPr/>
          </p:nvSpPr>
          <p:spPr>
            <a:xfrm>
              <a:off x="2420420" y="7146735"/>
              <a:ext cx="195278" cy="190016"/>
            </a:xfrm>
            <a:prstGeom prst="rect">
              <a:avLst/>
            </a:prstGeom>
            <a:solidFill>
              <a:schemeClr val="accent3"/>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50" name="Rectangle 49"/>
            <p:cNvSpPr/>
            <p:nvPr/>
          </p:nvSpPr>
          <p:spPr>
            <a:xfrm>
              <a:off x="2180551" y="7146735"/>
              <a:ext cx="195278" cy="190016"/>
            </a:xfrm>
            <a:prstGeom prst="rect">
              <a:avLst/>
            </a:prstGeom>
            <a:solidFill>
              <a:schemeClr val="accent2"/>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51" name="Rectangle 50"/>
            <p:cNvSpPr/>
            <p:nvPr/>
          </p:nvSpPr>
          <p:spPr>
            <a:xfrm>
              <a:off x="2660289" y="7146735"/>
              <a:ext cx="195278" cy="190016"/>
            </a:xfrm>
            <a:prstGeom prst="rect">
              <a:avLst/>
            </a:prstGeom>
            <a:solidFill>
              <a:schemeClr val="accent4"/>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nl-NL"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52" name="Rectangle 51"/>
            <p:cNvSpPr/>
            <p:nvPr/>
          </p:nvSpPr>
          <p:spPr>
            <a:xfrm>
              <a:off x="2900158" y="7146735"/>
              <a:ext cx="195278" cy="190016"/>
            </a:xfrm>
            <a:prstGeom prst="rect">
              <a:avLst/>
            </a:prstGeom>
            <a:solidFill>
              <a:schemeClr val="accent5"/>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53" name="Rectangle 52"/>
            <p:cNvSpPr/>
            <p:nvPr/>
          </p:nvSpPr>
          <p:spPr>
            <a:xfrm>
              <a:off x="3140027" y="7146735"/>
              <a:ext cx="195278" cy="190016"/>
            </a:xfrm>
            <a:prstGeom prst="rect">
              <a:avLst/>
            </a:prstGeom>
            <a:solidFill>
              <a:schemeClr val="accent6"/>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54" name="Rectangle 53"/>
            <p:cNvSpPr/>
            <p:nvPr/>
          </p:nvSpPr>
          <p:spPr>
            <a:xfrm>
              <a:off x="3619765" y="7146735"/>
              <a:ext cx="195278" cy="190016"/>
            </a:xfrm>
            <a:prstGeom prst="rect">
              <a:avLst/>
            </a:prstGeom>
            <a:solidFill>
              <a:srgbClr val="D9F28B"/>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55" name="Rectangle 54"/>
            <p:cNvSpPr/>
            <p:nvPr/>
          </p:nvSpPr>
          <p:spPr>
            <a:xfrm>
              <a:off x="3859634" y="7146735"/>
              <a:ext cx="195278" cy="190016"/>
            </a:xfrm>
            <a:prstGeom prst="rect">
              <a:avLst/>
            </a:prstGeom>
            <a:solidFill>
              <a:srgbClr val="3BC6EB"/>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56" name="Rectangle 55"/>
            <p:cNvSpPr/>
            <p:nvPr/>
          </p:nvSpPr>
          <p:spPr>
            <a:xfrm>
              <a:off x="4099503" y="7146735"/>
              <a:ext cx="195278" cy="190016"/>
            </a:xfrm>
            <a:prstGeom prst="rect">
              <a:avLst/>
            </a:prstGeom>
            <a:solidFill>
              <a:srgbClr val="00AC9E"/>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57" name="Rectangle 56"/>
            <p:cNvSpPr/>
            <p:nvPr/>
          </p:nvSpPr>
          <p:spPr>
            <a:xfrm>
              <a:off x="4339372" y="7146735"/>
              <a:ext cx="195278" cy="190016"/>
            </a:xfrm>
            <a:prstGeom prst="rect">
              <a:avLst/>
            </a:prstGeom>
            <a:solidFill>
              <a:srgbClr val="FFA211"/>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grpSp>
          <p:nvGrpSpPr>
            <p:cNvPr id="44" name="Group 43"/>
            <p:cNvGrpSpPr/>
            <p:nvPr userDrawn="1"/>
          </p:nvGrpSpPr>
          <p:grpSpPr>
            <a:xfrm>
              <a:off x="6400801" y="7143354"/>
              <a:ext cx="4804898" cy="276999"/>
              <a:chOff x="6311590" y="7133823"/>
              <a:chExt cx="4796677" cy="276999"/>
            </a:xfrm>
          </p:grpSpPr>
          <p:sp>
            <p:nvSpPr>
              <p:cNvPr id="45" name="Rectangle 44"/>
              <p:cNvSpPr/>
              <p:nvPr userDrawn="1"/>
            </p:nvSpPr>
            <p:spPr>
              <a:xfrm>
                <a:off x="6311590" y="7133823"/>
                <a:ext cx="457200"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l"/>
                <a:r>
                  <a:rPr lang="en-US" sz="900" b="1" baseline="0" dirty="0">
                    <a:solidFill>
                      <a:srgbClr val="929D96"/>
                    </a:solidFill>
                  </a:rPr>
                  <a:t>Footer</a:t>
                </a:r>
                <a:endParaRPr lang="en-US" sz="900" baseline="0" dirty="0">
                  <a:solidFill>
                    <a:srgbClr val="929D96"/>
                  </a:solidFill>
                </a:endParaRPr>
              </a:p>
            </p:txBody>
          </p:sp>
          <p:sp>
            <p:nvSpPr>
              <p:cNvPr id="46" name="Rectangle 45"/>
              <p:cNvSpPr/>
              <p:nvPr userDrawn="1"/>
            </p:nvSpPr>
            <p:spPr>
              <a:xfrm>
                <a:off x="6793974" y="7133823"/>
                <a:ext cx="4314293" cy="276999"/>
              </a:xfrm>
              <a:prstGeom prst="rect">
                <a:avLst/>
              </a:prstGeom>
            </p:spPr>
            <p:txBody>
              <a:bodyPr wrap="square" lIns="0" tIns="0" rIns="0" bIns="0">
                <a:spAutoFit/>
              </a:bodyPr>
              <a:lstStyle/>
              <a:p>
                <a:pPr algn="l"/>
                <a:r>
                  <a:rPr lang="en-US" sz="900" baseline="0" dirty="0">
                    <a:solidFill>
                      <a:srgbClr val="929D96"/>
                    </a:solidFill>
                    <a:sym typeface="Wingdings 3" panose="05040102010807070707" pitchFamily="18" charset="2"/>
                  </a:rPr>
                  <a:t>Never change the footer text on individual slides. Change, t</a:t>
                </a:r>
                <a:r>
                  <a:rPr lang="en-US" sz="900" baseline="0" dirty="0">
                    <a:solidFill>
                      <a:srgbClr val="929D96"/>
                    </a:solidFill>
                  </a:rPr>
                  <a:t>urn on or off by using </a:t>
                </a:r>
              </a:p>
              <a:p>
                <a:pPr algn="l"/>
                <a:r>
                  <a:rPr lang="en-US" sz="900" baseline="0" dirty="0">
                    <a:solidFill>
                      <a:srgbClr val="929D96"/>
                    </a:solidFill>
                  </a:rPr>
                  <a:t>Insert </a:t>
                </a:r>
                <a:r>
                  <a:rPr lang="en-US" sz="900" baseline="0" dirty="0">
                    <a:solidFill>
                      <a:srgbClr val="929D96"/>
                    </a:solidFill>
                    <a:sym typeface="Wingdings 3" panose="05040102010807070707" pitchFamily="18" charset="2"/>
                  </a:rPr>
                  <a:t> Header &amp; Footer Enter / change text  Click Apply All. </a:t>
                </a:r>
                <a:endParaRPr lang="en-US" sz="900" baseline="0" dirty="0">
                  <a:solidFill>
                    <a:srgbClr val="929D96"/>
                  </a:solidFill>
                </a:endParaRPr>
              </a:p>
            </p:txBody>
          </p:sp>
        </p:grpSp>
        <p:sp>
          <p:nvSpPr>
            <p:cNvPr id="61" name="Rectangle 60"/>
            <p:cNvSpPr/>
            <p:nvPr userDrawn="1"/>
          </p:nvSpPr>
          <p:spPr>
            <a:xfrm>
              <a:off x="4579241" y="7146735"/>
              <a:ext cx="195278" cy="190016"/>
            </a:xfrm>
            <a:prstGeom prst="rect">
              <a:avLst/>
            </a:prstGeom>
            <a:solidFill>
              <a:srgbClr val="C13B33"/>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62" name="Rectangle 61"/>
            <p:cNvSpPr/>
            <p:nvPr userDrawn="1"/>
          </p:nvSpPr>
          <p:spPr>
            <a:xfrm>
              <a:off x="4819110" y="7146735"/>
              <a:ext cx="195278" cy="190016"/>
            </a:xfrm>
            <a:prstGeom prst="rect">
              <a:avLst/>
            </a:prstGeom>
            <a:solidFill>
              <a:srgbClr val="297CE0"/>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64" name="Rectangle 63"/>
            <p:cNvSpPr/>
            <p:nvPr userDrawn="1"/>
          </p:nvSpPr>
          <p:spPr>
            <a:xfrm>
              <a:off x="3379896" y="7146735"/>
              <a:ext cx="195278" cy="190016"/>
            </a:xfrm>
            <a:prstGeom prst="rect">
              <a:avLst/>
            </a:prstGeom>
            <a:solidFill>
              <a:srgbClr val="929D96"/>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grpSp>
      <p:pic>
        <p:nvPicPr>
          <p:cNvPr id="7" name="Picture 6"/>
          <p:cNvPicPr>
            <a:picLocks noChangeAspect="1"/>
          </p:cNvPicPr>
          <p:nvPr userDrawn="1"/>
        </p:nvPicPr>
        <p:blipFill>
          <a:blip r:embed="rId58">
            <a:extLst>
              <a:ext uri="{28A0092B-C50C-407E-A947-70E740481C1C}">
                <a14:useLocalDpi xmlns:a14="http://schemas.microsoft.com/office/drawing/2010/main" val="0"/>
              </a:ext>
            </a:extLst>
          </a:blip>
          <a:stretch>
            <a:fillRect/>
          </a:stretch>
        </p:blipFill>
        <p:spPr>
          <a:xfrm>
            <a:off x="10082805" y="6304680"/>
            <a:ext cx="1600200" cy="360406"/>
          </a:xfrm>
          <a:prstGeom prst="rect">
            <a:avLst/>
          </a:prstGeom>
        </p:spPr>
      </p:pic>
      <p:sp>
        <p:nvSpPr>
          <p:cNvPr id="2" name="Title Placeholder 1"/>
          <p:cNvSpPr>
            <a:spLocks noGrp="1"/>
          </p:cNvSpPr>
          <p:nvPr>
            <p:ph type="title"/>
          </p:nvPr>
        </p:nvSpPr>
        <p:spPr>
          <a:xfrm>
            <a:off x="609599" y="381001"/>
            <a:ext cx="10969247" cy="92392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609599" y="1904999"/>
            <a:ext cx="10969247" cy="3962401"/>
          </a:xfrm>
          <a:prstGeom prst="rect">
            <a:avLst/>
          </a:prstGeom>
        </p:spPr>
        <p:txBody>
          <a:bodyPr vert="horz" lIns="0" tIns="0" rIns="0" bIns="0" rtlCol="0">
            <a:normAutofit/>
          </a:bodyPr>
          <a:lstStyle/>
          <a:p>
            <a:pPr lvl="0"/>
            <a:r>
              <a:rPr lang="en-US" dirty="0"/>
              <a:t>Level 1 - Large heading/call out text</a:t>
            </a:r>
          </a:p>
          <a:p>
            <a:pPr lvl="1"/>
            <a:r>
              <a:rPr lang="en-US" dirty="0"/>
              <a:t>Level 2 - Small heading text</a:t>
            </a:r>
          </a:p>
          <a:p>
            <a:pPr lvl="2"/>
            <a:r>
              <a:rPr lang="en-US" dirty="0"/>
              <a:t>Level 3 - </a:t>
            </a:r>
            <a:r>
              <a:rPr lang="en-US" dirty="0" err="1"/>
              <a:t>Paragrah</a:t>
            </a:r>
            <a:r>
              <a:rPr lang="en-US" dirty="0"/>
              <a:t> text </a:t>
            </a:r>
          </a:p>
          <a:p>
            <a:pPr lvl="3"/>
            <a:r>
              <a:rPr lang="en-US" dirty="0"/>
              <a:t>Level 4 - Bullet tier one</a:t>
            </a:r>
          </a:p>
          <a:p>
            <a:pPr lvl="4"/>
            <a:r>
              <a:rPr lang="en-US" dirty="0"/>
              <a:t>Bullet level one</a:t>
            </a:r>
          </a:p>
          <a:p>
            <a:pPr lvl="5"/>
            <a:r>
              <a:rPr lang="en-US" dirty="0"/>
              <a:t>Bullet level two</a:t>
            </a:r>
          </a:p>
          <a:p>
            <a:pPr lvl="6"/>
            <a:r>
              <a:rPr lang="en-US" dirty="0"/>
              <a:t>Footnotes</a:t>
            </a:r>
          </a:p>
        </p:txBody>
      </p:sp>
      <p:sp>
        <p:nvSpPr>
          <p:cNvPr id="5" name="Footer Placeholder 4"/>
          <p:cNvSpPr>
            <a:spLocks noGrp="1"/>
          </p:cNvSpPr>
          <p:nvPr>
            <p:ph type="ftr" sz="quarter" idx="3"/>
          </p:nvPr>
        </p:nvSpPr>
        <p:spPr>
          <a:xfrm>
            <a:off x="1227266" y="6324599"/>
            <a:ext cx="3492500" cy="304801"/>
          </a:xfrm>
          <a:prstGeom prst="rect">
            <a:avLst/>
          </a:prstGeom>
        </p:spPr>
        <p:txBody>
          <a:bodyPr vert="horz" lIns="0" tIns="0" rIns="0" bIns="0" rtlCol="0" anchor="ctr"/>
          <a:lstStyle>
            <a:lvl1pPr algn="l">
              <a:defRPr sz="1100" i="1">
                <a:solidFill>
                  <a:srgbClr val="929D96"/>
                </a:solidFill>
              </a:defRPr>
            </a:lvl1pPr>
          </a:lstStyle>
          <a:p>
            <a:r>
              <a:rPr lang="en-US"/>
              <a:t>Presentation Title | Date | Aptiv Confidential</a:t>
            </a:r>
            <a:endParaRPr lang="en-US" dirty="0"/>
          </a:p>
        </p:txBody>
      </p:sp>
      <p:sp>
        <p:nvSpPr>
          <p:cNvPr id="6" name="Slide Number Placeholder 5"/>
          <p:cNvSpPr>
            <a:spLocks noGrp="1"/>
          </p:cNvSpPr>
          <p:nvPr>
            <p:ph type="sldNum" sz="quarter" idx="4"/>
          </p:nvPr>
        </p:nvSpPr>
        <p:spPr>
          <a:xfrm>
            <a:off x="613284" y="6324599"/>
            <a:ext cx="624550" cy="304802"/>
          </a:xfrm>
          <a:prstGeom prst="rect">
            <a:avLst/>
          </a:prstGeom>
        </p:spPr>
        <p:txBody>
          <a:bodyPr vert="horz" lIns="0" tIns="0" rIns="0" bIns="0" rtlCol="0" anchor="ctr"/>
          <a:lstStyle>
            <a:lvl1pPr algn="l">
              <a:defRPr sz="1100">
                <a:solidFill>
                  <a:srgbClr val="929D96"/>
                </a:solidFill>
              </a:defRPr>
            </a:lvl1pPr>
          </a:lstStyle>
          <a:p>
            <a:fld id="{B6D1532F-61F1-B941-ACDF-6BC65E0B4055}" type="slidenum">
              <a:rPr lang="en-US" smtClean="0"/>
              <a:pPr/>
              <a:t>‹#›</a:t>
            </a:fld>
            <a:endParaRPr lang="en-US" dirty="0"/>
          </a:p>
        </p:txBody>
      </p:sp>
      <p:cxnSp>
        <p:nvCxnSpPr>
          <p:cNvPr id="8" name="Straight Connector 7"/>
          <p:cNvCxnSpPr/>
          <p:nvPr userDrawn="1"/>
        </p:nvCxnSpPr>
        <p:spPr>
          <a:xfrm>
            <a:off x="-436811" y="5866678"/>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a:xfrm>
            <a:off x="-1505757" y="5700460"/>
            <a:ext cx="1167849" cy="142555"/>
          </a:xfrm>
          <a:prstGeom prst="rect">
            <a:avLst/>
          </a:prstGeom>
          <a:noFill/>
        </p:spPr>
        <p:txBody>
          <a:bodyPr wrap="square" lIns="0" tIns="0" rIns="0" bIns="0" rtlCol="0">
            <a:noAutofit/>
          </a:bodyPr>
          <a:lstStyle/>
          <a:p>
            <a:pPr algn="r"/>
            <a:r>
              <a:rPr lang="en-US" sz="800" dirty="0">
                <a:solidFill>
                  <a:srgbClr val="878F84"/>
                </a:solidFill>
                <a:latin typeface="+mn-lt"/>
              </a:rPr>
              <a:t>No content below the line</a:t>
            </a:r>
          </a:p>
        </p:txBody>
      </p:sp>
      <p:cxnSp>
        <p:nvCxnSpPr>
          <p:cNvPr id="10" name="Straight Connector 9"/>
          <p:cNvCxnSpPr/>
          <p:nvPr userDrawn="1"/>
        </p:nvCxnSpPr>
        <p:spPr>
          <a:xfrm>
            <a:off x="-436812" y="1905582"/>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1505757" y="1959980"/>
            <a:ext cx="1167849" cy="142555"/>
          </a:xfrm>
          <a:prstGeom prst="rect">
            <a:avLst/>
          </a:prstGeom>
          <a:noFill/>
        </p:spPr>
        <p:txBody>
          <a:bodyPr wrap="square" lIns="0" tIns="0" rIns="0" bIns="0" rtlCol="0">
            <a:noAutofit/>
          </a:bodyPr>
          <a:lstStyle/>
          <a:p>
            <a:pPr algn="r"/>
            <a:r>
              <a:rPr lang="en-US" sz="800" dirty="0">
                <a:solidFill>
                  <a:srgbClr val="878F84"/>
                </a:solidFill>
                <a:latin typeface="+mn-lt"/>
              </a:rPr>
              <a:t>No content above the line</a:t>
            </a:r>
          </a:p>
        </p:txBody>
      </p:sp>
      <p:cxnSp>
        <p:nvCxnSpPr>
          <p:cNvPr id="12" name="Straight Connector 11"/>
          <p:cNvCxnSpPr/>
          <p:nvPr userDrawn="1"/>
        </p:nvCxnSpPr>
        <p:spPr>
          <a:xfrm>
            <a:off x="-239002" y="1905000"/>
            <a:ext cx="0" cy="3956237"/>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1505756" y="3745636"/>
            <a:ext cx="1167850" cy="123111"/>
          </a:xfrm>
          <a:prstGeom prst="rect">
            <a:avLst/>
          </a:prstGeom>
          <a:noFill/>
        </p:spPr>
        <p:txBody>
          <a:bodyPr wrap="square" lIns="0" tIns="0" rIns="0" bIns="0" rtlCol="0">
            <a:spAutoFit/>
          </a:bodyPr>
          <a:lstStyle/>
          <a:p>
            <a:pPr algn="r"/>
            <a:r>
              <a:rPr lang="en-US" sz="800" b="1" dirty="0">
                <a:solidFill>
                  <a:srgbClr val="878F84"/>
                </a:solidFill>
                <a:latin typeface="+mn-lt"/>
              </a:rPr>
              <a:t>Main content area</a:t>
            </a:r>
          </a:p>
        </p:txBody>
      </p:sp>
      <p:cxnSp>
        <p:nvCxnSpPr>
          <p:cNvPr id="15" name="Straight Connector 14"/>
          <p:cNvCxnSpPr/>
          <p:nvPr userDrawn="1"/>
        </p:nvCxnSpPr>
        <p:spPr>
          <a:xfrm>
            <a:off x="-436812" y="1295400"/>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239002" y="389397"/>
            <a:ext cx="0" cy="906003"/>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userDrawn="1"/>
        </p:nvSpPr>
        <p:spPr>
          <a:xfrm>
            <a:off x="-1505757" y="776834"/>
            <a:ext cx="1167850" cy="123111"/>
          </a:xfrm>
          <a:prstGeom prst="rect">
            <a:avLst/>
          </a:prstGeom>
          <a:noFill/>
        </p:spPr>
        <p:txBody>
          <a:bodyPr wrap="square" lIns="0" tIns="0" rIns="0" bIns="0" rtlCol="0">
            <a:spAutoFit/>
          </a:bodyPr>
          <a:lstStyle/>
          <a:p>
            <a:pPr algn="r"/>
            <a:r>
              <a:rPr lang="en-US" sz="800" b="1" dirty="0">
                <a:solidFill>
                  <a:srgbClr val="878F84"/>
                </a:solidFill>
                <a:latin typeface="+mn-lt"/>
              </a:rPr>
              <a:t>Slide title area</a:t>
            </a:r>
          </a:p>
        </p:txBody>
      </p:sp>
      <p:cxnSp>
        <p:nvCxnSpPr>
          <p:cNvPr id="18" name="Straight Connector 17"/>
          <p:cNvCxnSpPr/>
          <p:nvPr userDrawn="1"/>
        </p:nvCxnSpPr>
        <p:spPr>
          <a:xfrm>
            <a:off x="-436812" y="389397"/>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rot="5400000" flipH="1" flipV="1">
            <a:off x="461242" y="-198967"/>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userDrawn="1"/>
        </p:nvSpPr>
        <p:spPr>
          <a:xfrm>
            <a:off x="-731995" y="-256408"/>
            <a:ext cx="1280160" cy="142555"/>
          </a:xfrm>
          <a:prstGeom prst="rect">
            <a:avLst/>
          </a:prstGeom>
          <a:noFill/>
        </p:spPr>
        <p:txBody>
          <a:bodyPr wrap="square" lIns="0" tIns="0" rIns="0" bIns="0" rtlCol="0">
            <a:noAutofit/>
          </a:bodyPr>
          <a:lstStyle/>
          <a:p>
            <a:pPr algn="r"/>
            <a:r>
              <a:rPr lang="en-US" sz="800" dirty="0">
                <a:solidFill>
                  <a:srgbClr val="878F84"/>
                </a:solidFill>
                <a:latin typeface="+mn-lt"/>
              </a:rPr>
              <a:t>No content left of the line</a:t>
            </a:r>
          </a:p>
        </p:txBody>
      </p:sp>
      <p:cxnSp>
        <p:nvCxnSpPr>
          <p:cNvPr id="23" name="Straight Connector 22"/>
          <p:cNvCxnSpPr/>
          <p:nvPr userDrawn="1"/>
        </p:nvCxnSpPr>
        <p:spPr>
          <a:xfrm rot="5400000" flipH="1" flipV="1">
            <a:off x="5947642" y="-198967"/>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a:off x="12233190" y="1909404"/>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12220822" y="5866678"/>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userDrawn="1"/>
        </p:nvSpPr>
        <p:spPr>
          <a:xfrm>
            <a:off x="12523476" y="5700460"/>
            <a:ext cx="1167849" cy="142555"/>
          </a:xfrm>
          <a:prstGeom prst="rect">
            <a:avLst/>
          </a:prstGeom>
          <a:noFill/>
        </p:spPr>
        <p:txBody>
          <a:bodyPr wrap="square" lIns="0" tIns="0" rIns="0" bIns="0" rtlCol="0">
            <a:noAutofit/>
          </a:bodyPr>
          <a:lstStyle/>
          <a:p>
            <a:pPr algn="l"/>
            <a:r>
              <a:rPr lang="en-US" sz="800" dirty="0">
                <a:solidFill>
                  <a:srgbClr val="878F84"/>
                </a:solidFill>
                <a:latin typeface="+mn-lt"/>
              </a:rPr>
              <a:t>No content below the line</a:t>
            </a:r>
          </a:p>
        </p:txBody>
      </p:sp>
      <p:sp>
        <p:nvSpPr>
          <p:cNvPr id="29" name="TextBox 28"/>
          <p:cNvSpPr txBox="1"/>
          <p:nvPr userDrawn="1"/>
        </p:nvSpPr>
        <p:spPr>
          <a:xfrm>
            <a:off x="12523476" y="1959980"/>
            <a:ext cx="1167849" cy="142555"/>
          </a:xfrm>
          <a:prstGeom prst="rect">
            <a:avLst/>
          </a:prstGeom>
          <a:noFill/>
        </p:spPr>
        <p:txBody>
          <a:bodyPr wrap="square" lIns="0" tIns="0" rIns="0" bIns="0" rtlCol="0">
            <a:noAutofit/>
          </a:bodyPr>
          <a:lstStyle/>
          <a:p>
            <a:pPr algn="l"/>
            <a:r>
              <a:rPr lang="en-US" sz="800" dirty="0">
                <a:solidFill>
                  <a:srgbClr val="878F84"/>
                </a:solidFill>
                <a:latin typeface="+mn-lt"/>
              </a:rPr>
              <a:t>No content above the line</a:t>
            </a:r>
          </a:p>
        </p:txBody>
      </p:sp>
      <p:cxnSp>
        <p:nvCxnSpPr>
          <p:cNvPr id="30" name="Straight Connector 29"/>
          <p:cNvCxnSpPr/>
          <p:nvPr userDrawn="1"/>
        </p:nvCxnSpPr>
        <p:spPr>
          <a:xfrm>
            <a:off x="12418631" y="1905000"/>
            <a:ext cx="0" cy="3956237"/>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userDrawn="1"/>
        </p:nvSpPr>
        <p:spPr>
          <a:xfrm>
            <a:off x="12523477" y="3745636"/>
            <a:ext cx="1167850" cy="123111"/>
          </a:xfrm>
          <a:prstGeom prst="rect">
            <a:avLst/>
          </a:prstGeom>
          <a:noFill/>
        </p:spPr>
        <p:txBody>
          <a:bodyPr wrap="square" lIns="0" tIns="0" rIns="0" bIns="0" rtlCol="0">
            <a:spAutoFit/>
          </a:bodyPr>
          <a:lstStyle/>
          <a:p>
            <a:pPr algn="l"/>
            <a:r>
              <a:rPr lang="en-US" sz="800" b="1" dirty="0">
                <a:solidFill>
                  <a:srgbClr val="878F84"/>
                </a:solidFill>
                <a:latin typeface="+mn-lt"/>
              </a:rPr>
              <a:t>Main content area</a:t>
            </a:r>
          </a:p>
        </p:txBody>
      </p:sp>
      <p:cxnSp>
        <p:nvCxnSpPr>
          <p:cNvPr id="33" name="Straight Connector 32"/>
          <p:cNvCxnSpPr/>
          <p:nvPr userDrawn="1"/>
        </p:nvCxnSpPr>
        <p:spPr>
          <a:xfrm>
            <a:off x="12220821" y="1295400"/>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12418631" y="389397"/>
            <a:ext cx="0" cy="906003"/>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userDrawn="1"/>
        </p:nvSpPr>
        <p:spPr>
          <a:xfrm>
            <a:off x="12523476" y="776834"/>
            <a:ext cx="1167850" cy="123111"/>
          </a:xfrm>
          <a:prstGeom prst="rect">
            <a:avLst/>
          </a:prstGeom>
          <a:noFill/>
        </p:spPr>
        <p:txBody>
          <a:bodyPr wrap="square" lIns="0" tIns="0" rIns="0" bIns="0" rtlCol="0">
            <a:spAutoFit/>
          </a:bodyPr>
          <a:lstStyle/>
          <a:p>
            <a:pPr algn="l"/>
            <a:r>
              <a:rPr lang="en-US" sz="800" b="1" dirty="0">
                <a:solidFill>
                  <a:srgbClr val="878F84"/>
                </a:solidFill>
                <a:latin typeface="+mn-lt"/>
              </a:rPr>
              <a:t>Slide title</a:t>
            </a:r>
            <a:r>
              <a:rPr lang="en-US" sz="800" b="1" baseline="0" dirty="0">
                <a:solidFill>
                  <a:srgbClr val="878F84"/>
                </a:solidFill>
                <a:latin typeface="+mn-lt"/>
              </a:rPr>
              <a:t> area</a:t>
            </a:r>
            <a:endParaRPr lang="en-US" sz="800" b="1" dirty="0">
              <a:solidFill>
                <a:srgbClr val="878F84"/>
              </a:solidFill>
              <a:latin typeface="+mn-lt"/>
            </a:endParaRPr>
          </a:p>
        </p:txBody>
      </p:sp>
      <p:cxnSp>
        <p:nvCxnSpPr>
          <p:cNvPr id="36" name="Straight Connector 35"/>
          <p:cNvCxnSpPr/>
          <p:nvPr userDrawn="1"/>
        </p:nvCxnSpPr>
        <p:spPr>
          <a:xfrm>
            <a:off x="12220821" y="389397"/>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userDrawn="1"/>
        </p:nvCxnSpPr>
        <p:spPr>
          <a:xfrm rot="5400000" flipH="1" flipV="1">
            <a:off x="11439470" y="-198967"/>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userDrawn="1"/>
        </p:nvSpPr>
        <p:spPr>
          <a:xfrm>
            <a:off x="11649264" y="-276585"/>
            <a:ext cx="1280160" cy="142555"/>
          </a:xfrm>
          <a:prstGeom prst="rect">
            <a:avLst/>
          </a:prstGeom>
          <a:noFill/>
        </p:spPr>
        <p:txBody>
          <a:bodyPr wrap="square" lIns="0" tIns="0" rIns="0" bIns="0" rtlCol="0">
            <a:noAutofit/>
          </a:bodyPr>
          <a:lstStyle/>
          <a:p>
            <a:pPr algn="l"/>
            <a:r>
              <a:rPr lang="en-US" sz="800" dirty="0">
                <a:solidFill>
                  <a:srgbClr val="878F84"/>
                </a:solidFill>
                <a:latin typeface="+mn-lt"/>
              </a:rPr>
              <a:t>No content right of the line</a:t>
            </a:r>
          </a:p>
        </p:txBody>
      </p:sp>
      <p:cxnSp>
        <p:nvCxnSpPr>
          <p:cNvPr id="58" name="Straight Connector 57"/>
          <p:cNvCxnSpPr/>
          <p:nvPr userDrawn="1"/>
        </p:nvCxnSpPr>
        <p:spPr>
          <a:xfrm rot="5400000" flipH="1" flipV="1">
            <a:off x="5947642" y="7038488"/>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rot="5400000" flipH="1" flipV="1">
            <a:off x="461242" y="7038488"/>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userDrawn="1"/>
        </p:nvCxnSpPr>
        <p:spPr>
          <a:xfrm rot="5400000" flipH="1" flipV="1">
            <a:off x="11439470" y="7038488"/>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064775"/>
      </p:ext>
    </p:extLst>
  </p:cSld>
  <p:clrMap bg1="lt1" tx1="dk1" bg2="lt2" tx2="dk2" accent1="accent1" accent2="accent2" accent3="accent3" accent4="accent4" accent5="accent5" accent6="accent6" hlink="hlink" folHlink="folHlink"/>
  <p:sldLayoutIdLst>
    <p:sldLayoutId id="2147483769" r:id="rId1"/>
    <p:sldLayoutId id="2147483743" r:id="rId2"/>
    <p:sldLayoutId id="2147483803" r:id="rId3"/>
    <p:sldLayoutId id="2147483804" r:id="rId4"/>
    <p:sldLayoutId id="2147483772" r:id="rId5"/>
    <p:sldLayoutId id="2147483807" r:id="rId6"/>
    <p:sldLayoutId id="2147483747" r:id="rId7"/>
    <p:sldLayoutId id="2147483771" r:id="rId8"/>
    <p:sldLayoutId id="2147483749" r:id="rId9"/>
    <p:sldLayoutId id="2147483817" r:id="rId10"/>
    <p:sldLayoutId id="2147483786" r:id="rId11"/>
    <p:sldLayoutId id="2147483821" r:id="rId12"/>
    <p:sldLayoutId id="2147483774" r:id="rId13"/>
    <p:sldLayoutId id="2147483822" r:id="rId14"/>
    <p:sldLayoutId id="2147483669" r:id="rId15"/>
    <p:sldLayoutId id="2147483787" r:id="rId16"/>
    <p:sldLayoutId id="2147483773" r:id="rId17"/>
    <p:sldLayoutId id="2147483788" r:id="rId18"/>
    <p:sldLayoutId id="2147483775" r:id="rId19"/>
    <p:sldLayoutId id="2147483823" r:id="rId20"/>
    <p:sldLayoutId id="2147483776" r:id="rId21"/>
    <p:sldLayoutId id="2147483777" r:id="rId22"/>
    <p:sldLayoutId id="2147483778" r:id="rId23"/>
    <p:sldLayoutId id="2147483779" r:id="rId24"/>
    <p:sldLayoutId id="2147483824" r:id="rId25"/>
    <p:sldLayoutId id="2147483780" r:id="rId26"/>
    <p:sldLayoutId id="2147483781" r:id="rId27"/>
    <p:sldLayoutId id="2147483793" r:id="rId28"/>
    <p:sldLayoutId id="2147483826" r:id="rId29"/>
    <p:sldLayoutId id="2147483794" r:id="rId30"/>
    <p:sldLayoutId id="2147483827" r:id="rId31"/>
    <p:sldLayoutId id="2147483816" r:id="rId32"/>
    <p:sldLayoutId id="2147483828" r:id="rId33"/>
    <p:sldLayoutId id="2147483795" r:id="rId34"/>
    <p:sldLayoutId id="2147483829" r:id="rId35"/>
    <p:sldLayoutId id="2147483796" r:id="rId36"/>
    <p:sldLayoutId id="2147483783" r:id="rId37"/>
    <p:sldLayoutId id="2147483790" r:id="rId38"/>
    <p:sldLayoutId id="2147483784" r:id="rId39"/>
    <p:sldLayoutId id="2147483791" r:id="rId40"/>
    <p:sldLayoutId id="2147483789" r:id="rId41"/>
    <p:sldLayoutId id="2147483815" r:id="rId42"/>
    <p:sldLayoutId id="2147483792" r:id="rId43"/>
    <p:sldLayoutId id="2147483758" r:id="rId44"/>
    <p:sldLayoutId id="2147483759" r:id="rId45"/>
    <p:sldLayoutId id="2147483799" r:id="rId46"/>
    <p:sldLayoutId id="2147483800" r:id="rId47"/>
    <p:sldLayoutId id="2147483801" r:id="rId48"/>
    <p:sldLayoutId id="2147483818" r:id="rId49"/>
    <p:sldLayoutId id="2147483670" r:id="rId50"/>
    <p:sldLayoutId id="2147483797" r:id="rId51"/>
    <p:sldLayoutId id="2147483808" r:id="rId52"/>
    <p:sldLayoutId id="2147483830" r:id="rId53"/>
    <p:sldLayoutId id="2147483798" r:id="rId54"/>
    <p:sldLayoutId id="2147483809" r:id="rId55"/>
    <p:sldLayoutId id="2147483831" r:id="rId56"/>
  </p:sldLayoutIdLst>
  <p:hf hdr="0" dt="0"/>
  <p:txStyles>
    <p:titleStyle>
      <a:lvl1pPr algn="l" defTabSz="914400" rtl="0" eaLnBrk="1" latinLnBrk="0" hangingPunct="1">
        <a:lnSpc>
          <a:spcPct val="100000"/>
        </a:lnSpc>
        <a:spcBef>
          <a:spcPct val="0"/>
        </a:spcBef>
        <a:buNone/>
        <a:defRPr sz="36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buFontTx/>
        <a:buNone/>
        <a:defRPr sz="3600" b="1" kern="1200" baseline="0">
          <a:solidFill>
            <a:schemeClr val="tx1"/>
          </a:solidFill>
          <a:latin typeface="+mn-lt"/>
          <a:ea typeface="+mn-ea"/>
          <a:cs typeface="+mn-cs"/>
        </a:defRPr>
      </a:lvl1pPr>
      <a:lvl2pPr marL="0" indent="0" algn="l" defTabSz="914400" rtl="0" eaLnBrk="1" latinLnBrk="0" hangingPunct="1">
        <a:lnSpc>
          <a:spcPct val="100000"/>
        </a:lnSpc>
        <a:spcBef>
          <a:spcPts val="600"/>
        </a:spcBef>
        <a:buFontTx/>
        <a:buNone/>
        <a:defRPr sz="2400" b="1" kern="1200" baseline="0">
          <a:solidFill>
            <a:schemeClr val="tx1"/>
          </a:solidFill>
          <a:latin typeface="+mn-lt"/>
          <a:ea typeface="+mn-ea"/>
          <a:cs typeface="+mn-cs"/>
        </a:defRPr>
      </a:lvl2pPr>
      <a:lvl3pPr marL="0" indent="0" algn="l" defTabSz="914400" rtl="0" eaLnBrk="1" latinLnBrk="0" hangingPunct="1">
        <a:lnSpc>
          <a:spcPct val="100000"/>
        </a:lnSpc>
        <a:spcBef>
          <a:spcPts val="600"/>
        </a:spcBef>
        <a:buFontTx/>
        <a:buNone/>
        <a:defRPr sz="2400" b="0" kern="1200" baseline="0">
          <a:solidFill>
            <a:schemeClr val="tx1"/>
          </a:solidFill>
          <a:latin typeface="+mn-lt"/>
          <a:ea typeface="+mn-ea"/>
          <a:cs typeface="+mn-cs"/>
        </a:defRPr>
      </a:lvl3pPr>
      <a:lvl4pPr marL="285750" indent="-285750" algn="l" defTabSz="914400" rtl="0" eaLnBrk="1" latinLnBrk="0" hangingPunct="1">
        <a:lnSpc>
          <a:spcPct val="100000"/>
        </a:lnSpc>
        <a:spcBef>
          <a:spcPts val="600"/>
        </a:spcBef>
        <a:buClr>
          <a:schemeClr val="accent1"/>
        </a:buClr>
        <a:buSzPct val="125000"/>
        <a:buFont typeface="Arial" charset="0"/>
        <a:buChar char="•"/>
        <a:defRPr sz="2400" kern="1200" baseline="0">
          <a:solidFill>
            <a:schemeClr val="tx1"/>
          </a:solidFill>
          <a:latin typeface="+mn-lt"/>
          <a:ea typeface="+mn-ea"/>
          <a:cs typeface="+mn-cs"/>
        </a:defRPr>
      </a:lvl4pPr>
      <a:lvl5pPr marL="457200" indent="-228600" algn="l" defTabSz="914400" rtl="0" eaLnBrk="1" latinLnBrk="0" hangingPunct="1">
        <a:lnSpc>
          <a:spcPct val="100000"/>
        </a:lnSpc>
        <a:spcBef>
          <a:spcPts val="600"/>
        </a:spcBef>
        <a:buClr>
          <a:schemeClr val="tx1"/>
        </a:buClr>
        <a:buSzPct val="100000"/>
        <a:buFont typeface="Arial" charset="0"/>
        <a:buChar char="•"/>
        <a:defRPr sz="2200" kern="1200" baseline="0">
          <a:solidFill>
            <a:schemeClr val="tx1"/>
          </a:solidFill>
          <a:latin typeface="+mn-lt"/>
          <a:ea typeface="+mn-ea"/>
          <a:cs typeface="+mn-cs"/>
        </a:defRPr>
      </a:lvl5pPr>
      <a:lvl6pPr marL="685800" indent="-228600" algn="l" defTabSz="914400" rtl="0" eaLnBrk="1" latinLnBrk="0" hangingPunct="1">
        <a:lnSpc>
          <a:spcPct val="100000"/>
        </a:lnSpc>
        <a:spcBef>
          <a:spcPts val="600"/>
        </a:spcBef>
        <a:buClr>
          <a:schemeClr val="tx1"/>
        </a:buClr>
        <a:buSzPct val="100000"/>
        <a:buFont typeface=".AppleSystemUIFont" charset="-120"/>
        <a:buChar char="-"/>
        <a:defRPr sz="2000" kern="1200" baseline="0">
          <a:solidFill>
            <a:schemeClr val="tx1"/>
          </a:solidFill>
          <a:latin typeface="+mn-lt"/>
          <a:ea typeface="+mn-ea"/>
          <a:cs typeface="+mn-cs"/>
        </a:defRPr>
      </a:lvl6pPr>
      <a:lvl7pPr marL="0" indent="0" algn="l" defTabSz="914400" rtl="0" eaLnBrk="1" latinLnBrk="0" hangingPunct="1">
        <a:lnSpc>
          <a:spcPct val="90000"/>
        </a:lnSpc>
        <a:spcBef>
          <a:spcPts val="600"/>
        </a:spcBef>
        <a:buFontTx/>
        <a:buNone/>
        <a:defRPr sz="1800" i="1" kern="1200">
          <a:solidFill>
            <a:srgbClr val="929D96"/>
          </a:solidFill>
          <a:latin typeface="+mn-lt"/>
          <a:ea typeface="+mn-ea"/>
          <a:cs typeface="+mn-cs"/>
        </a:defRPr>
      </a:lvl7pPr>
      <a:lvl8pPr marL="0" indent="0" algn="l" defTabSz="914400" rtl="0" eaLnBrk="1" latinLnBrk="0" hangingPunct="1">
        <a:lnSpc>
          <a:spcPct val="100000"/>
        </a:lnSpc>
        <a:spcBef>
          <a:spcPts val="1200"/>
        </a:spcBef>
        <a:buFontTx/>
        <a:buNone/>
        <a:defRPr sz="1600" b="0" i="1" kern="1200" baseline="0">
          <a:solidFill>
            <a:schemeClr val="accent4"/>
          </a:solidFill>
          <a:latin typeface="+mn-lt"/>
          <a:ea typeface="+mn-ea"/>
          <a:cs typeface="+mn-cs"/>
        </a:defRPr>
      </a:lvl8pPr>
      <a:lvl9pPr marL="0" indent="0" algn="l" defTabSz="914400" rtl="0" eaLnBrk="1" latinLnBrk="0" hangingPunct="1">
        <a:lnSpc>
          <a:spcPct val="90000"/>
        </a:lnSpc>
        <a:spcBef>
          <a:spcPts val="500"/>
        </a:spcBef>
        <a:buFontTx/>
        <a:buNone/>
        <a:defRPr sz="20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68">
          <p15:clr>
            <a:srgbClr val="A4A3A4"/>
          </p15:clr>
        </p15:guide>
        <p15:guide id="2" pos="4032">
          <p15:clr>
            <a:srgbClr val="A4A3A4"/>
          </p15:clr>
        </p15:guide>
        <p15:guide id="3" pos="3264">
          <p15:clr>
            <a:srgbClr val="A4A3A4"/>
          </p15:clr>
        </p15:guide>
        <p15:guide id="4" pos="4224">
          <p15:clr>
            <a:srgbClr val="A4A3A4"/>
          </p15:clr>
        </p15:guide>
        <p15:guide id="5" pos="3456">
          <p15:clr>
            <a:srgbClr val="A4A3A4"/>
          </p15:clr>
        </p15:guide>
        <p15:guide id="6" pos="4416">
          <p15:clr>
            <a:srgbClr val="A4A3A4"/>
          </p15:clr>
        </p15:guide>
        <p15:guide id="7" pos="3072">
          <p15:clr>
            <a:srgbClr val="A4A3A4"/>
          </p15:clr>
        </p15:guide>
        <p15:guide id="8" pos="4608">
          <p15:clr>
            <a:srgbClr val="A4A3A4"/>
          </p15:clr>
        </p15:guide>
        <p15:guide id="9" pos="2880">
          <p15:clr>
            <a:srgbClr val="A4A3A4"/>
          </p15:clr>
        </p15:guide>
        <p15:guide id="10" pos="4800">
          <p15:clr>
            <a:srgbClr val="A4A3A4"/>
          </p15:clr>
        </p15:guide>
        <p15:guide id="11" pos="2688">
          <p15:clr>
            <a:srgbClr val="A4A3A4"/>
          </p15:clr>
        </p15:guide>
        <p15:guide id="12" pos="4992">
          <p15:clr>
            <a:srgbClr val="A4A3A4"/>
          </p15:clr>
        </p15:guide>
        <p15:guide id="13" pos="2496">
          <p15:clr>
            <a:srgbClr val="A4A3A4"/>
          </p15:clr>
        </p15:guide>
        <p15:guide id="14" pos="5184">
          <p15:clr>
            <a:srgbClr val="A4A3A4"/>
          </p15:clr>
        </p15:guide>
        <p15:guide id="15" pos="2304">
          <p15:clr>
            <a:srgbClr val="A4A3A4"/>
          </p15:clr>
        </p15:guide>
        <p15:guide id="16" pos="5376">
          <p15:clr>
            <a:srgbClr val="A4A3A4"/>
          </p15:clr>
        </p15:guide>
        <p15:guide id="17" pos="2112" userDrawn="1">
          <p15:clr>
            <a:srgbClr val="F26B43"/>
          </p15:clr>
        </p15:guide>
        <p15:guide id="18" pos="5568" userDrawn="1">
          <p15:clr>
            <a:srgbClr val="F26B43"/>
          </p15:clr>
        </p15:guide>
        <p15:guide id="19" pos="1920">
          <p15:clr>
            <a:srgbClr val="A4A3A4"/>
          </p15:clr>
        </p15:guide>
        <p15:guide id="20" pos="5760">
          <p15:clr>
            <a:srgbClr val="A4A3A4"/>
          </p15:clr>
        </p15:guide>
        <p15:guide id="21" pos="1728">
          <p15:clr>
            <a:srgbClr val="A4A3A4"/>
          </p15:clr>
        </p15:guide>
        <p15:guide id="22" orient="horz" pos="1776">
          <p15:clr>
            <a:srgbClr val="A4A3A4"/>
          </p15:clr>
        </p15:guide>
        <p15:guide id="23" pos="5952">
          <p15:clr>
            <a:srgbClr val="A4A3A4"/>
          </p15:clr>
        </p15:guide>
        <p15:guide id="24" pos="1536">
          <p15:clr>
            <a:srgbClr val="A4A3A4"/>
          </p15:clr>
        </p15:guide>
        <p15:guide id="25" pos="6144">
          <p15:clr>
            <a:srgbClr val="A4A3A4"/>
          </p15:clr>
        </p15:guide>
        <p15:guide id="26" pos="1344">
          <p15:clr>
            <a:srgbClr val="A4A3A4"/>
          </p15:clr>
        </p15:guide>
        <p15:guide id="27" pos="6336">
          <p15:clr>
            <a:srgbClr val="A4A3A4"/>
          </p15:clr>
        </p15:guide>
        <p15:guide id="28" pos="1152">
          <p15:clr>
            <a:srgbClr val="A4A3A4"/>
          </p15:clr>
        </p15:guide>
        <p15:guide id="29" pos="6528">
          <p15:clr>
            <a:srgbClr val="A4A3A4"/>
          </p15:clr>
        </p15:guide>
        <p15:guide id="30" pos="960">
          <p15:clr>
            <a:srgbClr val="A4A3A4"/>
          </p15:clr>
        </p15:guide>
        <p15:guide id="31" pos="6720">
          <p15:clr>
            <a:srgbClr val="A4A3A4"/>
          </p15:clr>
        </p15:guide>
        <p15:guide id="32" pos="768">
          <p15:clr>
            <a:srgbClr val="A4A3A4"/>
          </p15:clr>
        </p15:guide>
        <p15:guide id="33" pos="6912">
          <p15:clr>
            <a:srgbClr val="A4A3A4"/>
          </p15:clr>
        </p15:guide>
        <p15:guide id="34" pos="576">
          <p15:clr>
            <a:srgbClr val="A4A3A4"/>
          </p15:clr>
        </p15:guide>
        <p15:guide id="35" pos="7104">
          <p15:clr>
            <a:srgbClr val="A4A3A4"/>
          </p15:clr>
        </p15:guide>
        <p15:guide id="36" pos="384" userDrawn="1">
          <p15:clr>
            <a:srgbClr val="F26B43"/>
          </p15:clr>
        </p15:guide>
        <p15:guide id="37" pos="7296" userDrawn="1">
          <p15:clr>
            <a:srgbClr val="F26B43"/>
          </p15:clr>
        </p15:guide>
        <p15:guide id="38" pos="192">
          <p15:clr>
            <a:srgbClr val="A4A3A4"/>
          </p15:clr>
        </p15:guide>
        <p15:guide id="39" pos="7488" userDrawn="1">
          <p15:clr>
            <a:srgbClr val="A4A3A4"/>
          </p15:clr>
        </p15:guide>
        <p15:guide id="41" orient="horz" pos="2544">
          <p15:clr>
            <a:srgbClr val="A4A3A4"/>
          </p15:clr>
        </p15:guide>
        <p15:guide id="42" orient="horz" pos="1584">
          <p15:clr>
            <a:srgbClr val="A4A3A4"/>
          </p15:clr>
        </p15:guide>
        <p15:guide id="43" orient="horz" pos="2736">
          <p15:clr>
            <a:srgbClr val="A4A3A4"/>
          </p15:clr>
        </p15:guide>
        <p15:guide id="44" orient="horz" pos="1392">
          <p15:clr>
            <a:srgbClr val="A4A3A4"/>
          </p15:clr>
        </p15:guide>
        <p15:guide id="45" orient="horz" pos="2928">
          <p15:clr>
            <a:srgbClr val="A4A3A4"/>
          </p15:clr>
        </p15:guide>
        <p15:guide id="46" orient="horz" pos="1200" userDrawn="1">
          <p15:clr>
            <a:srgbClr val="F26B43"/>
          </p15:clr>
        </p15:guide>
        <p15:guide id="47" orient="horz" pos="3120">
          <p15:clr>
            <a:srgbClr val="A4A3A4"/>
          </p15:clr>
        </p15:guide>
        <p15:guide id="48" orient="horz" pos="1008" userDrawn="1">
          <p15:clr>
            <a:srgbClr val="A4A3A4"/>
          </p15:clr>
        </p15:guide>
        <p15:guide id="49" orient="horz" pos="3312">
          <p15:clr>
            <a:srgbClr val="A4A3A4"/>
          </p15:clr>
        </p15:guide>
        <p15:guide id="50" orient="horz" pos="816" userDrawn="1">
          <p15:clr>
            <a:srgbClr val="F26B43"/>
          </p15:clr>
        </p15:guide>
        <p15:guide id="51" orient="horz" pos="3504">
          <p15:clr>
            <a:srgbClr val="A4A3A4"/>
          </p15:clr>
        </p15:guide>
        <p15:guide id="52" orient="horz" pos="624">
          <p15:clr>
            <a:srgbClr val="A4A3A4"/>
          </p15:clr>
        </p15:guide>
        <p15:guide id="53" orient="horz" pos="3696" userDrawn="1">
          <p15:clr>
            <a:srgbClr val="F26B43"/>
          </p15:clr>
        </p15:guide>
        <p15:guide id="54" orient="horz" pos="432" userDrawn="1">
          <p15:clr>
            <a:srgbClr val="A4A3A4"/>
          </p15:clr>
        </p15:guide>
        <p15:guide id="55" orient="horz" pos="3888" userDrawn="1">
          <p15:clr>
            <a:srgbClr val="A4A3A4"/>
          </p15:clr>
        </p15:guide>
        <p15:guide id="56" orient="horz" pos="240" userDrawn="1">
          <p15:clr>
            <a:srgbClr val="F26B43"/>
          </p15:clr>
        </p15:guide>
        <p15:guide id="57" orient="horz" pos="4080">
          <p15:clr>
            <a:srgbClr val="A4A3A4"/>
          </p15:clr>
        </p15:guide>
        <p15:guide id="58" orient="horz" pos="48">
          <p15:clr>
            <a:srgbClr val="A4A3A4"/>
          </p15:clr>
        </p15:guide>
        <p15:guide id="59" orient="horz" pos="4272">
          <p15:clr>
            <a:srgbClr val="A4A3A4"/>
          </p15:clr>
        </p15:guide>
        <p15:guide id="61" orient="horz" pos="2352">
          <p15:clr>
            <a:srgbClr val="A4A3A4"/>
          </p15:clr>
        </p15:guide>
        <p15:guide id="62" orient="horz" pos="2160" userDrawn="1">
          <p15:clr>
            <a:srgbClr val="F26B43"/>
          </p15:clr>
        </p15:guide>
        <p15:guide id="63" pos="3840" userDrawn="1">
          <p15:clr>
            <a:srgbClr val="F26B43"/>
          </p15:clr>
        </p15:guide>
        <p15:guide id="64" pos="364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65" name="Group 64"/>
          <p:cNvGrpSpPr/>
          <p:nvPr userDrawn="1"/>
        </p:nvGrpSpPr>
        <p:grpSpPr>
          <a:xfrm>
            <a:off x="0" y="6992813"/>
            <a:ext cx="12191999" cy="578082"/>
            <a:chOff x="0" y="6992813"/>
            <a:chExt cx="12191999" cy="578082"/>
          </a:xfrm>
        </p:grpSpPr>
        <p:sp>
          <p:nvSpPr>
            <p:cNvPr id="66" name="Rectangle 65"/>
            <p:cNvSpPr/>
            <p:nvPr userDrawn="1"/>
          </p:nvSpPr>
          <p:spPr>
            <a:xfrm>
              <a:off x="0" y="6992813"/>
              <a:ext cx="12191999" cy="578082"/>
            </a:xfrm>
            <a:prstGeom prst="rect">
              <a:avLst/>
            </a:prstGeom>
            <a:solidFill>
              <a:srgbClr val="FFFFFF">
                <a:alpha val="60000"/>
              </a:srgbClr>
            </a:solidFill>
            <a:ln>
              <a:noFill/>
            </a:ln>
            <a:effectLst>
              <a:outerShdw blurRad="50800"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878F84">
                    <a:alpha val="60000"/>
                  </a:srgbClr>
                </a:solidFill>
              </a:endParaRPr>
            </a:p>
          </p:txBody>
        </p:sp>
        <p:sp>
          <p:nvSpPr>
            <p:cNvPr id="67" name="TextBox 66"/>
            <p:cNvSpPr txBox="1"/>
            <p:nvPr userDrawn="1"/>
          </p:nvSpPr>
          <p:spPr>
            <a:xfrm>
              <a:off x="914400" y="7173243"/>
              <a:ext cx="1706193" cy="269305"/>
            </a:xfrm>
            <a:prstGeom prst="rect">
              <a:avLst/>
            </a:prstGeom>
            <a:noFill/>
          </p:spPr>
          <p:txBody>
            <a:bodyPr wrap="square" lIns="0" tIns="0" rIns="0" bIns="0" rtlCol="0">
              <a:noAutofit/>
            </a:bodyPr>
            <a:lstStyle/>
            <a:p>
              <a:pPr algn="l"/>
              <a:r>
                <a:rPr lang="en-US" sz="900" b="1" dirty="0">
                  <a:solidFill>
                    <a:srgbClr val="929D96"/>
                  </a:solidFill>
                  <a:latin typeface="+mn-lt"/>
                </a:rPr>
                <a:t>Data color order</a:t>
              </a:r>
              <a:r>
                <a:rPr lang="en-US" sz="900" b="1" baseline="0" dirty="0">
                  <a:solidFill>
                    <a:srgbClr val="929D96"/>
                  </a:solidFill>
                  <a:latin typeface="+mn-lt"/>
                </a:rPr>
                <a:t>:</a:t>
              </a:r>
              <a:endParaRPr lang="en-US" sz="900" b="1" dirty="0">
                <a:solidFill>
                  <a:srgbClr val="929D96"/>
                </a:solidFill>
                <a:latin typeface="+mn-lt"/>
              </a:endParaRPr>
            </a:p>
          </p:txBody>
        </p:sp>
        <p:sp>
          <p:nvSpPr>
            <p:cNvPr id="68" name="Rectangle 67"/>
            <p:cNvSpPr/>
            <p:nvPr/>
          </p:nvSpPr>
          <p:spPr>
            <a:xfrm>
              <a:off x="1940682" y="7146735"/>
              <a:ext cx="195278" cy="190016"/>
            </a:xfrm>
            <a:prstGeom prst="rect">
              <a:avLst/>
            </a:prstGeom>
            <a:solidFill>
              <a:schemeClr val="accent1"/>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69" name="Rectangle 68"/>
            <p:cNvSpPr/>
            <p:nvPr/>
          </p:nvSpPr>
          <p:spPr>
            <a:xfrm>
              <a:off x="2420420" y="7146735"/>
              <a:ext cx="195278" cy="190016"/>
            </a:xfrm>
            <a:prstGeom prst="rect">
              <a:avLst/>
            </a:prstGeom>
            <a:solidFill>
              <a:schemeClr val="accent3"/>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70" name="Rectangle 69"/>
            <p:cNvSpPr/>
            <p:nvPr/>
          </p:nvSpPr>
          <p:spPr>
            <a:xfrm>
              <a:off x="2180551" y="7146735"/>
              <a:ext cx="195278" cy="190016"/>
            </a:xfrm>
            <a:prstGeom prst="rect">
              <a:avLst/>
            </a:prstGeom>
            <a:solidFill>
              <a:schemeClr val="accent2"/>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71" name="Rectangle 70"/>
            <p:cNvSpPr/>
            <p:nvPr/>
          </p:nvSpPr>
          <p:spPr>
            <a:xfrm>
              <a:off x="2660289" y="7146735"/>
              <a:ext cx="195278" cy="190016"/>
            </a:xfrm>
            <a:prstGeom prst="rect">
              <a:avLst/>
            </a:prstGeom>
            <a:solidFill>
              <a:schemeClr val="accent4"/>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nl-NL"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72" name="Rectangle 71"/>
            <p:cNvSpPr/>
            <p:nvPr/>
          </p:nvSpPr>
          <p:spPr>
            <a:xfrm>
              <a:off x="2900158" y="7146735"/>
              <a:ext cx="195278" cy="190016"/>
            </a:xfrm>
            <a:prstGeom prst="rect">
              <a:avLst/>
            </a:prstGeom>
            <a:solidFill>
              <a:schemeClr val="accent5"/>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73" name="Rectangle 72"/>
            <p:cNvSpPr/>
            <p:nvPr/>
          </p:nvSpPr>
          <p:spPr>
            <a:xfrm>
              <a:off x="3140027" y="7146735"/>
              <a:ext cx="195278" cy="190016"/>
            </a:xfrm>
            <a:prstGeom prst="rect">
              <a:avLst/>
            </a:prstGeom>
            <a:solidFill>
              <a:schemeClr val="accent6"/>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74" name="Rectangle 73"/>
            <p:cNvSpPr/>
            <p:nvPr/>
          </p:nvSpPr>
          <p:spPr>
            <a:xfrm>
              <a:off x="3619765" y="7146735"/>
              <a:ext cx="195278" cy="190016"/>
            </a:xfrm>
            <a:prstGeom prst="rect">
              <a:avLst/>
            </a:prstGeom>
            <a:solidFill>
              <a:srgbClr val="D9F28B"/>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75" name="Rectangle 74"/>
            <p:cNvSpPr/>
            <p:nvPr/>
          </p:nvSpPr>
          <p:spPr>
            <a:xfrm>
              <a:off x="3859634" y="7146735"/>
              <a:ext cx="195278" cy="190016"/>
            </a:xfrm>
            <a:prstGeom prst="rect">
              <a:avLst/>
            </a:prstGeom>
            <a:solidFill>
              <a:srgbClr val="3BC6EB"/>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76" name="Rectangle 75"/>
            <p:cNvSpPr/>
            <p:nvPr/>
          </p:nvSpPr>
          <p:spPr>
            <a:xfrm>
              <a:off x="4099503" y="7146735"/>
              <a:ext cx="195278" cy="190016"/>
            </a:xfrm>
            <a:prstGeom prst="rect">
              <a:avLst/>
            </a:prstGeom>
            <a:solidFill>
              <a:srgbClr val="00AC9E"/>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77" name="Rectangle 76"/>
            <p:cNvSpPr/>
            <p:nvPr/>
          </p:nvSpPr>
          <p:spPr>
            <a:xfrm>
              <a:off x="4339372" y="7146735"/>
              <a:ext cx="195278" cy="190016"/>
            </a:xfrm>
            <a:prstGeom prst="rect">
              <a:avLst/>
            </a:prstGeom>
            <a:solidFill>
              <a:srgbClr val="FFA211"/>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grpSp>
          <p:nvGrpSpPr>
            <p:cNvPr id="78" name="Group 77"/>
            <p:cNvGrpSpPr/>
            <p:nvPr userDrawn="1"/>
          </p:nvGrpSpPr>
          <p:grpSpPr>
            <a:xfrm>
              <a:off x="6400801" y="7143354"/>
              <a:ext cx="4804898" cy="276999"/>
              <a:chOff x="6311590" y="7133823"/>
              <a:chExt cx="4796677" cy="276999"/>
            </a:xfrm>
          </p:grpSpPr>
          <p:sp>
            <p:nvSpPr>
              <p:cNvPr id="82" name="Rectangle 81"/>
              <p:cNvSpPr/>
              <p:nvPr userDrawn="1"/>
            </p:nvSpPr>
            <p:spPr>
              <a:xfrm>
                <a:off x="6311590" y="7133823"/>
                <a:ext cx="457200"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l"/>
                <a:r>
                  <a:rPr lang="en-US" sz="900" b="1" baseline="0" dirty="0">
                    <a:solidFill>
                      <a:srgbClr val="929D96"/>
                    </a:solidFill>
                  </a:rPr>
                  <a:t>Footer</a:t>
                </a:r>
                <a:endParaRPr lang="en-US" sz="900" baseline="0" dirty="0">
                  <a:solidFill>
                    <a:srgbClr val="929D96"/>
                  </a:solidFill>
                </a:endParaRPr>
              </a:p>
            </p:txBody>
          </p:sp>
          <p:sp>
            <p:nvSpPr>
              <p:cNvPr id="83" name="Rectangle 82"/>
              <p:cNvSpPr/>
              <p:nvPr userDrawn="1"/>
            </p:nvSpPr>
            <p:spPr>
              <a:xfrm>
                <a:off x="6793974" y="7133823"/>
                <a:ext cx="4314293" cy="276999"/>
              </a:xfrm>
              <a:prstGeom prst="rect">
                <a:avLst/>
              </a:prstGeom>
            </p:spPr>
            <p:txBody>
              <a:bodyPr wrap="square" lIns="0" tIns="0" rIns="0" bIns="0">
                <a:spAutoFit/>
              </a:bodyPr>
              <a:lstStyle/>
              <a:p>
                <a:pPr algn="l"/>
                <a:r>
                  <a:rPr lang="en-US" sz="900" baseline="0" dirty="0">
                    <a:solidFill>
                      <a:srgbClr val="929D96"/>
                    </a:solidFill>
                    <a:sym typeface="Wingdings 3" panose="05040102010807070707" pitchFamily="18" charset="2"/>
                  </a:rPr>
                  <a:t>Never change the footer text on individual slides. Change, t</a:t>
                </a:r>
                <a:r>
                  <a:rPr lang="en-US" sz="900" baseline="0" dirty="0">
                    <a:solidFill>
                      <a:srgbClr val="929D96"/>
                    </a:solidFill>
                  </a:rPr>
                  <a:t>urn on or off by using </a:t>
                </a:r>
              </a:p>
              <a:p>
                <a:pPr algn="l"/>
                <a:r>
                  <a:rPr lang="en-US" sz="900" baseline="0" dirty="0">
                    <a:solidFill>
                      <a:srgbClr val="929D96"/>
                    </a:solidFill>
                  </a:rPr>
                  <a:t>Insert </a:t>
                </a:r>
                <a:r>
                  <a:rPr lang="en-US" sz="900" baseline="0" dirty="0">
                    <a:solidFill>
                      <a:srgbClr val="929D96"/>
                    </a:solidFill>
                    <a:sym typeface="Wingdings 3" panose="05040102010807070707" pitchFamily="18" charset="2"/>
                  </a:rPr>
                  <a:t> Header &amp; Footer Enter / change text  Click Apply All. </a:t>
                </a:r>
                <a:endParaRPr lang="en-US" sz="900" baseline="0" dirty="0">
                  <a:solidFill>
                    <a:srgbClr val="929D96"/>
                  </a:solidFill>
                </a:endParaRPr>
              </a:p>
            </p:txBody>
          </p:sp>
        </p:grpSp>
        <p:sp>
          <p:nvSpPr>
            <p:cNvPr id="79" name="Rectangle 78"/>
            <p:cNvSpPr/>
            <p:nvPr userDrawn="1"/>
          </p:nvSpPr>
          <p:spPr>
            <a:xfrm>
              <a:off x="4579241" y="7146735"/>
              <a:ext cx="195278" cy="190016"/>
            </a:xfrm>
            <a:prstGeom prst="rect">
              <a:avLst/>
            </a:prstGeom>
            <a:solidFill>
              <a:srgbClr val="C13B33"/>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80" name="Rectangle 79"/>
            <p:cNvSpPr/>
            <p:nvPr userDrawn="1"/>
          </p:nvSpPr>
          <p:spPr>
            <a:xfrm>
              <a:off x="4819110" y="7146735"/>
              <a:ext cx="195278" cy="190016"/>
            </a:xfrm>
            <a:prstGeom prst="rect">
              <a:avLst/>
            </a:prstGeom>
            <a:solidFill>
              <a:srgbClr val="297CE0"/>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200" b="0" i="0" u="none" strike="noStrike" kern="0" cap="none" spc="0" normalizeH="0" baseline="0" noProof="0" dirty="0">
                <a:ln>
                  <a:noFill/>
                </a:ln>
                <a:solidFill>
                  <a:srgbClr val="878F84"/>
                </a:solidFill>
                <a:effectLst/>
                <a:uLnTx/>
                <a:uFillTx/>
                <a:latin typeface="Akkurat Pro" pitchFamily="34" charset="0"/>
                <a:cs typeface="Arial"/>
              </a:endParaRPr>
            </a:p>
          </p:txBody>
        </p:sp>
        <p:sp>
          <p:nvSpPr>
            <p:cNvPr id="81" name="Rectangle 80"/>
            <p:cNvSpPr/>
            <p:nvPr userDrawn="1"/>
          </p:nvSpPr>
          <p:spPr>
            <a:xfrm>
              <a:off x="3379896" y="7146735"/>
              <a:ext cx="195278" cy="190016"/>
            </a:xfrm>
            <a:prstGeom prst="rect">
              <a:avLst/>
            </a:prstGeom>
            <a:solidFill>
              <a:srgbClr val="929D96"/>
            </a:solidFill>
            <a:ln>
              <a:noFill/>
            </a:ln>
            <a:effectLst>
              <a:outerShdw blurRad="12700" dist="25400" dir="2700000" sx="95000" sy="95000" algn="tl" rotWithShape="0">
                <a:prstClr val="black">
                  <a:alpha val="35000"/>
                </a:prstClr>
              </a:outerShdw>
            </a:effectLst>
          </p:spPr>
          <p:style>
            <a:lnRef idx="1">
              <a:schemeClr val="accent1"/>
            </a:lnRef>
            <a:fillRef idx="3">
              <a:schemeClr val="accent1"/>
            </a:fillRef>
            <a:effectRef idx="2">
              <a:schemeClr val="accent1"/>
            </a:effectRef>
            <a:fontRef idx="minor">
              <a:schemeClr val="lt1"/>
            </a:fontRef>
          </p:style>
          <p:txBody>
            <a:bodyPr rtlCol="0" anchor="b"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00" b="0" i="0" u="none" strike="noStrike" kern="0" cap="none" spc="0" normalizeH="0" baseline="0" noProof="0" dirty="0">
                <a:ln>
                  <a:noFill/>
                </a:ln>
                <a:solidFill>
                  <a:srgbClr val="878F84"/>
                </a:solidFill>
                <a:effectLst/>
                <a:uLnTx/>
                <a:uFillTx/>
                <a:latin typeface="Akkurat Pro" pitchFamily="34" charset="0"/>
                <a:cs typeface="Arial"/>
              </a:endParaRPr>
            </a:p>
          </p:txBody>
        </p:sp>
      </p:grpSp>
      <p:sp>
        <p:nvSpPr>
          <p:cNvPr id="2" name="Title Placeholder 1"/>
          <p:cNvSpPr>
            <a:spLocks noGrp="1"/>
          </p:cNvSpPr>
          <p:nvPr>
            <p:ph type="title"/>
          </p:nvPr>
        </p:nvSpPr>
        <p:spPr>
          <a:xfrm>
            <a:off x="609599" y="381001"/>
            <a:ext cx="10969247" cy="923920"/>
          </a:xfrm>
          <a:prstGeom prst="rect">
            <a:avLst/>
          </a:prstGeom>
        </p:spPr>
        <p:txBody>
          <a:bodyPr vert="horz" lIns="0" tIns="0" rIns="0" bIns="0" rtlCol="0" anchor="t">
            <a:noAutofit/>
          </a:bodyPr>
          <a:lstStyle/>
          <a:p>
            <a:r>
              <a:rPr lang="en-US" dirty="0"/>
              <a:t>Click to edit Master title style</a:t>
            </a:r>
          </a:p>
        </p:txBody>
      </p:sp>
      <p:sp>
        <p:nvSpPr>
          <p:cNvPr id="3" name="Text Placeholder 2"/>
          <p:cNvSpPr>
            <a:spLocks noGrp="1"/>
          </p:cNvSpPr>
          <p:nvPr>
            <p:ph type="body" idx="1"/>
          </p:nvPr>
        </p:nvSpPr>
        <p:spPr>
          <a:xfrm>
            <a:off x="609599" y="1904999"/>
            <a:ext cx="10969247" cy="3962401"/>
          </a:xfrm>
          <a:prstGeom prst="rect">
            <a:avLst/>
          </a:prstGeom>
        </p:spPr>
        <p:txBody>
          <a:bodyPr vert="horz" lIns="0" tIns="0" rIns="0" bIns="0" rtlCol="0">
            <a:normAutofit/>
          </a:bodyPr>
          <a:lstStyle/>
          <a:p>
            <a:pPr lvl="0"/>
            <a:r>
              <a:rPr lang="en-US" dirty="0"/>
              <a:t>Level 1 - Large heading/call out text</a:t>
            </a:r>
          </a:p>
          <a:p>
            <a:pPr lvl="1"/>
            <a:r>
              <a:rPr lang="en-US" dirty="0"/>
              <a:t>Level 2 - Small heading text</a:t>
            </a:r>
          </a:p>
          <a:p>
            <a:pPr lvl="2"/>
            <a:r>
              <a:rPr lang="en-US" dirty="0"/>
              <a:t>Level 3 - </a:t>
            </a:r>
            <a:r>
              <a:rPr lang="en-US" dirty="0" err="1"/>
              <a:t>Paragrah</a:t>
            </a:r>
            <a:r>
              <a:rPr lang="en-US" dirty="0"/>
              <a:t> text </a:t>
            </a:r>
          </a:p>
          <a:p>
            <a:pPr lvl="3"/>
            <a:r>
              <a:rPr lang="en-US" dirty="0"/>
              <a:t>Level 4 - Bullet tier one</a:t>
            </a:r>
          </a:p>
          <a:p>
            <a:pPr lvl="4"/>
            <a:r>
              <a:rPr lang="en-US" dirty="0"/>
              <a:t>Bullet level one</a:t>
            </a:r>
          </a:p>
          <a:p>
            <a:pPr lvl="5"/>
            <a:r>
              <a:rPr lang="en-US" dirty="0"/>
              <a:t>Bullet level two</a:t>
            </a:r>
          </a:p>
          <a:p>
            <a:pPr lvl="6"/>
            <a:r>
              <a:rPr lang="en-US" dirty="0"/>
              <a:t>Footnotes</a:t>
            </a:r>
          </a:p>
        </p:txBody>
      </p:sp>
      <p:sp>
        <p:nvSpPr>
          <p:cNvPr id="5" name="Footer Placeholder 4"/>
          <p:cNvSpPr>
            <a:spLocks noGrp="1"/>
          </p:cNvSpPr>
          <p:nvPr>
            <p:ph type="ftr" sz="quarter" idx="3"/>
          </p:nvPr>
        </p:nvSpPr>
        <p:spPr>
          <a:xfrm>
            <a:off x="1245929" y="6324599"/>
            <a:ext cx="3492500" cy="304801"/>
          </a:xfrm>
          <a:prstGeom prst="rect">
            <a:avLst/>
          </a:prstGeom>
        </p:spPr>
        <p:txBody>
          <a:bodyPr vert="horz" lIns="0" tIns="0" rIns="0" bIns="0" rtlCol="0" anchor="ctr"/>
          <a:lstStyle>
            <a:lvl1pPr algn="l">
              <a:defRPr sz="1100" i="1">
                <a:solidFill>
                  <a:srgbClr val="929D96"/>
                </a:solidFill>
              </a:defRPr>
            </a:lvl1pPr>
          </a:lstStyle>
          <a:p>
            <a:r>
              <a:rPr lang="en-US" dirty="0"/>
              <a:t>Presentation Title | Date | </a:t>
            </a:r>
            <a:r>
              <a:rPr lang="en-US" dirty="0" err="1"/>
              <a:t>Aptiv</a:t>
            </a:r>
            <a:r>
              <a:rPr lang="en-US" dirty="0"/>
              <a:t> Confidential</a:t>
            </a:r>
          </a:p>
        </p:txBody>
      </p:sp>
      <p:sp>
        <p:nvSpPr>
          <p:cNvPr id="6" name="Slide Number Placeholder 5"/>
          <p:cNvSpPr>
            <a:spLocks noGrp="1"/>
          </p:cNvSpPr>
          <p:nvPr>
            <p:ph type="sldNum" sz="quarter" idx="4"/>
          </p:nvPr>
        </p:nvSpPr>
        <p:spPr>
          <a:xfrm>
            <a:off x="618473" y="6324599"/>
            <a:ext cx="624550" cy="304802"/>
          </a:xfrm>
          <a:prstGeom prst="rect">
            <a:avLst/>
          </a:prstGeom>
        </p:spPr>
        <p:txBody>
          <a:bodyPr vert="horz" lIns="0" tIns="0" rIns="0" bIns="0" rtlCol="0" anchor="ctr"/>
          <a:lstStyle>
            <a:lvl1pPr algn="l">
              <a:defRPr sz="1100">
                <a:solidFill>
                  <a:srgbClr val="929D96"/>
                </a:solidFill>
              </a:defRPr>
            </a:lvl1pPr>
          </a:lstStyle>
          <a:p>
            <a:fld id="{B6D1532F-61F1-B941-ACDF-6BC65E0B4055}" type="slidenum">
              <a:rPr lang="en-US" smtClean="0"/>
              <a:pPr/>
              <a:t>‹#›</a:t>
            </a:fld>
            <a:endParaRPr lang="en-US" dirty="0"/>
          </a:p>
        </p:txBody>
      </p:sp>
      <p:pic>
        <p:nvPicPr>
          <p:cNvPr id="7" name="Picture 6"/>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057629" y="6304680"/>
            <a:ext cx="1600200" cy="360406"/>
          </a:xfrm>
          <a:prstGeom prst="rect">
            <a:avLst/>
          </a:prstGeom>
        </p:spPr>
      </p:pic>
      <p:cxnSp>
        <p:nvCxnSpPr>
          <p:cNvPr id="8" name="Straight Connector 7"/>
          <p:cNvCxnSpPr/>
          <p:nvPr userDrawn="1"/>
        </p:nvCxnSpPr>
        <p:spPr>
          <a:xfrm>
            <a:off x="-436811" y="5866678"/>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a:xfrm>
            <a:off x="-1505757" y="5700460"/>
            <a:ext cx="1167849" cy="142555"/>
          </a:xfrm>
          <a:prstGeom prst="rect">
            <a:avLst/>
          </a:prstGeom>
          <a:noFill/>
        </p:spPr>
        <p:txBody>
          <a:bodyPr wrap="square" lIns="0" tIns="0" rIns="0" bIns="0" rtlCol="0">
            <a:noAutofit/>
          </a:bodyPr>
          <a:lstStyle/>
          <a:p>
            <a:pPr algn="r"/>
            <a:r>
              <a:rPr lang="en-US" sz="800" dirty="0">
                <a:solidFill>
                  <a:srgbClr val="878F84"/>
                </a:solidFill>
                <a:latin typeface="+mn-lt"/>
              </a:rPr>
              <a:t>No content below the line</a:t>
            </a:r>
          </a:p>
        </p:txBody>
      </p:sp>
      <p:cxnSp>
        <p:nvCxnSpPr>
          <p:cNvPr id="10" name="Straight Connector 9"/>
          <p:cNvCxnSpPr/>
          <p:nvPr userDrawn="1"/>
        </p:nvCxnSpPr>
        <p:spPr>
          <a:xfrm>
            <a:off x="-436812" y="1905582"/>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1505757" y="1959980"/>
            <a:ext cx="1167849" cy="142555"/>
          </a:xfrm>
          <a:prstGeom prst="rect">
            <a:avLst/>
          </a:prstGeom>
          <a:noFill/>
        </p:spPr>
        <p:txBody>
          <a:bodyPr wrap="square" lIns="0" tIns="0" rIns="0" bIns="0" rtlCol="0">
            <a:noAutofit/>
          </a:bodyPr>
          <a:lstStyle/>
          <a:p>
            <a:pPr algn="r"/>
            <a:r>
              <a:rPr lang="en-US" sz="800" dirty="0">
                <a:solidFill>
                  <a:srgbClr val="878F84"/>
                </a:solidFill>
                <a:latin typeface="+mn-lt"/>
              </a:rPr>
              <a:t>No content above the line</a:t>
            </a:r>
          </a:p>
        </p:txBody>
      </p:sp>
      <p:cxnSp>
        <p:nvCxnSpPr>
          <p:cNvPr id="12" name="Straight Connector 11"/>
          <p:cNvCxnSpPr/>
          <p:nvPr userDrawn="1"/>
        </p:nvCxnSpPr>
        <p:spPr>
          <a:xfrm>
            <a:off x="-239002" y="1905000"/>
            <a:ext cx="0" cy="3956237"/>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1505756" y="3745636"/>
            <a:ext cx="1167850" cy="123111"/>
          </a:xfrm>
          <a:prstGeom prst="rect">
            <a:avLst/>
          </a:prstGeom>
          <a:noFill/>
        </p:spPr>
        <p:txBody>
          <a:bodyPr wrap="square" lIns="0" tIns="0" rIns="0" bIns="0" rtlCol="0">
            <a:spAutoFit/>
          </a:bodyPr>
          <a:lstStyle/>
          <a:p>
            <a:pPr algn="r"/>
            <a:r>
              <a:rPr lang="en-US" sz="800" b="1" dirty="0">
                <a:solidFill>
                  <a:srgbClr val="878F84"/>
                </a:solidFill>
                <a:latin typeface="+mn-lt"/>
              </a:rPr>
              <a:t>Main content area</a:t>
            </a:r>
          </a:p>
        </p:txBody>
      </p:sp>
      <p:cxnSp>
        <p:nvCxnSpPr>
          <p:cNvPr id="15" name="Straight Connector 14"/>
          <p:cNvCxnSpPr/>
          <p:nvPr userDrawn="1"/>
        </p:nvCxnSpPr>
        <p:spPr>
          <a:xfrm>
            <a:off x="-436812" y="1295400"/>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239002" y="389397"/>
            <a:ext cx="0" cy="906003"/>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userDrawn="1"/>
        </p:nvSpPr>
        <p:spPr>
          <a:xfrm>
            <a:off x="-1505757" y="776834"/>
            <a:ext cx="1167850" cy="123111"/>
          </a:xfrm>
          <a:prstGeom prst="rect">
            <a:avLst/>
          </a:prstGeom>
          <a:noFill/>
        </p:spPr>
        <p:txBody>
          <a:bodyPr wrap="square" lIns="0" tIns="0" rIns="0" bIns="0" rtlCol="0">
            <a:spAutoFit/>
          </a:bodyPr>
          <a:lstStyle/>
          <a:p>
            <a:pPr algn="r"/>
            <a:r>
              <a:rPr lang="en-US" sz="800" b="1" dirty="0">
                <a:solidFill>
                  <a:srgbClr val="878F84"/>
                </a:solidFill>
                <a:latin typeface="+mn-lt"/>
              </a:rPr>
              <a:t>Slide title area</a:t>
            </a:r>
          </a:p>
        </p:txBody>
      </p:sp>
      <p:cxnSp>
        <p:nvCxnSpPr>
          <p:cNvPr id="18" name="Straight Connector 17"/>
          <p:cNvCxnSpPr/>
          <p:nvPr userDrawn="1"/>
        </p:nvCxnSpPr>
        <p:spPr>
          <a:xfrm>
            <a:off x="-436812" y="389397"/>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rot="5400000" flipH="1" flipV="1">
            <a:off x="461242" y="-198967"/>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userDrawn="1"/>
        </p:nvSpPr>
        <p:spPr>
          <a:xfrm>
            <a:off x="-731995" y="-256408"/>
            <a:ext cx="1280160" cy="142555"/>
          </a:xfrm>
          <a:prstGeom prst="rect">
            <a:avLst/>
          </a:prstGeom>
          <a:noFill/>
        </p:spPr>
        <p:txBody>
          <a:bodyPr wrap="square" lIns="0" tIns="0" rIns="0" bIns="0" rtlCol="0">
            <a:noAutofit/>
          </a:bodyPr>
          <a:lstStyle/>
          <a:p>
            <a:pPr algn="r"/>
            <a:r>
              <a:rPr lang="en-US" sz="800" dirty="0">
                <a:solidFill>
                  <a:srgbClr val="878F84"/>
                </a:solidFill>
                <a:latin typeface="+mn-lt"/>
              </a:rPr>
              <a:t>No content left of the line</a:t>
            </a:r>
          </a:p>
        </p:txBody>
      </p:sp>
      <p:cxnSp>
        <p:nvCxnSpPr>
          <p:cNvPr id="23" name="Straight Connector 22"/>
          <p:cNvCxnSpPr/>
          <p:nvPr userDrawn="1"/>
        </p:nvCxnSpPr>
        <p:spPr>
          <a:xfrm rot="5400000" flipH="1" flipV="1">
            <a:off x="5947642" y="-198967"/>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a:off x="12233190" y="1909404"/>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12220822" y="5866678"/>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userDrawn="1"/>
        </p:nvSpPr>
        <p:spPr>
          <a:xfrm>
            <a:off x="12523476" y="5700460"/>
            <a:ext cx="1167849" cy="142555"/>
          </a:xfrm>
          <a:prstGeom prst="rect">
            <a:avLst/>
          </a:prstGeom>
          <a:noFill/>
        </p:spPr>
        <p:txBody>
          <a:bodyPr wrap="square" lIns="0" tIns="0" rIns="0" bIns="0" rtlCol="0">
            <a:noAutofit/>
          </a:bodyPr>
          <a:lstStyle/>
          <a:p>
            <a:pPr algn="l"/>
            <a:r>
              <a:rPr lang="en-US" sz="800" dirty="0">
                <a:solidFill>
                  <a:srgbClr val="878F84"/>
                </a:solidFill>
                <a:latin typeface="+mn-lt"/>
              </a:rPr>
              <a:t>No content below the line</a:t>
            </a:r>
          </a:p>
        </p:txBody>
      </p:sp>
      <p:sp>
        <p:nvSpPr>
          <p:cNvPr id="29" name="TextBox 28"/>
          <p:cNvSpPr txBox="1"/>
          <p:nvPr userDrawn="1"/>
        </p:nvSpPr>
        <p:spPr>
          <a:xfrm>
            <a:off x="12523476" y="1959980"/>
            <a:ext cx="1167849" cy="142555"/>
          </a:xfrm>
          <a:prstGeom prst="rect">
            <a:avLst/>
          </a:prstGeom>
          <a:noFill/>
        </p:spPr>
        <p:txBody>
          <a:bodyPr wrap="square" lIns="0" tIns="0" rIns="0" bIns="0" rtlCol="0">
            <a:noAutofit/>
          </a:bodyPr>
          <a:lstStyle/>
          <a:p>
            <a:pPr algn="l"/>
            <a:r>
              <a:rPr lang="en-US" sz="800" dirty="0">
                <a:solidFill>
                  <a:srgbClr val="878F84"/>
                </a:solidFill>
                <a:latin typeface="+mn-lt"/>
              </a:rPr>
              <a:t>No content above the line</a:t>
            </a:r>
          </a:p>
        </p:txBody>
      </p:sp>
      <p:cxnSp>
        <p:nvCxnSpPr>
          <p:cNvPr id="30" name="Straight Connector 29"/>
          <p:cNvCxnSpPr/>
          <p:nvPr userDrawn="1"/>
        </p:nvCxnSpPr>
        <p:spPr>
          <a:xfrm>
            <a:off x="12418631" y="1905000"/>
            <a:ext cx="0" cy="3956237"/>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userDrawn="1"/>
        </p:nvSpPr>
        <p:spPr>
          <a:xfrm>
            <a:off x="12523477" y="3745636"/>
            <a:ext cx="1167850" cy="123111"/>
          </a:xfrm>
          <a:prstGeom prst="rect">
            <a:avLst/>
          </a:prstGeom>
          <a:noFill/>
        </p:spPr>
        <p:txBody>
          <a:bodyPr wrap="square" lIns="0" tIns="0" rIns="0" bIns="0" rtlCol="0">
            <a:spAutoFit/>
          </a:bodyPr>
          <a:lstStyle/>
          <a:p>
            <a:pPr algn="l"/>
            <a:r>
              <a:rPr lang="en-US" sz="800" b="1" dirty="0">
                <a:solidFill>
                  <a:srgbClr val="878F84"/>
                </a:solidFill>
                <a:latin typeface="+mn-lt"/>
              </a:rPr>
              <a:t>Main content area</a:t>
            </a:r>
          </a:p>
        </p:txBody>
      </p:sp>
      <p:cxnSp>
        <p:nvCxnSpPr>
          <p:cNvPr id="33" name="Straight Connector 32"/>
          <p:cNvCxnSpPr/>
          <p:nvPr userDrawn="1"/>
        </p:nvCxnSpPr>
        <p:spPr>
          <a:xfrm>
            <a:off x="12220821" y="1295400"/>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12418631" y="389397"/>
            <a:ext cx="0" cy="906003"/>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userDrawn="1"/>
        </p:nvSpPr>
        <p:spPr>
          <a:xfrm>
            <a:off x="12523476" y="776834"/>
            <a:ext cx="1167850" cy="123111"/>
          </a:xfrm>
          <a:prstGeom prst="rect">
            <a:avLst/>
          </a:prstGeom>
          <a:noFill/>
        </p:spPr>
        <p:txBody>
          <a:bodyPr wrap="square" lIns="0" tIns="0" rIns="0" bIns="0" rtlCol="0">
            <a:spAutoFit/>
          </a:bodyPr>
          <a:lstStyle/>
          <a:p>
            <a:pPr algn="l"/>
            <a:r>
              <a:rPr lang="en-US" sz="800" b="1" dirty="0">
                <a:solidFill>
                  <a:srgbClr val="878F84"/>
                </a:solidFill>
                <a:latin typeface="+mn-lt"/>
              </a:rPr>
              <a:t>Slide title</a:t>
            </a:r>
            <a:r>
              <a:rPr lang="en-US" sz="800" b="1" baseline="0" dirty="0">
                <a:solidFill>
                  <a:srgbClr val="878F84"/>
                </a:solidFill>
                <a:latin typeface="+mn-lt"/>
              </a:rPr>
              <a:t> area</a:t>
            </a:r>
            <a:endParaRPr lang="en-US" sz="800" b="1" dirty="0">
              <a:solidFill>
                <a:srgbClr val="878F84"/>
              </a:solidFill>
              <a:latin typeface="+mn-lt"/>
            </a:endParaRPr>
          </a:p>
        </p:txBody>
      </p:sp>
      <p:cxnSp>
        <p:nvCxnSpPr>
          <p:cNvPr id="36" name="Straight Connector 35"/>
          <p:cNvCxnSpPr/>
          <p:nvPr userDrawn="1"/>
        </p:nvCxnSpPr>
        <p:spPr>
          <a:xfrm>
            <a:off x="12220821" y="389397"/>
            <a:ext cx="395621"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userDrawn="1"/>
        </p:nvCxnSpPr>
        <p:spPr>
          <a:xfrm rot="5400000" flipH="1" flipV="1">
            <a:off x="11439470" y="-198967"/>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userDrawn="1"/>
        </p:nvSpPr>
        <p:spPr>
          <a:xfrm>
            <a:off x="11649264" y="-276585"/>
            <a:ext cx="1280160" cy="142555"/>
          </a:xfrm>
          <a:prstGeom prst="rect">
            <a:avLst/>
          </a:prstGeom>
          <a:noFill/>
        </p:spPr>
        <p:txBody>
          <a:bodyPr wrap="square" lIns="0" tIns="0" rIns="0" bIns="0" rtlCol="0">
            <a:noAutofit/>
          </a:bodyPr>
          <a:lstStyle/>
          <a:p>
            <a:pPr algn="l"/>
            <a:r>
              <a:rPr lang="en-US" sz="800" dirty="0">
                <a:solidFill>
                  <a:srgbClr val="878F84"/>
                </a:solidFill>
                <a:latin typeface="+mn-lt"/>
              </a:rPr>
              <a:t>No content right of the line</a:t>
            </a:r>
          </a:p>
        </p:txBody>
      </p:sp>
      <p:cxnSp>
        <p:nvCxnSpPr>
          <p:cNvPr id="58" name="Straight Connector 57"/>
          <p:cNvCxnSpPr/>
          <p:nvPr userDrawn="1"/>
        </p:nvCxnSpPr>
        <p:spPr>
          <a:xfrm rot="5400000" flipH="1" flipV="1">
            <a:off x="5947642" y="7038488"/>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rot="5400000" flipH="1" flipV="1">
            <a:off x="461242" y="7038488"/>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userDrawn="1"/>
        </p:nvCxnSpPr>
        <p:spPr>
          <a:xfrm rot="5400000" flipH="1" flipV="1">
            <a:off x="11439470" y="7038488"/>
            <a:ext cx="296716" cy="0"/>
          </a:xfrm>
          <a:prstGeom prst="line">
            <a:avLst/>
          </a:prstGeom>
          <a:ln w="12700">
            <a:solidFill>
              <a:srgbClr val="878F84"/>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userDrawn="1"/>
        </p:nvSpPr>
        <p:spPr>
          <a:xfrm>
            <a:off x="694907" y="-793618"/>
            <a:ext cx="10798629" cy="369332"/>
          </a:xfrm>
          <a:prstGeom prst="rect">
            <a:avLst/>
          </a:prstGeom>
          <a:noFill/>
        </p:spPr>
        <p:txBody>
          <a:bodyPr wrap="square" rtlCol="0">
            <a:spAutoFit/>
          </a:bodyPr>
          <a:lstStyle/>
          <a:p>
            <a:r>
              <a:rPr lang="en-US" b="1" dirty="0">
                <a:solidFill>
                  <a:schemeClr val="accent1"/>
                </a:solidFill>
              </a:rPr>
              <a:t>FOR INSTRUCTIONAL</a:t>
            </a:r>
            <a:r>
              <a:rPr lang="en-US" b="1" baseline="0" dirty="0">
                <a:solidFill>
                  <a:schemeClr val="accent1"/>
                </a:solidFill>
              </a:rPr>
              <a:t> USE ONLY. </a:t>
            </a:r>
            <a:r>
              <a:rPr lang="en-US" b="1" dirty="0">
                <a:solidFill>
                  <a:schemeClr val="accent1"/>
                </a:solidFill>
              </a:rPr>
              <a:t>DO NOT USE THIS</a:t>
            </a:r>
            <a:r>
              <a:rPr lang="en-US" b="1" baseline="0" dirty="0">
                <a:solidFill>
                  <a:schemeClr val="accent1"/>
                </a:solidFill>
              </a:rPr>
              <a:t> THEME TO CREATE YOUR PRESENTATION. </a:t>
            </a:r>
            <a:endParaRPr lang="en-US" b="1" dirty="0">
              <a:solidFill>
                <a:schemeClr val="accent1"/>
              </a:solidFill>
            </a:endParaRPr>
          </a:p>
        </p:txBody>
      </p:sp>
    </p:spTree>
    <p:extLst>
      <p:ext uri="{BB962C8B-B14F-4D97-AF65-F5344CB8AC3E}">
        <p14:creationId xmlns:p14="http://schemas.microsoft.com/office/powerpoint/2010/main" val="165440700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20" r:id="rId4"/>
    <p:sldLayoutId id="2147483814" r:id="rId5"/>
  </p:sldLayoutIdLst>
  <p:hf hdr="0" dt="0"/>
  <p:txStyles>
    <p:titleStyle>
      <a:lvl1pPr algn="l" defTabSz="914400" rtl="0" eaLnBrk="1" latinLnBrk="0" hangingPunct="1">
        <a:lnSpc>
          <a:spcPct val="100000"/>
        </a:lnSpc>
        <a:spcBef>
          <a:spcPct val="0"/>
        </a:spcBef>
        <a:buNone/>
        <a:defRPr sz="36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Tx/>
        <a:buNone/>
        <a:defRPr sz="3600" b="1" kern="1200" baseline="0">
          <a:solidFill>
            <a:schemeClr val="tx1"/>
          </a:solidFill>
          <a:latin typeface="+mn-lt"/>
          <a:ea typeface="+mn-ea"/>
          <a:cs typeface="+mn-cs"/>
        </a:defRPr>
      </a:lvl1pPr>
      <a:lvl2pPr marL="0" indent="0" algn="l" defTabSz="914400" rtl="0" eaLnBrk="1" latinLnBrk="0" hangingPunct="1">
        <a:lnSpc>
          <a:spcPct val="100000"/>
        </a:lnSpc>
        <a:spcBef>
          <a:spcPts val="1200"/>
        </a:spcBef>
        <a:buFontTx/>
        <a:buNone/>
        <a:defRPr sz="2400" b="1" kern="1200" baseline="0">
          <a:solidFill>
            <a:schemeClr val="tx1"/>
          </a:solidFill>
          <a:latin typeface="+mn-lt"/>
          <a:ea typeface="+mn-ea"/>
          <a:cs typeface="+mn-cs"/>
        </a:defRPr>
      </a:lvl2pPr>
      <a:lvl3pPr marL="0" indent="0" algn="l" defTabSz="914400" rtl="0" eaLnBrk="1" latinLnBrk="0" hangingPunct="1">
        <a:lnSpc>
          <a:spcPct val="100000"/>
        </a:lnSpc>
        <a:spcBef>
          <a:spcPts val="1200"/>
        </a:spcBef>
        <a:buFontTx/>
        <a:buNone/>
        <a:defRPr sz="2400" b="0" kern="1200" baseline="0">
          <a:solidFill>
            <a:schemeClr val="tx1"/>
          </a:solidFill>
          <a:latin typeface="+mn-lt"/>
          <a:ea typeface="+mn-ea"/>
          <a:cs typeface="+mn-cs"/>
        </a:defRPr>
      </a:lvl3pPr>
      <a:lvl4pPr marL="285750" indent="-285750" algn="l" defTabSz="914400" rtl="0" eaLnBrk="1" latinLnBrk="0" hangingPunct="1">
        <a:lnSpc>
          <a:spcPct val="100000"/>
        </a:lnSpc>
        <a:spcBef>
          <a:spcPts val="1200"/>
        </a:spcBef>
        <a:buClr>
          <a:schemeClr val="accent1"/>
        </a:buClr>
        <a:buSzPct val="125000"/>
        <a:buFont typeface="Arial" charset="0"/>
        <a:buChar char="•"/>
        <a:defRPr sz="2400" kern="1200" baseline="0">
          <a:solidFill>
            <a:schemeClr val="tx1"/>
          </a:solidFill>
          <a:latin typeface="+mn-lt"/>
          <a:ea typeface="+mn-ea"/>
          <a:cs typeface="+mn-cs"/>
        </a:defRPr>
      </a:lvl4pPr>
      <a:lvl5pPr marL="457200" indent="-228600" algn="l" defTabSz="914400" rtl="0" eaLnBrk="1" latinLnBrk="0" hangingPunct="1">
        <a:lnSpc>
          <a:spcPct val="100000"/>
        </a:lnSpc>
        <a:spcBef>
          <a:spcPts val="1200"/>
        </a:spcBef>
        <a:buClr>
          <a:schemeClr val="tx1"/>
        </a:buClr>
        <a:buSzPct val="100000"/>
        <a:buFont typeface="Arial" charset="0"/>
        <a:buChar char="•"/>
        <a:defRPr sz="2200" kern="1200" baseline="0">
          <a:solidFill>
            <a:schemeClr val="tx1"/>
          </a:solidFill>
          <a:latin typeface="+mn-lt"/>
          <a:ea typeface="+mn-ea"/>
          <a:cs typeface="+mn-cs"/>
        </a:defRPr>
      </a:lvl5pPr>
      <a:lvl6pPr marL="685800" indent="-228600" algn="l" defTabSz="914400" rtl="0" eaLnBrk="1" latinLnBrk="0" hangingPunct="1">
        <a:lnSpc>
          <a:spcPct val="100000"/>
        </a:lnSpc>
        <a:spcBef>
          <a:spcPts val="1200"/>
        </a:spcBef>
        <a:buClr>
          <a:schemeClr val="tx1"/>
        </a:buClr>
        <a:buSzPct val="100000"/>
        <a:buFont typeface=".AppleSystemUIFont" charset="-120"/>
        <a:buChar char="-"/>
        <a:defRPr sz="2000" kern="1200" baseline="0">
          <a:solidFill>
            <a:schemeClr val="tx1"/>
          </a:solidFill>
          <a:latin typeface="+mn-lt"/>
          <a:ea typeface="+mn-ea"/>
          <a:cs typeface="+mn-cs"/>
        </a:defRPr>
      </a:lvl6pPr>
      <a:lvl7pPr marL="0" indent="0" algn="l" defTabSz="914400" rtl="0" eaLnBrk="1" latinLnBrk="0" hangingPunct="1">
        <a:lnSpc>
          <a:spcPct val="90000"/>
        </a:lnSpc>
        <a:spcBef>
          <a:spcPts val="1200"/>
        </a:spcBef>
        <a:buFontTx/>
        <a:buNone/>
        <a:defRPr sz="1800" i="1" kern="1200">
          <a:solidFill>
            <a:srgbClr val="929D96"/>
          </a:solidFill>
          <a:latin typeface="+mn-lt"/>
          <a:ea typeface="+mn-ea"/>
          <a:cs typeface="+mn-cs"/>
        </a:defRPr>
      </a:lvl7pPr>
      <a:lvl8pPr marL="0" indent="0" algn="l" defTabSz="914400" rtl="0" eaLnBrk="1" latinLnBrk="0" hangingPunct="1">
        <a:lnSpc>
          <a:spcPct val="100000"/>
        </a:lnSpc>
        <a:spcBef>
          <a:spcPts val="1200"/>
        </a:spcBef>
        <a:buFontTx/>
        <a:buNone/>
        <a:defRPr sz="1600" b="0" i="1" kern="1200" baseline="0">
          <a:solidFill>
            <a:schemeClr val="accent4"/>
          </a:solidFill>
          <a:latin typeface="+mn-lt"/>
          <a:ea typeface="+mn-ea"/>
          <a:cs typeface="+mn-cs"/>
        </a:defRPr>
      </a:lvl8pPr>
      <a:lvl9pPr marL="0" indent="0" algn="l" defTabSz="914400" rtl="0" eaLnBrk="1" latinLnBrk="0" hangingPunct="1">
        <a:lnSpc>
          <a:spcPct val="90000"/>
        </a:lnSpc>
        <a:spcBef>
          <a:spcPts val="500"/>
        </a:spcBef>
        <a:buFontTx/>
        <a:buNone/>
        <a:defRPr sz="20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68">
          <p15:clr>
            <a:srgbClr val="A4A3A4"/>
          </p15:clr>
        </p15:guide>
        <p15:guide id="2" pos="4032">
          <p15:clr>
            <a:srgbClr val="A4A3A4"/>
          </p15:clr>
        </p15:guide>
        <p15:guide id="3" pos="3264">
          <p15:clr>
            <a:srgbClr val="A4A3A4"/>
          </p15:clr>
        </p15:guide>
        <p15:guide id="4" pos="4224">
          <p15:clr>
            <a:srgbClr val="A4A3A4"/>
          </p15:clr>
        </p15:guide>
        <p15:guide id="5" pos="3456">
          <p15:clr>
            <a:srgbClr val="A4A3A4"/>
          </p15:clr>
        </p15:guide>
        <p15:guide id="6" pos="4416">
          <p15:clr>
            <a:srgbClr val="A4A3A4"/>
          </p15:clr>
        </p15:guide>
        <p15:guide id="7" pos="3072">
          <p15:clr>
            <a:srgbClr val="A4A3A4"/>
          </p15:clr>
        </p15:guide>
        <p15:guide id="8" pos="4608">
          <p15:clr>
            <a:srgbClr val="A4A3A4"/>
          </p15:clr>
        </p15:guide>
        <p15:guide id="9" pos="2880">
          <p15:clr>
            <a:srgbClr val="A4A3A4"/>
          </p15:clr>
        </p15:guide>
        <p15:guide id="10" pos="4800">
          <p15:clr>
            <a:srgbClr val="A4A3A4"/>
          </p15:clr>
        </p15:guide>
        <p15:guide id="11" pos="2688">
          <p15:clr>
            <a:srgbClr val="A4A3A4"/>
          </p15:clr>
        </p15:guide>
        <p15:guide id="12" pos="4992">
          <p15:clr>
            <a:srgbClr val="A4A3A4"/>
          </p15:clr>
        </p15:guide>
        <p15:guide id="13" pos="2496">
          <p15:clr>
            <a:srgbClr val="A4A3A4"/>
          </p15:clr>
        </p15:guide>
        <p15:guide id="14" pos="5184">
          <p15:clr>
            <a:srgbClr val="A4A3A4"/>
          </p15:clr>
        </p15:guide>
        <p15:guide id="15" pos="2304">
          <p15:clr>
            <a:srgbClr val="A4A3A4"/>
          </p15:clr>
        </p15:guide>
        <p15:guide id="16" pos="5376">
          <p15:clr>
            <a:srgbClr val="A4A3A4"/>
          </p15:clr>
        </p15:guide>
        <p15:guide id="17" pos="2112">
          <p15:clr>
            <a:srgbClr val="F26B43"/>
          </p15:clr>
        </p15:guide>
        <p15:guide id="18" pos="5568">
          <p15:clr>
            <a:srgbClr val="F26B43"/>
          </p15:clr>
        </p15:guide>
        <p15:guide id="19" pos="1920">
          <p15:clr>
            <a:srgbClr val="A4A3A4"/>
          </p15:clr>
        </p15:guide>
        <p15:guide id="20" pos="5760">
          <p15:clr>
            <a:srgbClr val="A4A3A4"/>
          </p15:clr>
        </p15:guide>
        <p15:guide id="21" pos="1728">
          <p15:clr>
            <a:srgbClr val="A4A3A4"/>
          </p15:clr>
        </p15:guide>
        <p15:guide id="22" orient="horz" pos="1776">
          <p15:clr>
            <a:srgbClr val="A4A3A4"/>
          </p15:clr>
        </p15:guide>
        <p15:guide id="23" pos="5952">
          <p15:clr>
            <a:srgbClr val="A4A3A4"/>
          </p15:clr>
        </p15:guide>
        <p15:guide id="24" pos="1536">
          <p15:clr>
            <a:srgbClr val="A4A3A4"/>
          </p15:clr>
        </p15:guide>
        <p15:guide id="25" pos="6144">
          <p15:clr>
            <a:srgbClr val="A4A3A4"/>
          </p15:clr>
        </p15:guide>
        <p15:guide id="26" pos="1344">
          <p15:clr>
            <a:srgbClr val="A4A3A4"/>
          </p15:clr>
        </p15:guide>
        <p15:guide id="27" pos="6336">
          <p15:clr>
            <a:srgbClr val="A4A3A4"/>
          </p15:clr>
        </p15:guide>
        <p15:guide id="28" pos="1152">
          <p15:clr>
            <a:srgbClr val="A4A3A4"/>
          </p15:clr>
        </p15:guide>
        <p15:guide id="29" pos="6528">
          <p15:clr>
            <a:srgbClr val="A4A3A4"/>
          </p15:clr>
        </p15:guide>
        <p15:guide id="30" pos="960">
          <p15:clr>
            <a:srgbClr val="A4A3A4"/>
          </p15:clr>
        </p15:guide>
        <p15:guide id="31" pos="6720">
          <p15:clr>
            <a:srgbClr val="A4A3A4"/>
          </p15:clr>
        </p15:guide>
        <p15:guide id="32" pos="768">
          <p15:clr>
            <a:srgbClr val="A4A3A4"/>
          </p15:clr>
        </p15:guide>
        <p15:guide id="33" pos="6912">
          <p15:clr>
            <a:srgbClr val="A4A3A4"/>
          </p15:clr>
        </p15:guide>
        <p15:guide id="34" pos="576">
          <p15:clr>
            <a:srgbClr val="A4A3A4"/>
          </p15:clr>
        </p15:guide>
        <p15:guide id="35" pos="7104">
          <p15:clr>
            <a:srgbClr val="A4A3A4"/>
          </p15:clr>
        </p15:guide>
        <p15:guide id="36" pos="384">
          <p15:clr>
            <a:srgbClr val="F26B43"/>
          </p15:clr>
        </p15:guide>
        <p15:guide id="37" pos="7296">
          <p15:clr>
            <a:srgbClr val="F26B43"/>
          </p15:clr>
        </p15:guide>
        <p15:guide id="38" pos="192">
          <p15:clr>
            <a:srgbClr val="A4A3A4"/>
          </p15:clr>
        </p15:guide>
        <p15:guide id="39" pos="7488">
          <p15:clr>
            <a:srgbClr val="A4A3A4"/>
          </p15:clr>
        </p15:guide>
        <p15:guide id="41" orient="horz" pos="2544">
          <p15:clr>
            <a:srgbClr val="A4A3A4"/>
          </p15:clr>
        </p15:guide>
        <p15:guide id="42" orient="horz" pos="1584">
          <p15:clr>
            <a:srgbClr val="A4A3A4"/>
          </p15:clr>
        </p15:guide>
        <p15:guide id="43" orient="horz" pos="2736">
          <p15:clr>
            <a:srgbClr val="A4A3A4"/>
          </p15:clr>
        </p15:guide>
        <p15:guide id="44" orient="horz" pos="1392">
          <p15:clr>
            <a:srgbClr val="A4A3A4"/>
          </p15:clr>
        </p15:guide>
        <p15:guide id="45" orient="horz" pos="2928">
          <p15:clr>
            <a:srgbClr val="A4A3A4"/>
          </p15:clr>
        </p15:guide>
        <p15:guide id="46" orient="horz" pos="1200">
          <p15:clr>
            <a:srgbClr val="F26B43"/>
          </p15:clr>
        </p15:guide>
        <p15:guide id="47" orient="horz" pos="3120">
          <p15:clr>
            <a:srgbClr val="A4A3A4"/>
          </p15:clr>
        </p15:guide>
        <p15:guide id="48" orient="horz" pos="1008">
          <p15:clr>
            <a:srgbClr val="A4A3A4"/>
          </p15:clr>
        </p15:guide>
        <p15:guide id="49" orient="horz" pos="3312">
          <p15:clr>
            <a:srgbClr val="A4A3A4"/>
          </p15:clr>
        </p15:guide>
        <p15:guide id="50" orient="horz" pos="816">
          <p15:clr>
            <a:srgbClr val="F26B43"/>
          </p15:clr>
        </p15:guide>
        <p15:guide id="51" orient="horz" pos="3504">
          <p15:clr>
            <a:srgbClr val="A4A3A4"/>
          </p15:clr>
        </p15:guide>
        <p15:guide id="52" orient="horz" pos="624">
          <p15:clr>
            <a:srgbClr val="A4A3A4"/>
          </p15:clr>
        </p15:guide>
        <p15:guide id="53" orient="horz" pos="3696">
          <p15:clr>
            <a:srgbClr val="F26B43"/>
          </p15:clr>
        </p15:guide>
        <p15:guide id="54" orient="horz" pos="432">
          <p15:clr>
            <a:srgbClr val="A4A3A4"/>
          </p15:clr>
        </p15:guide>
        <p15:guide id="55" orient="horz" pos="3888">
          <p15:clr>
            <a:srgbClr val="A4A3A4"/>
          </p15:clr>
        </p15:guide>
        <p15:guide id="56" orient="horz" pos="240">
          <p15:clr>
            <a:srgbClr val="F26B43"/>
          </p15:clr>
        </p15:guide>
        <p15:guide id="57" orient="horz" pos="4080">
          <p15:clr>
            <a:srgbClr val="A4A3A4"/>
          </p15:clr>
        </p15:guide>
        <p15:guide id="58" orient="horz" pos="48">
          <p15:clr>
            <a:srgbClr val="A4A3A4"/>
          </p15:clr>
        </p15:guide>
        <p15:guide id="59" orient="horz" pos="4272">
          <p15:clr>
            <a:srgbClr val="A4A3A4"/>
          </p15:clr>
        </p15:guide>
        <p15:guide id="61" orient="horz" pos="2352">
          <p15:clr>
            <a:srgbClr val="A4A3A4"/>
          </p15:clr>
        </p15:guide>
        <p15:guide id="62" orient="horz" pos="2160">
          <p15:clr>
            <a:srgbClr val="F26B43"/>
          </p15:clr>
        </p15:guide>
        <p15:guide id="63" pos="3840">
          <p15:clr>
            <a:srgbClr val="F26B43"/>
          </p15:clr>
        </p15:guide>
        <p15:guide id="64" pos="3648">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OpenSimulationInterface/open-simulation-interface" TargetMode="External"/><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hyperlink" Target="https://opensimulationinterface.github.io/open-simulation-interface/annotated.html" TargetMode="External"/><Relationship Id="rId2" Type="http://schemas.openxmlformats.org/officeDocument/2006/relationships/hyperlink" Target="https://opensimulationinterface.github.io/open-simulation-interface/index.html" TargetMode="External"/><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2" Type="http://schemas.openxmlformats.org/officeDocument/2006/relationships/hyperlink" Target="https://fmi-standard.org/" TargetMode="External"/><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8.xml"/><Relationship Id="rId5" Type="http://schemas.openxmlformats.org/officeDocument/2006/relationships/hyperlink" Target="https://creativecommons.org/licenses/by-nc-nd/3.0/" TargetMode="External"/><Relationship Id="rId4" Type="http://schemas.openxmlformats.org/officeDocument/2006/relationships/hyperlink" Target="https://askleo.com/why-spammers-love-zip-files-and-how-you-need-to-stay-safe/"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bin"/><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hyperlink" Target="https://fmi-standard.org/docs/3.0/#table-subscripts" TargetMode="External"/><Relationship Id="rId2" Type="http://schemas.openxmlformats.org/officeDocument/2006/relationships/hyperlink" Target="https://fmi-standard.org/docs/3.0/#fmi-for-model-exchange" TargetMode="External"/><Relationship Id="rId1" Type="http://schemas.openxmlformats.org/officeDocument/2006/relationships/slideLayout" Target="../slideLayouts/slideLayout18.xml"/><Relationship Id="rId5" Type="http://schemas.openxmlformats.org/officeDocument/2006/relationships/hyperlink" Target="https://fmi-standard.org/docs/3.0/#fmi-for-scheduled-execution" TargetMode="External"/><Relationship Id="rId4" Type="http://schemas.openxmlformats.org/officeDocument/2006/relationships/hyperlink" Target="https://fmi-standard.org/docs/3.0/#fmi-for-co-simulation"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2" Type="http://schemas.openxmlformats.org/officeDocument/2006/relationships/hyperlink" Target="https://www.digitalocean.com/community/tutorials/how-to-work-with-the-zeromq-messaging-library#about" TargetMode="External"/><Relationship Id="rId1" Type="http://schemas.openxmlformats.org/officeDocument/2006/relationships/slideLayout" Target="../slideLayouts/slideLayout5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D608BB0-E83F-4357-81C7-D5FA14FB0EA4}"/>
              </a:ext>
            </a:extLst>
          </p:cNvPr>
          <p:cNvSpPr>
            <a:spLocks noGrp="1"/>
          </p:cNvSpPr>
          <p:nvPr>
            <p:ph type="body" sz="quarter" idx="10"/>
          </p:nvPr>
        </p:nvSpPr>
        <p:spPr>
          <a:xfrm>
            <a:off x="679938" y="1415396"/>
            <a:ext cx="10489507" cy="1397977"/>
          </a:xfrm>
        </p:spPr>
        <p:txBody>
          <a:bodyPr>
            <a:normAutofit/>
          </a:bodyPr>
          <a:lstStyle/>
          <a:p>
            <a:r>
              <a:rPr lang="en-US" sz="3600" dirty="0"/>
              <a:t>Overview On Virtual Validation and Dependent Libraries</a:t>
            </a:r>
          </a:p>
          <a:p>
            <a:endParaRPr lang="en-US" sz="3600" dirty="0"/>
          </a:p>
        </p:txBody>
      </p:sp>
      <p:sp>
        <p:nvSpPr>
          <p:cNvPr id="4" name="Text Placeholder 3">
            <a:extLst>
              <a:ext uri="{FF2B5EF4-FFF2-40B4-BE49-F238E27FC236}">
                <a16:creationId xmlns:a16="http://schemas.microsoft.com/office/drawing/2014/main" id="{E8CD0B99-CFAB-4F7B-A54A-975DC918739A}"/>
              </a:ext>
            </a:extLst>
          </p:cNvPr>
          <p:cNvSpPr>
            <a:spLocks noGrp="1"/>
          </p:cNvSpPr>
          <p:nvPr>
            <p:ph type="body" sz="quarter" idx="15"/>
          </p:nvPr>
        </p:nvSpPr>
        <p:spPr>
          <a:xfrm>
            <a:off x="679939" y="388374"/>
            <a:ext cx="2743200" cy="304800"/>
          </a:xfrm>
        </p:spPr>
        <p:txBody>
          <a:bodyPr/>
          <a:lstStyle/>
          <a:p>
            <a:r>
              <a:rPr lang="en-US" dirty="0"/>
              <a:t>&lt;20-Feb 2023&gt;</a:t>
            </a:r>
          </a:p>
        </p:txBody>
      </p:sp>
      <p:sp>
        <p:nvSpPr>
          <p:cNvPr id="2" name="TextBox 1">
            <a:extLst>
              <a:ext uri="{FF2B5EF4-FFF2-40B4-BE49-F238E27FC236}">
                <a16:creationId xmlns:a16="http://schemas.microsoft.com/office/drawing/2014/main" id="{4E646391-C2ED-4D05-8AA3-51D56758A3D2}"/>
              </a:ext>
            </a:extLst>
          </p:cNvPr>
          <p:cNvSpPr txBox="1"/>
          <p:nvPr/>
        </p:nvSpPr>
        <p:spPr>
          <a:xfrm>
            <a:off x="679939" y="2998039"/>
            <a:ext cx="1595309" cy="369332"/>
          </a:xfrm>
          <a:prstGeom prst="rect">
            <a:avLst/>
          </a:prstGeom>
          <a:noFill/>
        </p:spPr>
        <p:txBody>
          <a:bodyPr wrap="none" rtlCol="0">
            <a:spAutoFit/>
          </a:bodyPr>
          <a:lstStyle/>
          <a:p>
            <a:r>
              <a:rPr lang="en-US" dirty="0">
                <a:effectLst>
                  <a:outerShdw blurRad="38100" dist="38100" dir="2700000" algn="tl">
                    <a:srgbClr val="000000">
                      <a:alpha val="43137"/>
                    </a:srgbClr>
                  </a:outerShdw>
                </a:effectLst>
              </a:rPr>
              <a:t>Abhishek U H</a:t>
            </a:r>
          </a:p>
        </p:txBody>
      </p:sp>
    </p:spTree>
    <p:extLst>
      <p:ext uri="{BB962C8B-B14F-4D97-AF65-F5344CB8AC3E}">
        <p14:creationId xmlns:p14="http://schemas.microsoft.com/office/powerpoint/2010/main" val="4021977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4F397-26EF-40DD-BA4F-7EE9AB44058A}"/>
              </a:ext>
            </a:extLst>
          </p:cNvPr>
          <p:cNvSpPr>
            <a:spLocks noGrp="1"/>
          </p:cNvSpPr>
          <p:nvPr>
            <p:ph type="title"/>
          </p:nvPr>
        </p:nvSpPr>
        <p:spPr/>
        <p:txBody>
          <a:bodyPr/>
          <a:lstStyle/>
          <a:p>
            <a:r>
              <a:rPr lang="en-US" dirty="0"/>
              <a:t>Simulator-Model Environment Critical Areas</a:t>
            </a:r>
          </a:p>
        </p:txBody>
      </p:sp>
      <p:sp>
        <p:nvSpPr>
          <p:cNvPr id="3" name="Footer Placeholder 2">
            <a:extLst>
              <a:ext uri="{FF2B5EF4-FFF2-40B4-BE49-F238E27FC236}">
                <a16:creationId xmlns:a16="http://schemas.microsoft.com/office/drawing/2014/main" id="{DE0FE07D-67D6-439F-B43E-1A24C172CAA3}"/>
              </a:ext>
            </a:extLst>
          </p:cNvPr>
          <p:cNvSpPr>
            <a:spLocks noGrp="1"/>
          </p:cNvSpPr>
          <p:nvPr>
            <p:ph type="ftr" sz="quarter" idx="10"/>
          </p:nvPr>
        </p:nvSpPr>
        <p:spPr/>
        <p:txBody>
          <a:bodyPr/>
          <a:lstStyle/>
          <a:p>
            <a:r>
              <a:rPr lang="en-US" dirty="0"/>
              <a:t>Presentation Title | Date | Aptiv Confidential</a:t>
            </a:r>
          </a:p>
        </p:txBody>
      </p:sp>
      <p:sp>
        <p:nvSpPr>
          <p:cNvPr id="4" name="Slide Number Placeholder 3">
            <a:extLst>
              <a:ext uri="{FF2B5EF4-FFF2-40B4-BE49-F238E27FC236}">
                <a16:creationId xmlns:a16="http://schemas.microsoft.com/office/drawing/2014/main" id="{CADD548B-5B0A-4A9D-B528-16BEE20C0A98}"/>
              </a:ext>
            </a:extLst>
          </p:cNvPr>
          <p:cNvSpPr>
            <a:spLocks noGrp="1"/>
          </p:cNvSpPr>
          <p:nvPr>
            <p:ph type="sldNum" sz="quarter" idx="11"/>
          </p:nvPr>
        </p:nvSpPr>
        <p:spPr/>
        <p:txBody>
          <a:bodyPr/>
          <a:lstStyle/>
          <a:p>
            <a:fld id="{B6D1532F-61F1-B941-ACDF-6BC65E0B4055}" type="slidenum">
              <a:rPr lang="en-US" smtClean="0"/>
              <a:pPr/>
              <a:t>2</a:t>
            </a:fld>
            <a:endParaRPr lang="en-US" dirty="0"/>
          </a:p>
        </p:txBody>
      </p:sp>
      <p:sp>
        <p:nvSpPr>
          <p:cNvPr id="5" name="TextBox 4">
            <a:extLst>
              <a:ext uri="{FF2B5EF4-FFF2-40B4-BE49-F238E27FC236}">
                <a16:creationId xmlns:a16="http://schemas.microsoft.com/office/drawing/2014/main" id="{8F613C5F-7848-4555-97E1-336BE8F44FB3}"/>
              </a:ext>
            </a:extLst>
          </p:cNvPr>
          <p:cNvSpPr txBox="1"/>
          <p:nvPr/>
        </p:nvSpPr>
        <p:spPr>
          <a:xfrm>
            <a:off x="558704" y="1304921"/>
            <a:ext cx="10780515" cy="4093428"/>
          </a:xfrm>
          <a:prstGeom prst="rect">
            <a:avLst/>
          </a:prstGeom>
          <a:noFill/>
        </p:spPr>
        <p:txBody>
          <a:bodyPr wrap="none" rtlCol="0">
            <a:spAutoFit/>
          </a:bodyPr>
          <a:lstStyle/>
          <a:p>
            <a:r>
              <a:rPr lang="en-US" sz="2000" dirty="0"/>
              <a:t>What could be the possible blocks that you think that need a little attention for application like </a:t>
            </a:r>
          </a:p>
          <a:p>
            <a:r>
              <a:rPr lang="en-US" sz="2000" dirty="0"/>
              <a:t>VV Engine or any Simulator? !!!!</a:t>
            </a:r>
          </a:p>
          <a:p>
            <a:endParaRPr lang="en-US" sz="2000" dirty="0"/>
          </a:p>
          <a:p>
            <a:pPr marL="342900" indent="-342900">
              <a:buFontTx/>
              <a:buChar char="-"/>
            </a:pPr>
            <a:r>
              <a:rPr lang="en-US" sz="2000" dirty="0"/>
              <a:t>Defining Data – What data the application will work on!</a:t>
            </a:r>
          </a:p>
          <a:p>
            <a:endParaRPr lang="en-US" sz="2000" dirty="0"/>
          </a:p>
          <a:p>
            <a:pPr marL="342900" indent="-342900">
              <a:buFontTx/>
              <a:buChar char="-"/>
            </a:pPr>
            <a:r>
              <a:rPr lang="en-US" sz="2000" dirty="0"/>
              <a:t>Data loading – No Holes/padding .</a:t>
            </a:r>
          </a:p>
          <a:p>
            <a:pPr marL="342900" indent="-342900">
              <a:buFontTx/>
              <a:buChar char="-"/>
            </a:pPr>
            <a:r>
              <a:rPr lang="en-US" sz="2000" dirty="0"/>
              <a:t>Data Compatibility – Upward downward Compatibility.</a:t>
            </a:r>
          </a:p>
          <a:p>
            <a:pPr marL="342900" indent="-342900">
              <a:buFontTx/>
              <a:buChar char="-"/>
            </a:pPr>
            <a:r>
              <a:rPr lang="en-US" sz="2000" dirty="0"/>
              <a:t>Easy transfer of data – </a:t>
            </a:r>
            <a:br>
              <a:rPr lang="en-US" sz="2000" dirty="0"/>
            </a:br>
            <a:r>
              <a:rPr lang="en-US" sz="2000" dirty="0"/>
              <a:t>Data compression while transferring to file/ between process/dlls</a:t>
            </a:r>
          </a:p>
          <a:p>
            <a:pPr marL="342900" indent="-342900">
              <a:buFontTx/>
              <a:buChar char="-"/>
            </a:pPr>
            <a:endParaRPr lang="en-US" sz="2000" dirty="0"/>
          </a:p>
          <a:p>
            <a:pPr marL="342900" indent="-342900">
              <a:buFontTx/>
              <a:buChar char="-"/>
            </a:pPr>
            <a:r>
              <a:rPr lang="en-US" sz="2000" dirty="0"/>
              <a:t>Ease of Communication – No Data loss.</a:t>
            </a:r>
          </a:p>
          <a:p>
            <a:pPr marL="342900" indent="-342900">
              <a:buFontTx/>
              <a:buChar char="-"/>
            </a:pPr>
            <a:endParaRPr lang="en-US" sz="2000" dirty="0"/>
          </a:p>
          <a:p>
            <a:pPr marL="342900" indent="-342900">
              <a:buFontTx/>
              <a:buChar char="-"/>
            </a:pPr>
            <a:r>
              <a:rPr lang="en-US" sz="2000" dirty="0"/>
              <a:t>Ease at loading the dynamic modules – No difficulties in loading dlls</a:t>
            </a:r>
          </a:p>
        </p:txBody>
      </p:sp>
      <p:sp>
        <p:nvSpPr>
          <p:cNvPr id="6" name="Right Brace 5">
            <a:extLst>
              <a:ext uri="{FF2B5EF4-FFF2-40B4-BE49-F238E27FC236}">
                <a16:creationId xmlns:a16="http://schemas.microsoft.com/office/drawing/2014/main" id="{B123FD7B-5CF0-4CC2-B3B9-B44D2C1228FF}"/>
              </a:ext>
            </a:extLst>
          </p:cNvPr>
          <p:cNvSpPr/>
          <p:nvPr/>
        </p:nvSpPr>
        <p:spPr>
          <a:xfrm>
            <a:off x="8887085" y="2852243"/>
            <a:ext cx="692906" cy="1252330"/>
          </a:xfrm>
          <a:prstGeom prst="rightBrace">
            <a:avLst>
              <a:gd name="adj1" fmla="val 8333"/>
              <a:gd name="adj2" fmla="val 4931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Right Brace 6">
            <a:extLst>
              <a:ext uri="{FF2B5EF4-FFF2-40B4-BE49-F238E27FC236}">
                <a16:creationId xmlns:a16="http://schemas.microsoft.com/office/drawing/2014/main" id="{ADB8798A-987A-43FA-A020-5366E5AD3095}"/>
              </a:ext>
            </a:extLst>
          </p:cNvPr>
          <p:cNvSpPr/>
          <p:nvPr/>
        </p:nvSpPr>
        <p:spPr>
          <a:xfrm>
            <a:off x="8887085" y="4291076"/>
            <a:ext cx="692905" cy="3379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ight Brace 7">
            <a:extLst>
              <a:ext uri="{FF2B5EF4-FFF2-40B4-BE49-F238E27FC236}">
                <a16:creationId xmlns:a16="http://schemas.microsoft.com/office/drawing/2014/main" id="{8AB8179D-CDA0-402B-BD21-29FB808B40D8}"/>
              </a:ext>
            </a:extLst>
          </p:cNvPr>
          <p:cNvSpPr/>
          <p:nvPr/>
        </p:nvSpPr>
        <p:spPr>
          <a:xfrm>
            <a:off x="8887083" y="4943745"/>
            <a:ext cx="692905" cy="3379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A1420BF0-2187-438D-A0E8-DF6994B73FA3}"/>
              </a:ext>
            </a:extLst>
          </p:cNvPr>
          <p:cNvSpPr txBox="1"/>
          <p:nvPr/>
        </p:nvSpPr>
        <p:spPr>
          <a:xfrm>
            <a:off x="9637698" y="2247991"/>
            <a:ext cx="582211" cy="369332"/>
          </a:xfrm>
          <a:prstGeom prst="rect">
            <a:avLst/>
          </a:prstGeom>
          <a:noFill/>
        </p:spPr>
        <p:txBody>
          <a:bodyPr wrap="none" rtlCol="0">
            <a:spAutoFit/>
          </a:bodyPr>
          <a:lstStyle/>
          <a:p>
            <a:r>
              <a:rPr lang="en-US" dirty="0"/>
              <a:t>OSI</a:t>
            </a:r>
          </a:p>
        </p:txBody>
      </p:sp>
      <p:sp>
        <p:nvSpPr>
          <p:cNvPr id="10" name="TextBox 9">
            <a:extLst>
              <a:ext uri="{FF2B5EF4-FFF2-40B4-BE49-F238E27FC236}">
                <a16:creationId xmlns:a16="http://schemas.microsoft.com/office/drawing/2014/main" id="{AC9631EF-C523-42C8-A89D-7384A147A627}"/>
              </a:ext>
            </a:extLst>
          </p:cNvPr>
          <p:cNvSpPr txBox="1"/>
          <p:nvPr/>
        </p:nvSpPr>
        <p:spPr>
          <a:xfrm>
            <a:off x="9579991" y="4291076"/>
            <a:ext cx="697627" cy="369332"/>
          </a:xfrm>
          <a:prstGeom prst="rect">
            <a:avLst/>
          </a:prstGeom>
          <a:noFill/>
        </p:spPr>
        <p:txBody>
          <a:bodyPr wrap="none" rtlCol="0">
            <a:spAutoFit/>
          </a:bodyPr>
          <a:lstStyle/>
          <a:p>
            <a:r>
              <a:rPr lang="en-US" dirty="0"/>
              <a:t>ZMQ</a:t>
            </a:r>
          </a:p>
        </p:txBody>
      </p:sp>
      <p:sp>
        <p:nvSpPr>
          <p:cNvPr id="11" name="TextBox 10">
            <a:extLst>
              <a:ext uri="{FF2B5EF4-FFF2-40B4-BE49-F238E27FC236}">
                <a16:creationId xmlns:a16="http://schemas.microsoft.com/office/drawing/2014/main" id="{8ACBA870-4BDE-4BFC-AB6D-6FFD64F09740}"/>
              </a:ext>
            </a:extLst>
          </p:cNvPr>
          <p:cNvSpPr txBox="1"/>
          <p:nvPr/>
        </p:nvSpPr>
        <p:spPr>
          <a:xfrm>
            <a:off x="9597473" y="4911027"/>
            <a:ext cx="582211" cy="369332"/>
          </a:xfrm>
          <a:prstGeom prst="rect">
            <a:avLst/>
          </a:prstGeom>
          <a:noFill/>
        </p:spPr>
        <p:txBody>
          <a:bodyPr wrap="none" rtlCol="0">
            <a:spAutoFit/>
          </a:bodyPr>
          <a:lstStyle/>
          <a:p>
            <a:r>
              <a:rPr lang="en-US" dirty="0"/>
              <a:t>FMI</a:t>
            </a:r>
          </a:p>
        </p:txBody>
      </p:sp>
      <p:sp>
        <p:nvSpPr>
          <p:cNvPr id="12" name="TextBox 11">
            <a:extLst>
              <a:ext uri="{FF2B5EF4-FFF2-40B4-BE49-F238E27FC236}">
                <a16:creationId xmlns:a16="http://schemas.microsoft.com/office/drawing/2014/main" id="{753B018D-F8DB-482C-A846-1B05733506CE}"/>
              </a:ext>
            </a:extLst>
          </p:cNvPr>
          <p:cNvSpPr txBox="1"/>
          <p:nvPr/>
        </p:nvSpPr>
        <p:spPr>
          <a:xfrm>
            <a:off x="9597473" y="3351635"/>
            <a:ext cx="1796326" cy="369332"/>
          </a:xfrm>
          <a:prstGeom prst="rect">
            <a:avLst/>
          </a:prstGeom>
          <a:noFill/>
        </p:spPr>
        <p:txBody>
          <a:bodyPr wrap="none" rtlCol="0">
            <a:spAutoFit/>
          </a:bodyPr>
          <a:lstStyle/>
          <a:p>
            <a:r>
              <a:rPr lang="en-US" dirty="0"/>
              <a:t>Protocol buffers</a:t>
            </a:r>
          </a:p>
        </p:txBody>
      </p:sp>
      <p:sp>
        <p:nvSpPr>
          <p:cNvPr id="13" name="Right Brace 12">
            <a:extLst>
              <a:ext uri="{FF2B5EF4-FFF2-40B4-BE49-F238E27FC236}">
                <a16:creationId xmlns:a16="http://schemas.microsoft.com/office/drawing/2014/main" id="{BB5DE8DB-6E8A-48C0-A9A9-885178106D72}"/>
              </a:ext>
            </a:extLst>
          </p:cNvPr>
          <p:cNvSpPr/>
          <p:nvPr/>
        </p:nvSpPr>
        <p:spPr>
          <a:xfrm>
            <a:off x="8873416" y="2263692"/>
            <a:ext cx="692905" cy="3379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13">
            <a:extLst>
              <a:ext uri="{FF2B5EF4-FFF2-40B4-BE49-F238E27FC236}">
                <a16:creationId xmlns:a16="http://schemas.microsoft.com/office/drawing/2014/main" id="{004A77D6-69D3-4356-832A-5AABA0B99F0F}"/>
              </a:ext>
            </a:extLst>
          </p:cNvPr>
          <p:cNvSpPr/>
          <p:nvPr/>
        </p:nvSpPr>
        <p:spPr>
          <a:xfrm>
            <a:off x="8790304" y="1719087"/>
            <a:ext cx="2196548" cy="387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Easily available Libraries</a:t>
            </a:r>
          </a:p>
        </p:txBody>
      </p:sp>
    </p:spTree>
    <p:extLst>
      <p:ext uri="{BB962C8B-B14F-4D97-AF65-F5344CB8AC3E}">
        <p14:creationId xmlns:p14="http://schemas.microsoft.com/office/powerpoint/2010/main" val="42074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CA794-31C6-4975-9D2D-AC3BF90DA60E}"/>
              </a:ext>
            </a:extLst>
          </p:cNvPr>
          <p:cNvSpPr>
            <a:spLocks noGrp="1"/>
          </p:cNvSpPr>
          <p:nvPr>
            <p:ph type="title"/>
          </p:nvPr>
        </p:nvSpPr>
        <p:spPr>
          <a:xfrm>
            <a:off x="609599" y="381001"/>
            <a:ext cx="10969247" cy="631503"/>
          </a:xfrm>
        </p:spPr>
        <p:txBody>
          <a:bodyPr/>
          <a:lstStyle/>
          <a:p>
            <a:r>
              <a:rPr lang="en-US" sz="3600" dirty="0"/>
              <a:t>Protocol Buffers</a:t>
            </a:r>
            <a:br>
              <a:rPr lang="en-US" sz="3600" dirty="0"/>
            </a:br>
            <a:endParaRPr lang="en-US" dirty="0"/>
          </a:p>
        </p:txBody>
      </p:sp>
      <p:sp>
        <p:nvSpPr>
          <p:cNvPr id="3" name="Footer Placeholder 2">
            <a:extLst>
              <a:ext uri="{FF2B5EF4-FFF2-40B4-BE49-F238E27FC236}">
                <a16:creationId xmlns:a16="http://schemas.microsoft.com/office/drawing/2014/main" id="{B8C9C009-6081-47C1-A8AA-D9399EB0358F}"/>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535DF520-AAA7-49E0-8598-D35699719915}"/>
              </a:ext>
            </a:extLst>
          </p:cNvPr>
          <p:cNvSpPr>
            <a:spLocks noGrp="1"/>
          </p:cNvSpPr>
          <p:nvPr>
            <p:ph type="sldNum" sz="quarter" idx="11"/>
          </p:nvPr>
        </p:nvSpPr>
        <p:spPr/>
        <p:txBody>
          <a:bodyPr/>
          <a:lstStyle/>
          <a:p>
            <a:fld id="{B6D1532F-61F1-B941-ACDF-6BC65E0B4055}" type="slidenum">
              <a:rPr lang="en-US" smtClean="0"/>
              <a:pPr/>
              <a:t>3</a:t>
            </a:fld>
            <a:endParaRPr lang="en-US" dirty="0"/>
          </a:p>
        </p:txBody>
      </p:sp>
      <p:sp>
        <p:nvSpPr>
          <p:cNvPr id="6" name="TextBox 5">
            <a:extLst>
              <a:ext uri="{FF2B5EF4-FFF2-40B4-BE49-F238E27FC236}">
                <a16:creationId xmlns:a16="http://schemas.microsoft.com/office/drawing/2014/main" id="{43AA5D5F-AA90-4CD9-9877-34FBF0D19E33}"/>
              </a:ext>
            </a:extLst>
          </p:cNvPr>
          <p:cNvSpPr txBox="1"/>
          <p:nvPr/>
        </p:nvSpPr>
        <p:spPr>
          <a:xfrm>
            <a:off x="558174" y="1519439"/>
            <a:ext cx="8381629" cy="646331"/>
          </a:xfrm>
          <a:prstGeom prst="rect">
            <a:avLst/>
          </a:prstGeom>
          <a:noFill/>
        </p:spPr>
        <p:txBody>
          <a:bodyPr wrap="square">
            <a:spAutoFit/>
          </a:bodyPr>
          <a:lstStyle/>
          <a:p>
            <a:r>
              <a:rPr lang="en-US" dirty="0"/>
              <a:t>Let's say we have C-style structure, and we need to pass this structure data between the application and dll </a:t>
            </a:r>
          </a:p>
        </p:txBody>
      </p:sp>
      <p:grpSp>
        <p:nvGrpSpPr>
          <p:cNvPr id="7" name="Group 6">
            <a:extLst>
              <a:ext uri="{FF2B5EF4-FFF2-40B4-BE49-F238E27FC236}">
                <a16:creationId xmlns:a16="http://schemas.microsoft.com/office/drawing/2014/main" id="{15227D85-9CB8-4052-A1CB-239E9E9FC3D0}"/>
              </a:ext>
            </a:extLst>
          </p:cNvPr>
          <p:cNvGrpSpPr/>
          <p:nvPr/>
        </p:nvGrpSpPr>
        <p:grpSpPr>
          <a:xfrm>
            <a:off x="2315816" y="2312584"/>
            <a:ext cx="3883775" cy="1670050"/>
            <a:chOff x="1200150" y="1786115"/>
            <a:chExt cx="4895850" cy="2352855"/>
          </a:xfrm>
        </p:grpSpPr>
        <p:grpSp>
          <p:nvGrpSpPr>
            <p:cNvPr id="8" name="Group 7">
              <a:extLst>
                <a:ext uri="{FF2B5EF4-FFF2-40B4-BE49-F238E27FC236}">
                  <a16:creationId xmlns:a16="http://schemas.microsoft.com/office/drawing/2014/main" id="{B26A9DFF-E471-450F-AF2E-38600049597E}"/>
                </a:ext>
              </a:extLst>
            </p:cNvPr>
            <p:cNvGrpSpPr/>
            <p:nvPr/>
          </p:nvGrpSpPr>
          <p:grpSpPr>
            <a:xfrm>
              <a:off x="1200150" y="1786115"/>
              <a:ext cx="3952876" cy="2352855"/>
              <a:chOff x="1200150" y="1786115"/>
              <a:chExt cx="3952876" cy="2352855"/>
            </a:xfrm>
          </p:grpSpPr>
          <p:grpSp>
            <p:nvGrpSpPr>
              <p:cNvPr id="11" name="Group 10">
                <a:extLst>
                  <a:ext uri="{FF2B5EF4-FFF2-40B4-BE49-F238E27FC236}">
                    <a16:creationId xmlns:a16="http://schemas.microsoft.com/office/drawing/2014/main" id="{B4EA9C7C-33F3-4E8D-8A2A-A49CC59BD8F8}"/>
                  </a:ext>
                </a:extLst>
              </p:cNvPr>
              <p:cNvGrpSpPr/>
              <p:nvPr/>
            </p:nvGrpSpPr>
            <p:grpSpPr>
              <a:xfrm>
                <a:off x="1200150" y="1786115"/>
                <a:ext cx="3952876" cy="2352855"/>
                <a:chOff x="1247775" y="1362074"/>
                <a:chExt cx="3952876" cy="2352855"/>
              </a:xfrm>
            </p:grpSpPr>
            <p:sp>
              <p:nvSpPr>
                <p:cNvPr id="14" name="Rectangle 13">
                  <a:extLst>
                    <a:ext uri="{FF2B5EF4-FFF2-40B4-BE49-F238E27FC236}">
                      <a16:creationId xmlns:a16="http://schemas.microsoft.com/office/drawing/2014/main" id="{30734E83-1C67-4CEE-9DA0-C16D0AE4B314}"/>
                    </a:ext>
                  </a:extLst>
                </p:cNvPr>
                <p:cNvSpPr/>
                <p:nvPr/>
              </p:nvSpPr>
              <p:spPr>
                <a:xfrm>
                  <a:off x="1247775" y="1362075"/>
                  <a:ext cx="1655461" cy="733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Application</a:t>
                  </a:r>
                </a:p>
              </p:txBody>
            </p:sp>
            <p:sp>
              <p:nvSpPr>
                <p:cNvPr id="15" name="Rectangle 14">
                  <a:extLst>
                    <a:ext uri="{FF2B5EF4-FFF2-40B4-BE49-F238E27FC236}">
                      <a16:creationId xmlns:a16="http://schemas.microsoft.com/office/drawing/2014/main" id="{693AB1EA-CDF0-4E1D-AB3C-17D06AA23AB1}"/>
                    </a:ext>
                  </a:extLst>
                </p:cNvPr>
                <p:cNvSpPr/>
                <p:nvPr/>
              </p:nvSpPr>
              <p:spPr>
                <a:xfrm>
                  <a:off x="3790951" y="1362074"/>
                  <a:ext cx="1409700" cy="733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dll’s</a:t>
                  </a:r>
                  <a:endParaRPr lang="en-US" dirty="0"/>
                </a:p>
              </p:txBody>
            </p:sp>
            <p:cxnSp>
              <p:nvCxnSpPr>
                <p:cNvPr id="16" name="Straight Arrow Connector 15">
                  <a:extLst>
                    <a:ext uri="{FF2B5EF4-FFF2-40B4-BE49-F238E27FC236}">
                      <a16:creationId xmlns:a16="http://schemas.microsoft.com/office/drawing/2014/main" id="{9800F372-5099-4568-B3A3-4CA84FFE23A7}"/>
                    </a:ext>
                  </a:extLst>
                </p:cNvPr>
                <p:cNvCxnSpPr>
                  <a:cxnSpLocks/>
                  <a:endCxn id="15" idx="1"/>
                </p:cNvCxnSpPr>
                <p:nvPr/>
              </p:nvCxnSpPr>
              <p:spPr>
                <a:xfrm>
                  <a:off x="2903236" y="1728786"/>
                  <a:ext cx="887715"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389A3AC9-BCBE-45BF-B060-24527017B65D}"/>
                    </a:ext>
                  </a:extLst>
                </p:cNvPr>
                <p:cNvCxnSpPr>
                  <a:cxnSpLocks/>
                  <a:stCxn id="14" idx="2"/>
                </p:cNvCxnSpPr>
                <p:nvPr/>
              </p:nvCxnSpPr>
              <p:spPr>
                <a:xfrm flipH="1">
                  <a:off x="2075504" y="2095500"/>
                  <a:ext cx="2" cy="8860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Scroll: Vertical 17">
                  <a:extLst>
                    <a:ext uri="{FF2B5EF4-FFF2-40B4-BE49-F238E27FC236}">
                      <a16:creationId xmlns:a16="http://schemas.microsoft.com/office/drawing/2014/main" id="{7201650C-52DA-4630-9B86-08872793D97E}"/>
                    </a:ext>
                  </a:extLst>
                </p:cNvPr>
                <p:cNvSpPr/>
                <p:nvPr/>
              </p:nvSpPr>
              <p:spPr>
                <a:xfrm>
                  <a:off x="1732132" y="2981504"/>
                  <a:ext cx="686743" cy="733425"/>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File </a:t>
                  </a:r>
                </a:p>
                <a:p>
                  <a:pPr algn="ctr"/>
                  <a:r>
                    <a:rPr lang="en-US" sz="1050" dirty="0"/>
                    <a:t>Dump</a:t>
                  </a:r>
                </a:p>
              </p:txBody>
            </p:sp>
          </p:grpSp>
          <p:cxnSp>
            <p:nvCxnSpPr>
              <p:cNvPr id="12" name="Straight Arrow Connector 11">
                <a:extLst>
                  <a:ext uri="{FF2B5EF4-FFF2-40B4-BE49-F238E27FC236}">
                    <a16:creationId xmlns:a16="http://schemas.microsoft.com/office/drawing/2014/main" id="{656FC7FD-CB4D-4C0A-8D4F-222715E5F740}"/>
                  </a:ext>
                </a:extLst>
              </p:cNvPr>
              <p:cNvCxnSpPr>
                <a:cxnSpLocks/>
              </p:cNvCxnSpPr>
              <p:nvPr/>
            </p:nvCxnSpPr>
            <p:spPr>
              <a:xfrm>
                <a:off x="2855610" y="2520847"/>
                <a:ext cx="630779" cy="884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Cloud 12">
                <a:extLst>
                  <a:ext uri="{FF2B5EF4-FFF2-40B4-BE49-F238E27FC236}">
                    <a16:creationId xmlns:a16="http://schemas.microsoft.com/office/drawing/2014/main" id="{DDAF09A5-92EB-4EC3-879A-09CF49B34226}"/>
                  </a:ext>
                </a:extLst>
              </p:cNvPr>
              <p:cNvSpPr/>
              <p:nvPr/>
            </p:nvSpPr>
            <p:spPr>
              <a:xfrm>
                <a:off x="3170999" y="3452456"/>
                <a:ext cx="1286701" cy="49451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n/w transfer</a:t>
                </a:r>
              </a:p>
            </p:txBody>
          </p:sp>
        </p:grpSp>
        <p:cxnSp>
          <p:nvCxnSpPr>
            <p:cNvPr id="9" name="Straight Arrow Connector 8">
              <a:extLst>
                <a:ext uri="{FF2B5EF4-FFF2-40B4-BE49-F238E27FC236}">
                  <a16:creationId xmlns:a16="http://schemas.microsoft.com/office/drawing/2014/main" id="{632E1ABE-265B-4B56-9D41-8C011D3B53F0}"/>
                </a:ext>
              </a:extLst>
            </p:cNvPr>
            <p:cNvCxnSpPr/>
            <p:nvPr/>
          </p:nvCxnSpPr>
          <p:spPr>
            <a:xfrm>
              <a:off x="2882348" y="2468920"/>
              <a:ext cx="2097156" cy="7648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Double Brace 9">
              <a:extLst>
                <a:ext uri="{FF2B5EF4-FFF2-40B4-BE49-F238E27FC236}">
                  <a16:creationId xmlns:a16="http://schemas.microsoft.com/office/drawing/2014/main" id="{BFBEF0CA-299C-49F0-9370-E5EAC8F92B52}"/>
                </a:ext>
              </a:extLst>
            </p:cNvPr>
            <p:cNvSpPr/>
            <p:nvPr/>
          </p:nvSpPr>
          <p:spPr>
            <a:xfrm>
              <a:off x="5153026" y="3110947"/>
              <a:ext cx="942974" cy="733425"/>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100" dirty="0"/>
                <a:t>IPC, threading, </a:t>
              </a:r>
              <a:r>
                <a:rPr lang="en-US" sz="1100" dirty="0" err="1"/>
                <a:t>etc</a:t>
              </a:r>
              <a:endParaRPr lang="en-US" sz="1100" dirty="0"/>
            </a:p>
          </p:txBody>
        </p:sp>
      </p:grpSp>
      <p:sp>
        <p:nvSpPr>
          <p:cNvPr id="19" name="TextBox 18">
            <a:extLst>
              <a:ext uri="{FF2B5EF4-FFF2-40B4-BE49-F238E27FC236}">
                <a16:creationId xmlns:a16="http://schemas.microsoft.com/office/drawing/2014/main" id="{33E237E8-0357-4DB8-BE62-4EAD6323FB0D}"/>
              </a:ext>
            </a:extLst>
          </p:cNvPr>
          <p:cNvSpPr txBox="1"/>
          <p:nvPr/>
        </p:nvSpPr>
        <p:spPr>
          <a:xfrm>
            <a:off x="613284" y="4262495"/>
            <a:ext cx="8995546" cy="2062103"/>
          </a:xfrm>
          <a:prstGeom prst="rect">
            <a:avLst/>
          </a:prstGeom>
          <a:noFill/>
        </p:spPr>
        <p:txBody>
          <a:bodyPr wrap="square" rtlCol="0">
            <a:spAutoFit/>
          </a:bodyPr>
          <a:lstStyle/>
          <a:p>
            <a:r>
              <a:rPr lang="en-US" sz="1600" dirty="0"/>
              <a:t>You directly pass this buffer to </a:t>
            </a:r>
            <a:r>
              <a:rPr lang="en-US" sz="1600" dirty="0" err="1"/>
              <a:t>dll</a:t>
            </a:r>
            <a:r>
              <a:rPr lang="en-US" sz="1600" dirty="0"/>
              <a:t> as variable (copy) or you write to File dump that can be used later</a:t>
            </a:r>
          </a:p>
          <a:p>
            <a:endParaRPr lang="en-US" sz="1600" dirty="0"/>
          </a:p>
          <a:p>
            <a:r>
              <a:rPr lang="en-US" sz="1600" dirty="0"/>
              <a:t>Now there is extra 3 red box/memory that also goes into </a:t>
            </a:r>
            <a:r>
              <a:rPr lang="en-US" sz="1600" dirty="0" err="1"/>
              <a:t>dlls</a:t>
            </a:r>
            <a:r>
              <a:rPr lang="en-US" sz="1600" dirty="0"/>
              <a:t> and File dump/ network transfer.. Can we effectively serialize this into frame? As the size of struct increase so do extra red bytes.</a:t>
            </a:r>
            <a:br>
              <a:rPr lang="en-US" sz="1600" dirty="0"/>
            </a:br>
            <a:r>
              <a:rPr lang="en-US" sz="1600" dirty="0"/>
              <a:t>Why ? </a:t>
            </a:r>
          </a:p>
          <a:p>
            <a:r>
              <a:rPr lang="en-US" sz="1600" dirty="0"/>
              <a:t>1. Memory saving </a:t>
            </a:r>
          </a:p>
          <a:p>
            <a:r>
              <a:rPr lang="en-US" sz="1600" dirty="0"/>
              <a:t>2. With lesser memory usage, transfer becomes easier between </a:t>
            </a:r>
            <a:r>
              <a:rPr lang="en-US" sz="1600" dirty="0" err="1"/>
              <a:t>dlls</a:t>
            </a:r>
            <a:r>
              <a:rPr lang="en-US" sz="1600" dirty="0"/>
              <a:t>, files, network</a:t>
            </a:r>
          </a:p>
        </p:txBody>
      </p:sp>
      <p:sp>
        <p:nvSpPr>
          <p:cNvPr id="20" name="Rectangle 19">
            <a:extLst>
              <a:ext uri="{FF2B5EF4-FFF2-40B4-BE49-F238E27FC236}">
                <a16:creationId xmlns:a16="http://schemas.microsoft.com/office/drawing/2014/main" id="{B4D271BE-C49B-43DC-8399-4A4A55A3ADC6}"/>
              </a:ext>
            </a:extLst>
          </p:cNvPr>
          <p:cNvSpPr/>
          <p:nvPr/>
        </p:nvSpPr>
        <p:spPr>
          <a:xfrm>
            <a:off x="9314727" y="1588774"/>
            <a:ext cx="2810815" cy="144762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1400" b="1" i="1" dirty="0">
                <a:latin typeface="Bahnschrift SemiCondensed" panose="020B0502040204020203" pitchFamily="34" charset="0"/>
              </a:rPr>
              <a:t>Struct </a:t>
            </a:r>
            <a:r>
              <a:rPr lang="en-US" sz="1400" b="1" i="1" dirty="0" err="1">
                <a:latin typeface="Bahnschrift SemiCondensed" panose="020B0502040204020203" pitchFamily="34" charset="0"/>
              </a:rPr>
              <a:t>MySimpleStruct</a:t>
            </a:r>
            <a:r>
              <a:rPr lang="en-US" sz="1400" b="1" i="1" dirty="0">
                <a:latin typeface="Bahnschrift SemiCondensed" panose="020B0502040204020203" pitchFamily="34" charset="0"/>
              </a:rPr>
              <a:t>{</a:t>
            </a:r>
          </a:p>
          <a:p>
            <a:r>
              <a:rPr lang="en-US" sz="1400" b="1" i="1" dirty="0">
                <a:latin typeface="Bahnschrift SemiCondensed" panose="020B0502040204020203" pitchFamily="34" charset="0"/>
              </a:rPr>
              <a:t>	bool </a:t>
            </a:r>
            <a:r>
              <a:rPr lang="en-US" sz="1400" b="1" i="1" dirty="0" err="1">
                <a:latin typeface="Bahnschrift SemiCondensed" panose="020B0502040204020203" pitchFamily="34" charset="0"/>
              </a:rPr>
              <a:t>ready_flag</a:t>
            </a:r>
            <a:r>
              <a:rPr lang="en-US" sz="1400" b="1" i="1" dirty="0">
                <a:latin typeface="Bahnschrift SemiCondensed" panose="020B0502040204020203" pitchFamily="34" charset="0"/>
              </a:rPr>
              <a:t>;</a:t>
            </a:r>
          </a:p>
          <a:p>
            <a:r>
              <a:rPr lang="en-US" sz="1400" b="1" i="1" dirty="0">
                <a:latin typeface="Bahnschrift SemiCondensed" panose="020B0502040204020203" pitchFamily="34" charset="0"/>
              </a:rPr>
              <a:t>	int count;</a:t>
            </a:r>
          </a:p>
          <a:p>
            <a:r>
              <a:rPr lang="en-US" sz="1400" b="1" i="1" dirty="0">
                <a:latin typeface="Bahnschrift SemiCondensed" panose="020B0502040204020203" pitchFamily="34" charset="0"/>
              </a:rPr>
              <a:t>};</a:t>
            </a:r>
          </a:p>
        </p:txBody>
      </p:sp>
      <p:sp>
        <p:nvSpPr>
          <p:cNvPr id="21" name="Rectangle 20">
            <a:extLst>
              <a:ext uri="{FF2B5EF4-FFF2-40B4-BE49-F238E27FC236}">
                <a16:creationId xmlns:a16="http://schemas.microsoft.com/office/drawing/2014/main" id="{69B77B9F-F1EE-47D5-9835-03448E92D53B}"/>
              </a:ext>
            </a:extLst>
          </p:cNvPr>
          <p:cNvSpPr/>
          <p:nvPr/>
        </p:nvSpPr>
        <p:spPr>
          <a:xfrm>
            <a:off x="9314727" y="3227163"/>
            <a:ext cx="2810815" cy="144762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1400" b="1" i="1" dirty="0" err="1">
                <a:latin typeface="Bahnschrift SemiCondensed" panose="020B0502040204020203" pitchFamily="34" charset="0"/>
              </a:rPr>
              <a:t>MySimpleStruct</a:t>
            </a:r>
            <a:r>
              <a:rPr lang="en-US" sz="1400" b="1" i="1" dirty="0">
                <a:latin typeface="Bahnschrift SemiCondensed" panose="020B0502040204020203" pitchFamily="34" charset="0"/>
              </a:rPr>
              <a:t> </a:t>
            </a:r>
            <a:r>
              <a:rPr lang="en-US" sz="1400" b="1" i="1" dirty="0" err="1">
                <a:latin typeface="Bahnschrift SemiCondensed" panose="020B0502040204020203" pitchFamily="34" charset="0"/>
              </a:rPr>
              <a:t>mysimplestruct</a:t>
            </a:r>
            <a:r>
              <a:rPr lang="en-US" sz="1400" b="1" i="1" dirty="0">
                <a:latin typeface="Bahnschrift SemiCondensed" panose="020B0502040204020203" pitchFamily="34" charset="0"/>
              </a:rPr>
              <a:t>;</a:t>
            </a:r>
          </a:p>
          <a:p>
            <a:endParaRPr lang="en-US" sz="1400" b="1" i="1" dirty="0">
              <a:latin typeface="Bahnschrift SemiCondensed" panose="020B0502040204020203" pitchFamily="34" charset="0"/>
            </a:endParaRPr>
          </a:p>
          <a:p>
            <a:r>
              <a:rPr lang="en-US" sz="1400" b="1" i="1" dirty="0" err="1">
                <a:latin typeface="Bahnschrift SemiCondensed" panose="020B0502040204020203" pitchFamily="34" charset="0"/>
              </a:rPr>
              <a:t>mysimplestruct.ready_flag</a:t>
            </a:r>
            <a:r>
              <a:rPr lang="en-US" sz="1400" b="1" i="1" dirty="0">
                <a:latin typeface="Bahnschrift SemiCondensed" panose="020B0502040204020203" pitchFamily="34" charset="0"/>
              </a:rPr>
              <a:t> = True;</a:t>
            </a:r>
          </a:p>
          <a:p>
            <a:r>
              <a:rPr lang="en-US" sz="1400" b="1" i="1" dirty="0" err="1">
                <a:latin typeface="Bahnschrift SemiCondensed" panose="020B0502040204020203" pitchFamily="34" charset="0"/>
              </a:rPr>
              <a:t>Mysimplestruct.count</a:t>
            </a:r>
            <a:r>
              <a:rPr lang="en-US" sz="1400" b="1" i="1" dirty="0">
                <a:latin typeface="Bahnschrift SemiCondensed" panose="020B0502040204020203" pitchFamily="34" charset="0"/>
              </a:rPr>
              <a:t> = 30;</a:t>
            </a:r>
          </a:p>
          <a:p>
            <a:r>
              <a:rPr lang="en-US" sz="1400" b="1" i="1" dirty="0">
                <a:latin typeface="Bahnschrift SemiCondensed" panose="020B0502040204020203" pitchFamily="34" charset="0"/>
              </a:rPr>
              <a:t>	</a:t>
            </a:r>
          </a:p>
        </p:txBody>
      </p:sp>
      <p:sp>
        <p:nvSpPr>
          <p:cNvPr id="22" name="Rectangle 21">
            <a:extLst>
              <a:ext uri="{FF2B5EF4-FFF2-40B4-BE49-F238E27FC236}">
                <a16:creationId xmlns:a16="http://schemas.microsoft.com/office/drawing/2014/main" id="{B6155AA3-2517-4D3B-8C1D-65F4FB157777}"/>
              </a:ext>
            </a:extLst>
          </p:cNvPr>
          <p:cNvSpPr/>
          <p:nvPr/>
        </p:nvSpPr>
        <p:spPr>
          <a:xfrm>
            <a:off x="9305202" y="4865552"/>
            <a:ext cx="2810815" cy="144762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1400" b="1" i="1" dirty="0" err="1">
                <a:latin typeface="Bahnschrift SemiCondensed" panose="020B0502040204020203" pitchFamily="34" charset="0"/>
              </a:rPr>
              <a:t>Mysimplestruct</a:t>
            </a:r>
            <a:endParaRPr lang="en-US" sz="1400" b="1" i="1" dirty="0">
              <a:latin typeface="Bahnschrift SemiCondensed" panose="020B0502040204020203" pitchFamily="34" charset="0"/>
            </a:endParaRPr>
          </a:p>
          <a:p>
            <a:r>
              <a:rPr lang="en-US" sz="1400" b="1" i="1" dirty="0">
                <a:latin typeface="Bahnschrift SemiCondensed" panose="020B0502040204020203" pitchFamily="34" charset="0"/>
              </a:rPr>
              <a:t>      </a:t>
            </a:r>
            <a:r>
              <a:rPr lang="en-US" sz="1000" b="1" i="1" dirty="0">
                <a:latin typeface="Bahnschrift SemiCondensed" panose="020B0502040204020203" pitchFamily="34" charset="0"/>
              </a:rPr>
              <a:t>bool  ---padding---  ---------int----------</a:t>
            </a:r>
            <a:endParaRPr lang="en-US" sz="1400" b="1" i="1" dirty="0">
              <a:latin typeface="Bahnschrift SemiCondensed" panose="020B0502040204020203" pitchFamily="34" charset="0"/>
            </a:endParaRPr>
          </a:p>
          <a:p>
            <a:r>
              <a:rPr lang="en-US" sz="1400" b="1" i="1" dirty="0">
                <a:latin typeface="Bahnschrift SemiCondensed" panose="020B0502040204020203" pitchFamily="34" charset="0"/>
              </a:rPr>
              <a:t>	</a:t>
            </a:r>
          </a:p>
        </p:txBody>
      </p:sp>
      <p:grpSp>
        <p:nvGrpSpPr>
          <p:cNvPr id="23" name="Group 22">
            <a:extLst>
              <a:ext uri="{FF2B5EF4-FFF2-40B4-BE49-F238E27FC236}">
                <a16:creationId xmlns:a16="http://schemas.microsoft.com/office/drawing/2014/main" id="{13FDE377-BAD3-42CA-8CBF-BB114A41878F}"/>
              </a:ext>
            </a:extLst>
          </p:cNvPr>
          <p:cNvGrpSpPr/>
          <p:nvPr/>
        </p:nvGrpSpPr>
        <p:grpSpPr>
          <a:xfrm>
            <a:off x="9619288" y="5734471"/>
            <a:ext cx="2201691" cy="323850"/>
            <a:chOff x="7381875" y="5534025"/>
            <a:chExt cx="2201691" cy="323850"/>
          </a:xfrm>
        </p:grpSpPr>
        <p:sp>
          <p:nvSpPr>
            <p:cNvPr id="24" name="Rectangle 23">
              <a:extLst>
                <a:ext uri="{FF2B5EF4-FFF2-40B4-BE49-F238E27FC236}">
                  <a16:creationId xmlns:a16="http://schemas.microsoft.com/office/drawing/2014/main" id="{02944C8A-1670-4A80-81FD-9F108F1A6516}"/>
                </a:ext>
              </a:extLst>
            </p:cNvPr>
            <p:cNvSpPr/>
            <p:nvPr/>
          </p:nvSpPr>
          <p:spPr>
            <a:xfrm>
              <a:off x="7381875" y="5534025"/>
              <a:ext cx="238125" cy="3238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1EF17A01-A5EE-4C1B-B09F-088004C0F46E}"/>
                </a:ext>
              </a:extLst>
            </p:cNvPr>
            <p:cNvSpPr/>
            <p:nvPr/>
          </p:nvSpPr>
          <p:spPr>
            <a:xfrm>
              <a:off x="7653337" y="5534025"/>
              <a:ext cx="238125" cy="32385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A3FC49E-695F-4993-9544-8D055AD7C579}"/>
                </a:ext>
              </a:extLst>
            </p:cNvPr>
            <p:cNvSpPr/>
            <p:nvPr/>
          </p:nvSpPr>
          <p:spPr>
            <a:xfrm>
              <a:off x="7924799" y="5534025"/>
              <a:ext cx="238125" cy="32385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3699CDE-371E-474D-9AAF-970B81C7B47F}"/>
                </a:ext>
              </a:extLst>
            </p:cNvPr>
            <p:cNvSpPr/>
            <p:nvPr/>
          </p:nvSpPr>
          <p:spPr>
            <a:xfrm>
              <a:off x="8196261" y="5534025"/>
              <a:ext cx="238125" cy="32385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431A944-7BB3-4427-B869-3E555248C48B}"/>
                </a:ext>
              </a:extLst>
            </p:cNvPr>
            <p:cNvSpPr/>
            <p:nvPr/>
          </p:nvSpPr>
          <p:spPr>
            <a:xfrm>
              <a:off x="8472960" y="5534025"/>
              <a:ext cx="238125" cy="3238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D1400FC-9FBC-45BF-ADCB-CB30530B08BE}"/>
                </a:ext>
              </a:extLst>
            </p:cNvPr>
            <p:cNvSpPr/>
            <p:nvPr/>
          </p:nvSpPr>
          <p:spPr>
            <a:xfrm>
              <a:off x="8760849" y="5534025"/>
              <a:ext cx="238125" cy="3238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2732818F-2355-45A6-9EA1-7C6F1088781D}"/>
                </a:ext>
              </a:extLst>
            </p:cNvPr>
            <p:cNvSpPr/>
            <p:nvPr/>
          </p:nvSpPr>
          <p:spPr>
            <a:xfrm>
              <a:off x="9050639" y="5534025"/>
              <a:ext cx="238125" cy="3238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A31D404-E863-4F57-B719-0D7A6687AEBC}"/>
                </a:ext>
              </a:extLst>
            </p:cNvPr>
            <p:cNvSpPr/>
            <p:nvPr/>
          </p:nvSpPr>
          <p:spPr>
            <a:xfrm>
              <a:off x="9345441" y="5534025"/>
              <a:ext cx="238125" cy="3238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6829A219-9CC2-412E-A071-2648375275D3}"/>
              </a:ext>
            </a:extLst>
          </p:cNvPr>
          <p:cNvSpPr txBox="1"/>
          <p:nvPr/>
        </p:nvSpPr>
        <p:spPr>
          <a:xfrm>
            <a:off x="558174" y="962922"/>
            <a:ext cx="7662862" cy="523220"/>
          </a:xfrm>
          <a:prstGeom prst="rect">
            <a:avLst/>
          </a:prstGeom>
          <a:noFill/>
        </p:spPr>
        <p:txBody>
          <a:bodyPr wrap="square">
            <a:spAutoFit/>
          </a:bodyPr>
          <a:lstStyle/>
          <a:p>
            <a:r>
              <a:rPr lang="en-US" sz="2800" b="1" dirty="0">
                <a:effectLst>
                  <a:outerShdw blurRad="38100" dist="38100" dir="2700000" algn="tl">
                    <a:srgbClr val="000000">
                      <a:alpha val="43137"/>
                    </a:srgbClr>
                  </a:outerShdw>
                </a:effectLst>
              </a:rPr>
              <a:t>How is it helpful? </a:t>
            </a:r>
          </a:p>
        </p:txBody>
      </p:sp>
    </p:spTree>
    <p:extLst>
      <p:ext uri="{BB962C8B-B14F-4D97-AF65-F5344CB8AC3E}">
        <p14:creationId xmlns:p14="http://schemas.microsoft.com/office/powerpoint/2010/main" val="2397462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168EC1-CA79-406A-BD24-AA6B80D9F9A6}"/>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FD5F003D-8DB2-4520-97BC-30E7E8374DE8}"/>
              </a:ext>
            </a:extLst>
          </p:cNvPr>
          <p:cNvSpPr>
            <a:spLocks noGrp="1"/>
          </p:cNvSpPr>
          <p:nvPr>
            <p:ph type="sldNum" sz="quarter" idx="11"/>
          </p:nvPr>
        </p:nvSpPr>
        <p:spPr/>
        <p:txBody>
          <a:bodyPr/>
          <a:lstStyle/>
          <a:p>
            <a:fld id="{B6D1532F-61F1-B941-ACDF-6BC65E0B4055}" type="slidenum">
              <a:rPr lang="en-US" smtClean="0"/>
              <a:pPr/>
              <a:t>4</a:t>
            </a:fld>
            <a:endParaRPr lang="en-US" dirty="0"/>
          </a:p>
        </p:txBody>
      </p:sp>
      <p:sp>
        <p:nvSpPr>
          <p:cNvPr id="17" name="TextBox 16">
            <a:extLst>
              <a:ext uri="{FF2B5EF4-FFF2-40B4-BE49-F238E27FC236}">
                <a16:creationId xmlns:a16="http://schemas.microsoft.com/office/drawing/2014/main" id="{8478E8CE-ED0E-466E-BFD2-4D6FD6600BBB}"/>
              </a:ext>
            </a:extLst>
          </p:cNvPr>
          <p:cNvSpPr txBox="1"/>
          <p:nvPr/>
        </p:nvSpPr>
        <p:spPr>
          <a:xfrm>
            <a:off x="558174" y="1668606"/>
            <a:ext cx="11325225" cy="2616101"/>
          </a:xfrm>
          <a:prstGeom prst="rect">
            <a:avLst/>
          </a:prstGeom>
          <a:noFill/>
        </p:spPr>
        <p:txBody>
          <a:bodyPr wrap="square">
            <a:spAutoFit/>
          </a:bodyPr>
          <a:lstStyle/>
          <a:p>
            <a:r>
              <a:rPr lang="en-US" sz="1600" dirty="0"/>
              <a:t>S</a:t>
            </a:r>
            <a:r>
              <a:rPr lang="en-US" sz="1600" dirty="0">
                <a:effectLst/>
              </a:rPr>
              <a:t>ay the structure size becomes in MBs then the holes/padded fields becomes more and if you log this continuously like we do in vehicle log, the size of file increases due to this extra bytes and end up increasing the storage memory, if stored. </a:t>
            </a:r>
            <a:br>
              <a:rPr lang="en-US" sz="1600" dirty="0">
                <a:effectLst/>
              </a:rPr>
            </a:br>
            <a:br>
              <a:rPr lang="en-US" sz="1600" dirty="0">
                <a:effectLst/>
              </a:rPr>
            </a:br>
            <a:r>
              <a:rPr lang="en-US" sz="1600" dirty="0">
                <a:effectLst/>
              </a:rPr>
              <a:t>Sometimes the value of data may not require 4bytes to represent it, like in the example, value 30 can be represented by just one byte. effectively reducing it from 4 to 1bytes.</a:t>
            </a:r>
          </a:p>
          <a:p>
            <a:endParaRPr lang="en-US" sz="1600" dirty="0"/>
          </a:p>
          <a:p>
            <a:r>
              <a:rPr lang="en-US" sz="1600" dirty="0">
                <a:effectLst/>
              </a:rPr>
              <a:t>Now say you ha</a:t>
            </a:r>
            <a:r>
              <a:rPr lang="en-US" sz="1600" dirty="0"/>
              <a:t>d to update the structure or insert the few variable in-between existing the structure member then this structure becomes incompatible with older one and you need to keep track of the structure. Also, the older log files becomes irrelevant.</a:t>
            </a:r>
          </a:p>
          <a:p>
            <a:endParaRPr lang="en-US" sz="1600" dirty="0">
              <a:effectLst/>
            </a:endParaRPr>
          </a:p>
          <a:p>
            <a:endParaRPr lang="en-US" sz="1600" dirty="0">
              <a:effectLst/>
            </a:endParaRPr>
          </a:p>
        </p:txBody>
      </p:sp>
      <p:sp>
        <p:nvSpPr>
          <p:cNvPr id="18" name="Title 1">
            <a:extLst>
              <a:ext uri="{FF2B5EF4-FFF2-40B4-BE49-F238E27FC236}">
                <a16:creationId xmlns:a16="http://schemas.microsoft.com/office/drawing/2014/main" id="{564853E3-5DFC-4563-9C34-81AD969953E3}"/>
              </a:ext>
            </a:extLst>
          </p:cNvPr>
          <p:cNvSpPr>
            <a:spLocks noGrp="1"/>
          </p:cNvSpPr>
          <p:nvPr>
            <p:ph type="title"/>
          </p:nvPr>
        </p:nvSpPr>
        <p:spPr>
          <a:xfrm>
            <a:off x="609599" y="381001"/>
            <a:ext cx="10969247" cy="590549"/>
          </a:xfrm>
        </p:spPr>
        <p:txBody>
          <a:bodyPr/>
          <a:lstStyle/>
          <a:p>
            <a:r>
              <a:rPr lang="en-US" sz="3600" dirty="0"/>
              <a:t>Protocol Buffers</a:t>
            </a:r>
            <a:br>
              <a:rPr lang="en-US" sz="3600" dirty="0"/>
            </a:br>
            <a:endParaRPr lang="en-US" dirty="0"/>
          </a:p>
        </p:txBody>
      </p:sp>
      <p:sp>
        <p:nvSpPr>
          <p:cNvPr id="6" name="TextBox 5">
            <a:extLst>
              <a:ext uri="{FF2B5EF4-FFF2-40B4-BE49-F238E27FC236}">
                <a16:creationId xmlns:a16="http://schemas.microsoft.com/office/drawing/2014/main" id="{87967D72-08B4-4B78-9651-26293C7D496A}"/>
              </a:ext>
            </a:extLst>
          </p:cNvPr>
          <p:cNvSpPr txBox="1"/>
          <p:nvPr/>
        </p:nvSpPr>
        <p:spPr>
          <a:xfrm>
            <a:off x="558174" y="962922"/>
            <a:ext cx="7662862" cy="523220"/>
          </a:xfrm>
          <a:prstGeom prst="rect">
            <a:avLst/>
          </a:prstGeom>
          <a:noFill/>
        </p:spPr>
        <p:txBody>
          <a:bodyPr wrap="square">
            <a:spAutoFit/>
          </a:bodyPr>
          <a:lstStyle/>
          <a:p>
            <a:r>
              <a:rPr lang="en-US" sz="2800" b="1" dirty="0">
                <a:effectLst>
                  <a:outerShdw blurRad="38100" dist="38100" dir="2700000" algn="tl">
                    <a:srgbClr val="000000">
                      <a:alpha val="43137"/>
                    </a:srgbClr>
                  </a:outerShdw>
                </a:effectLst>
              </a:rPr>
              <a:t>How is it helpful? </a:t>
            </a:r>
          </a:p>
        </p:txBody>
      </p:sp>
    </p:spTree>
    <p:extLst>
      <p:ext uri="{BB962C8B-B14F-4D97-AF65-F5344CB8AC3E}">
        <p14:creationId xmlns:p14="http://schemas.microsoft.com/office/powerpoint/2010/main" val="2271021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E800B-CA63-4175-B780-C03271F96A60}"/>
              </a:ext>
            </a:extLst>
          </p:cNvPr>
          <p:cNvSpPr>
            <a:spLocks noGrp="1"/>
          </p:cNvSpPr>
          <p:nvPr>
            <p:ph type="title"/>
          </p:nvPr>
        </p:nvSpPr>
        <p:spPr>
          <a:xfrm>
            <a:off x="609599" y="381001"/>
            <a:ext cx="10969247" cy="605585"/>
          </a:xfrm>
        </p:spPr>
        <p:txBody>
          <a:bodyPr/>
          <a:lstStyle/>
          <a:p>
            <a:r>
              <a:rPr lang="en-US" sz="3600" dirty="0"/>
              <a:t>Protocol Buffers</a:t>
            </a:r>
            <a:br>
              <a:rPr lang="en-US" sz="3600" dirty="0"/>
            </a:br>
            <a:endParaRPr lang="en-US" dirty="0"/>
          </a:p>
        </p:txBody>
      </p:sp>
      <p:sp>
        <p:nvSpPr>
          <p:cNvPr id="3" name="Footer Placeholder 2">
            <a:extLst>
              <a:ext uri="{FF2B5EF4-FFF2-40B4-BE49-F238E27FC236}">
                <a16:creationId xmlns:a16="http://schemas.microsoft.com/office/drawing/2014/main" id="{BA7D4B65-D82C-4D74-AF9A-2552E116B350}"/>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EE515DD7-07D8-4AE4-82C5-596A62DE339D}"/>
              </a:ext>
            </a:extLst>
          </p:cNvPr>
          <p:cNvSpPr>
            <a:spLocks noGrp="1"/>
          </p:cNvSpPr>
          <p:nvPr>
            <p:ph type="sldNum" sz="quarter" idx="11"/>
          </p:nvPr>
        </p:nvSpPr>
        <p:spPr/>
        <p:txBody>
          <a:bodyPr/>
          <a:lstStyle/>
          <a:p>
            <a:fld id="{B6D1532F-61F1-B941-ACDF-6BC65E0B4055}" type="slidenum">
              <a:rPr lang="en-US" smtClean="0"/>
              <a:pPr/>
              <a:t>5</a:t>
            </a:fld>
            <a:endParaRPr lang="en-US" dirty="0"/>
          </a:p>
        </p:txBody>
      </p:sp>
      <p:sp>
        <p:nvSpPr>
          <p:cNvPr id="5" name="TextBox 4">
            <a:extLst>
              <a:ext uri="{FF2B5EF4-FFF2-40B4-BE49-F238E27FC236}">
                <a16:creationId xmlns:a16="http://schemas.microsoft.com/office/drawing/2014/main" id="{BDF4B84C-10B5-42D2-B48F-0FECACDA1878}"/>
              </a:ext>
            </a:extLst>
          </p:cNvPr>
          <p:cNvSpPr txBox="1"/>
          <p:nvPr/>
        </p:nvSpPr>
        <p:spPr>
          <a:xfrm>
            <a:off x="581024" y="1659953"/>
            <a:ext cx="10620375" cy="646331"/>
          </a:xfrm>
          <a:prstGeom prst="rect">
            <a:avLst/>
          </a:prstGeom>
          <a:noFill/>
        </p:spPr>
        <p:txBody>
          <a:bodyPr wrap="square">
            <a:spAutoFit/>
          </a:bodyPr>
          <a:lstStyle/>
          <a:p>
            <a:r>
              <a:rPr lang="en-US" b="0" i="0" dirty="0">
                <a:solidFill>
                  <a:srgbClr val="202124"/>
                </a:solidFill>
                <a:effectLst/>
              </a:rPr>
              <a:t>Protocol buffers provide a language-neutral, platform-neutral, extensible mechanism for serializing structured data in a forward-compatible and backward-compatible way.</a:t>
            </a:r>
            <a:endParaRPr lang="en-US" dirty="0"/>
          </a:p>
        </p:txBody>
      </p:sp>
      <p:sp>
        <p:nvSpPr>
          <p:cNvPr id="6" name="Rectangle 6">
            <a:extLst>
              <a:ext uri="{FF2B5EF4-FFF2-40B4-BE49-F238E27FC236}">
                <a16:creationId xmlns:a16="http://schemas.microsoft.com/office/drawing/2014/main" id="{D64BFFFA-FB57-40F6-AD10-A4B4CEBB27FB}"/>
              </a:ext>
            </a:extLst>
          </p:cNvPr>
          <p:cNvSpPr>
            <a:spLocks noChangeArrowheads="1"/>
          </p:cNvSpPr>
          <p:nvPr/>
        </p:nvSpPr>
        <p:spPr bwMode="auto">
          <a:xfrm>
            <a:off x="560403" y="2505670"/>
            <a:ext cx="1106763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kern="1200" cap="none" spc="0" normalizeH="0" baseline="0" noProof="0" dirty="0">
                <a:ln>
                  <a:noFill/>
                </a:ln>
                <a:solidFill>
                  <a:srgbClr val="202124"/>
                </a:solidFill>
                <a:effectLst/>
                <a:uLnTx/>
                <a:uFillTx/>
                <a:latin typeface="+mn-lt"/>
                <a:ea typeface="+mn-ea"/>
                <a:cs typeface="+mn-cs"/>
              </a:rPr>
              <a:t>Protocol </a:t>
            </a:r>
            <a:r>
              <a:rPr kumimoji="0" lang="en-US" altLang="en-US" b="0" i="0" u="none" strike="noStrike" cap="none" normalizeH="0" baseline="0" dirty="0">
                <a:ln>
                  <a:noFill/>
                </a:ln>
                <a:solidFill>
                  <a:srgbClr val="202124"/>
                </a:solidFill>
                <a:effectLst/>
                <a:latin typeface="+mn-lt"/>
              </a:rPr>
              <a:t>buffers are a combination of the definition language (created in </a:t>
            </a:r>
            <a:r>
              <a:rPr kumimoji="0" lang="en-US" altLang="en-US" sz="1200" b="0" i="0" u="none" strike="noStrike" cap="none" normalizeH="0" baseline="0" dirty="0">
                <a:ln>
                  <a:noFill/>
                </a:ln>
                <a:solidFill>
                  <a:schemeClr val="tx1"/>
                </a:solidFill>
                <a:effectLst/>
                <a:latin typeface="+mn-lt"/>
              </a:rPr>
              <a:t>.proto</a:t>
            </a:r>
            <a:r>
              <a:rPr kumimoji="0" lang="en-US" altLang="en-US" b="0" i="0" u="none" strike="noStrike" cap="none" normalizeH="0" baseline="0" dirty="0">
                <a:ln>
                  <a:noFill/>
                </a:ln>
                <a:solidFill>
                  <a:srgbClr val="202124"/>
                </a:solidFill>
                <a:effectLst/>
                <a:latin typeface="+mn-lt"/>
              </a:rPr>
              <a:t> files), the code that the proto compiler generates to interface with data, language-specific runtime libraries, and the serialization format for data that is written to a file</a:t>
            </a:r>
            <a:r>
              <a:rPr kumimoji="0" lang="en-US" altLang="en-US" sz="1050" b="0" i="0" u="none" strike="noStrike" cap="none" normalizeH="0" baseline="0" dirty="0">
                <a:ln>
                  <a:noFill/>
                </a:ln>
                <a:solidFill>
                  <a:schemeClr val="tx1"/>
                </a:solidFill>
                <a:effectLst/>
                <a:latin typeface="+mn-lt"/>
              </a:rPr>
              <a:t>  </a:t>
            </a:r>
            <a:r>
              <a:rPr lang="en-US" b="0" i="0" dirty="0">
                <a:solidFill>
                  <a:srgbClr val="202124"/>
                </a:solidFill>
                <a:effectLst/>
                <a:latin typeface="+mn-lt"/>
              </a:rPr>
              <a:t>or sent across a network connection</a:t>
            </a:r>
            <a:endParaRPr kumimoji="0" lang="en-US" altLang="en-US" sz="2800" b="0" i="0" u="none" strike="noStrike" cap="none" normalizeH="0" baseline="0" dirty="0">
              <a:ln>
                <a:noFill/>
              </a:ln>
              <a:solidFill>
                <a:schemeClr val="tx1"/>
              </a:solidFill>
              <a:effectLst/>
              <a:latin typeface="+mn-lt"/>
            </a:endParaRPr>
          </a:p>
        </p:txBody>
      </p:sp>
      <p:grpSp>
        <p:nvGrpSpPr>
          <p:cNvPr id="19" name="Group 18">
            <a:extLst>
              <a:ext uri="{FF2B5EF4-FFF2-40B4-BE49-F238E27FC236}">
                <a16:creationId xmlns:a16="http://schemas.microsoft.com/office/drawing/2014/main" id="{E449A528-0285-437D-B00D-6A50E1408DE9}"/>
              </a:ext>
            </a:extLst>
          </p:cNvPr>
          <p:cNvGrpSpPr/>
          <p:nvPr/>
        </p:nvGrpSpPr>
        <p:grpSpPr>
          <a:xfrm>
            <a:off x="560403" y="3512797"/>
            <a:ext cx="10084405" cy="3004535"/>
            <a:chOff x="560403" y="2960465"/>
            <a:chExt cx="10084405" cy="3556869"/>
          </a:xfrm>
        </p:grpSpPr>
        <p:grpSp>
          <p:nvGrpSpPr>
            <p:cNvPr id="20" name="Group 19">
              <a:extLst>
                <a:ext uri="{FF2B5EF4-FFF2-40B4-BE49-F238E27FC236}">
                  <a16:creationId xmlns:a16="http://schemas.microsoft.com/office/drawing/2014/main" id="{1ECA2137-31DB-4AA2-A355-6B104581E80B}"/>
                </a:ext>
              </a:extLst>
            </p:cNvPr>
            <p:cNvGrpSpPr/>
            <p:nvPr/>
          </p:nvGrpSpPr>
          <p:grpSpPr>
            <a:xfrm>
              <a:off x="915478" y="3735852"/>
              <a:ext cx="4004277" cy="1143000"/>
              <a:chOff x="1461052" y="3200400"/>
              <a:chExt cx="4004277" cy="1143000"/>
            </a:xfrm>
          </p:grpSpPr>
          <p:sp>
            <p:nvSpPr>
              <p:cNvPr id="33" name="Scroll: Vertical 32">
                <a:extLst>
                  <a:ext uri="{FF2B5EF4-FFF2-40B4-BE49-F238E27FC236}">
                    <a16:creationId xmlns:a16="http://schemas.microsoft.com/office/drawing/2014/main" id="{9EED5F8C-FDDC-4CC7-8E44-FF6D920F97F1}"/>
                  </a:ext>
                </a:extLst>
              </p:cNvPr>
              <p:cNvSpPr/>
              <p:nvPr/>
            </p:nvSpPr>
            <p:spPr>
              <a:xfrm>
                <a:off x="1461052" y="3200400"/>
                <a:ext cx="1033272" cy="1143000"/>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.proto file</a:t>
                </a:r>
              </a:p>
            </p:txBody>
          </p:sp>
          <p:cxnSp>
            <p:nvCxnSpPr>
              <p:cNvPr id="34" name="Straight Arrow Connector 33">
                <a:extLst>
                  <a:ext uri="{FF2B5EF4-FFF2-40B4-BE49-F238E27FC236}">
                    <a16:creationId xmlns:a16="http://schemas.microsoft.com/office/drawing/2014/main" id="{118BD45A-646C-4423-88AD-81B6428961C3}"/>
                  </a:ext>
                </a:extLst>
              </p:cNvPr>
              <p:cNvCxnSpPr>
                <a:cxnSpLocks/>
              </p:cNvCxnSpPr>
              <p:nvPr/>
            </p:nvCxnSpPr>
            <p:spPr>
              <a:xfrm>
                <a:off x="2494324" y="3766930"/>
                <a:ext cx="507293" cy="4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Flowchart: Delay 34">
                <a:extLst>
                  <a:ext uri="{FF2B5EF4-FFF2-40B4-BE49-F238E27FC236}">
                    <a16:creationId xmlns:a16="http://schemas.microsoft.com/office/drawing/2014/main" id="{D624A6DD-8848-45DD-AD96-EE7353C9B114}"/>
                  </a:ext>
                </a:extLst>
              </p:cNvPr>
              <p:cNvSpPr/>
              <p:nvPr/>
            </p:nvSpPr>
            <p:spPr>
              <a:xfrm>
                <a:off x="3010960" y="3200401"/>
                <a:ext cx="1033272" cy="1142999"/>
              </a:xfrm>
              <a:prstGeom prst="flowChartDe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Protobuf</a:t>
                </a:r>
                <a:r>
                  <a:rPr lang="en-US" sz="1400" dirty="0"/>
                  <a:t> Compiler</a:t>
                </a:r>
              </a:p>
            </p:txBody>
          </p:sp>
          <p:sp>
            <p:nvSpPr>
              <p:cNvPr id="36" name="Flowchart: Magnetic Disk 35">
                <a:extLst>
                  <a:ext uri="{FF2B5EF4-FFF2-40B4-BE49-F238E27FC236}">
                    <a16:creationId xmlns:a16="http://schemas.microsoft.com/office/drawing/2014/main" id="{2FCFD4E9-2FAD-4653-AC6F-CA27ECEA1125}"/>
                  </a:ext>
                </a:extLst>
              </p:cNvPr>
              <p:cNvSpPr/>
              <p:nvPr/>
            </p:nvSpPr>
            <p:spPr>
              <a:xfrm>
                <a:off x="4560868" y="3363027"/>
                <a:ext cx="904461" cy="807806"/>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t>Protobuf</a:t>
                </a:r>
                <a:r>
                  <a:rPr lang="en-US" sz="1100" dirty="0"/>
                  <a:t> language specific files</a:t>
                </a:r>
              </a:p>
            </p:txBody>
          </p:sp>
          <p:cxnSp>
            <p:nvCxnSpPr>
              <p:cNvPr id="37" name="Straight Arrow Connector 36">
                <a:extLst>
                  <a:ext uri="{FF2B5EF4-FFF2-40B4-BE49-F238E27FC236}">
                    <a16:creationId xmlns:a16="http://schemas.microsoft.com/office/drawing/2014/main" id="{A272AB4C-6FD9-41B1-B32C-EA8437336064}"/>
                  </a:ext>
                </a:extLst>
              </p:cNvPr>
              <p:cNvCxnSpPr>
                <a:cxnSpLocks/>
              </p:cNvCxnSpPr>
              <p:nvPr/>
            </p:nvCxnSpPr>
            <p:spPr>
              <a:xfrm>
                <a:off x="4063514" y="3766930"/>
                <a:ext cx="507293" cy="4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21" name="Group 20">
              <a:extLst>
                <a:ext uri="{FF2B5EF4-FFF2-40B4-BE49-F238E27FC236}">
                  <a16:creationId xmlns:a16="http://schemas.microsoft.com/office/drawing/2014/main" id="{CC82AB69-4333-4454-9A2B-03C1271B1721}"/>
                </a:ext>
              </a:extLst>
            </p:cNvPr>
            <p:cNvGrpSpPr/>
            <p:nvPr/>
          </p:nvGrpSpPr>
          <p:grpSpPr>
            <a:xfrm>
              <a:off x="560403" y="2960465"/>
              <a:ext cx="10084405" cy="3556869"/>
              <a:chOff x="560403" y="2960465"/>
              <a:chExt cx="10084405" cy="3556869"/>
            </a:xfrm>
          </p:grpSpPr>
          <p:grpSp>
            <p:nvGrpSpPr>
              <p:cNvPr id="22" name="Group 21">
                <a:extLst>
                  <a:ext uri="{FF2B5EF4-FFF2-40B4-BE49-F238E27FC236}">
                    <a16:creationId xmlns:a16="http://schemas.microsoft.com/office/drawing/2014/main" id="{9CE9E7AD-3FC6-43BC-8EAB-AF3016354B0E}"/>
                  </a:ext>
                </a:extLst>
              </p:cNvPr>
              <p:cNvGrpSpPr/>
              <p:nvPr/>
            </p:nvGrpSpPr>
            <p:grpSpPr>
              <a:xfrm>
                <a:off x="6925257" y="3429000"/>
                <a:ext cx="3719551" cy="3088334"/>
                <a:chOff x="7481848" y="3349487"/>
                <a:chExt cx="3719551" cy="3088334"/>
              </a:xfrm>
            </p:grpSpPr>
            <p:sp>
              <p:nvSpPr>
                <p:cNvPr id="24" name="Rectangle: Rounded Corners 23">
                  <a:extLst>
                    <a:ext uri="{FF2B5EF4-FFF2-40B4-BE49-F238E27FC236}">
                      <a16:creationId xmlns:a16="http://schemas.microsoft.com/office/drawing/2014/main" id="{CB3BD23A-F883-44BF-9683-FB2B304FBA01}"/>
                    </a:ext>
                  </a:extLst>
                </p:cNvPr>
                <p:cNvSpPr/>
                <p:nvPr/>
              </p:nvSpPr>
              <p:spPr>
                <a:xfrm>
                  <a:off x="8676961" y="5568649"/>
                  <a:ext cx="1332440" cy="8691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altLang="en-US" sz="1200" b="0" i="0" u="none" strike="noStrike" cap="none" normalizeH="0" baseline="0" dirty="0" err="1">
                      <a:ln>
                        <a:noFill/>
                      </a:ln>
                      <a:solidFill>
                        <a:schemeClr val="bg1"/>
                      </a:solidFill>
                      <a:effectLst/>
                      <a:latin typeface="+mn-lt"/>
                    </a:rPr>
                    <a:t>Protobuf</a:t>
                  </a:r>
                  <a:r>
                    <a:rPr kumimoji="0" lang="en-US" altLang="en-US" sz="1200" b="0" i="0" u="none" strike="noStrike" cap="none" normalizeH="0" baseline="0" dirty="0">
                      <a:ln>
                        <a:noFill/>
                      </a:ln>
                      <a:solidFill>
                        <a:schemeClr val="bg1"/>
                      </a:solidFill>
                      <a:effectLst/>
                      <a:latin typeface="+mn-lt"/>
                    </a:rPr>
                    <a:t> language-specific libraries</a:t>
                  </a:r>
                  <a:endParaRPr lang="en-US" sz="1200" dirty="0">
                    <a:solidFill>
                      <a:schemeClr val="bg1"/>
                    </a:solidFill>
                  </a:endParaRPr>
                </a:p>
              </p:txBody>
            </p:sp>
            <p:cxnSp>
              <p:nvCxnSpPr>
                <p:cNvPr id="25" name="Straight Arrow Connector 24">
                  <a:extLst>
                    <a:ext uri="{FF2B5EF4-FFF2-40B4-BE49-F238E27FC236}">
                      <a16:creationId xmlns:a16="http://schemas.microsoft.com/office/drawing/2014/main" id="{46B15491-4B2B-40A5-B8BD-D9F1A7B34066}"/>
                    </a:ext>
                  </a:extLst>
                </p:cNvPr>
                <p:cNvCxnSpPr>
                  <a:cxnSpLocks/>
                  <a:stCxn id="24" idx="0"/>
                  <a:endCxn id="27" idx="2"/>
                </p:cNvCxnSpPr>
                <p:nvPr/>
              </p:nvCxnSpPr>
              <p:spPr>
                <a:xfrm flipV="1">
                  <a:off x="9343181" y="4534402"/>
                  <a:ext cx="0" cy="10342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Scroll: Vertical 25">
                  <a:extLst>
                    <a:ext uri="{FF2B5EF4-FFF2-40B4-BE49-F238E27FC236}">
                      <a16:creationId xmlns:a16="http://schemas.microsoft.com/office/drawing/2014/main" id="{B678B31B-6655-4E19-9A70-250C782CF3D2}"/>
                    </a:ext>
                  </a:extLst>
                </p:cNvPr>
                <p:cNvSpPr/>
                <p:nvPr/>
              </p:nvSpPr>
              <p:spPr>
                <a:xfrm>
                  <a:off x="7481848" y="3349487"/>
                  <a:ext cx="1033272" cy="1143000"/>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r>
                    <a:rPr lang="en-US" dirty="0" err="1"/>
                    <a:t>cpp</a:t>
                  </a:r>
                  <a:endParaRPr lang="en-US" dirty="0"/>
                </a:p>
                <a:p>
                  <a:pPr algn="ctr"/>
                  <a:r>
                    <a:rPr lang="en-US" dirty="0"/>
                    <a:t>file</a:t>
                  </a:r>
                </a:p>
              </p:txBody>
            </p:sp>
            <p:sp>
              <p:nvSpPr>
                <p:cNvPr id="27" name="Flowchart: Delay 26">
                  <a:extLst>
                    <a:ext uri="{FF2B5EF4-FFF2-40B4-BE49-F238E27FC236}">
                      <a16:creationId xmlns:a16="http://schemas.microsoft.com/office/drawing/2014/main" id="{AF39E3CD-C7F2-4EEC-A8D9-B3E4C68EDACC}"/>
                    </a:ext>
                  </a:extLst>
                </p:cNvPr>
                <p:cNvSpPr/>
                <p:nvPr/>
              </p:nvSpPr>
              <p:spPr>
                <a:xfrm>
                  <a:off x="8826545" y="3391403"/>
                  <a:ext cx="1033272" cy="1142999"/>
                </a:xfrm>
                <a:prstGeom prst="flowChartDe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t>Cpp</a:t>
                  </a:r>
                  <a:r>
                    <a:rPr lang="en-US" sz="1400" dirty="0"/>
                    <a:t>  Compiler(g++, VS)</a:t>
                  </a:r>
                </a:p>
              </p:txBody>
            </p:sp>
            <p:cxnSp>
              <p:nvCxnSpPr>
                <p:cNvPr id="28" name="Straight Arrow Connector 27">
                  <a:extLst>
                    <a:ext uri="{FF2B5EF4-FFF2-40B4-BE49-F238E27FC236}">
                      <a16:creationId xmlns:a16="http://schemas.microsoft.com/office/drawing/2014/main" id="{16697225-7AEA-4894-829D-8F70446E68D2}"/>
                    </a:ext>
                  </a:extLst>
                </p:cNvPr>
                <p:cNvCxnSpPr>
                  <a:cxnSpLocks/>
                  <a:endCxn id="27" idx="1"/>
                </p:cNvCxnSpPr>
                <p:nvPr/>
              </p:nvCxnSpPr>
              <p:spPr>
                <a:xfrm>
                  <a:off x="8370868" y="3962902"/>
                  <a:ext cx="45567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Flowchart: Magnetic Disk 28">
                  <a:extLst>
                    <a:ext uri="{FF2B5EF4-FFF2-40B4-BE49-F238E27FC236}">
                      <a16:creationId xmlns:a16="http://schemas.microsoft.com/office/drawing/2014/main" id="{FD3BE9B2-CC07-47C8-A040-5C0499EF9A17}"/>
                    </a:ext>
                  </a:extLst>
                </p:cNvPr>
                <p:cNvSpPr/>
                <p:nvPr/>
              </p:nvSpPr>
              <p:spPr>
                <a:xfrm>
                  <a:off x="10296938" y="3517084"/>
                  <a:ext cx="904461" cy="807806"/>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.exe</a:t>
                  </a:r>
                </a:p>
              </p:txBody>
            </p:sp>
            <p:cxnSp>
              <p:nvCxnSpPr>
                <p:cNvPr id="30" name="Straight Arrow Connector 29">
                  <a:extLst>
                    <a:ext uri="{FF2B5EF4-FFF2-40B4-BE49-F238E27FC236}">
                      <a16:creationId xmlns:a16="http://schemas.microsoft.com/office/drawing/2014/main" id="{83C58666-839D-45BB-BFBB-628021615F77}"/>
                    </a:ext>
                  </a:extLst>
                </p:cNvPr>
                <p:cNvCxnSpPr>
                  <a:cxnSpLocks/>
                </p:cNvCxnSpPr>
                <p:nvPr/>
              </p:nvCxnSpPr>
              <p:spPr>
                <a:xfrm>
                  <a:off x="9859817" y="3957932"/>
                  <a:ext cx="507293" cy="49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Flowchart: Magnetic Disk 30">
                  <a:extLst>
                    <a:ext uri="{FF2B5EF4-FFF2-40B4-BE49-F238E27FC236}">
                      <a16:creationId xmlns:a16="http://schemas.microsoft.com/office/drawing/2014/main" id="{EA87EFBF-64E5-4D75-97BB-4F067876935E}"/>
                    </a:ext>
                  </a:extLst>
                </p:cNvPr>
                <p:cNvSpPr/>
                <p:nvPr/>
              </p:nvSpPr>
              <p:spPr>
                <a:xfrm>
                  <a:off x="7514182" y="5063986"/>
                  <a:ext cx="904461" cy="807806"/>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t>Protobuf</a:t>
                  </a:r>
                  <a:r>
                    <a:rPr lang="en-US" sz="1100" dirty="0"/>
                    <a:t> language specific files</a:t>
                  </a:r>
                </a:p>
              </p:txBody>
            </p:sp>
            <p:cxnSp>
              <p:nvCxnSpPr>
                <p:cNvPr id="32" name="Connector: Elbow 31">
                  <a:extLst>
                    <a:ext uri="{FF2B5EF4-FFF2-40B4-BE49-F238E27FC236}">
                      <a16:creationId xmlns:a16="http://schemas.microsoft.com/office/drawing/2014/main" id="{DBC3DFD7-92EF-4A50-A84D-8813D4288AA2}"/>
                    </a:ext>
                  </a:extLst>
                </p:cNvPr>
                <p:cNvCxnSpPr>
                  <a:cxnSpLocks/>
                  <a:stCxn id="31" idx="4"/>
                </p:cNvCxnSpPr>
                <p:nvPr/>
              </p:nvCxnSpPr>
              <p:spPr>
                <a:xfrm flipV="1">
                  <a:off x="8418643" y="3970180"/>
                  <a:ext cx="180063" cy="149770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sp>
            <p:nvSpPr>
              <p:cNvPr id="23" name="TextBox 22">
                <a:extLst>
                  <a:ext uri="{FF2B5EF4-FFF2-40B4-BE49-F238E27FC236}">
                    <a16:creationId xmlns:a16="http://schemas.microsoft.com/office/drawing/2014/main" id="{9C889CD9-6C80-4CA5-8EDA-2756C0852BAF}"/>
                  </a:ext>
                </a:extLst>
              </p:cNvPr>
              <p:cNvSpPr txBox="1"/>
              <p:nvPr/>
            </p:nvSpPr>
            <p:spPr>
              <a:xfrm>
                <a:off x="560403" y="2960465"/>
                <a:ext cx="772071" cy="369332"/>
              </a:xfrm>
              <a:prstGeom prst="rect">
                <a:avLst/>
              </a:prstGeom>
              <a:noFill/>
            </p:spPr>
            <p:txBody>
              <a:bodyPr wrap="none" rtlCol="0">
                <a:spAutoFit/>
              </a:bodyPr>
              <a:lstStyle/>
              <a:p>
                <a:r>
                  <a:rPr lang="en-US" dirty="0"/>
                  <a:t>Step 1</a:t>
                </a:r>
              </a:p>
            </p:txBody>
          </p:sp>
        </p:grpSp>
      </p:grpSp>
      <p:sp>
        <p:nvSpPr>
          <p:cNvPr id="57" name="TextBox 56">
            <a:extLst>
              <a:ext uri="{FF2B5EF4-FFF2-40B4-BE49-F238E27FC236}">
                <a16:creationId xmlns:a16="http://schemas.microsoft.com/office/drawing/2014/main" id="{4576CF6B-E522-4AD0-90AA-9B19BECD37C6}"/>
              </a:ext>
            </a:extLst>
          </p:cNvPr>
          <p:cNvSpPr txBox="1"/>
          <p:nvPr/>
        </p:nvSpPr>
        <p:spPr>
          <a:xfrm>
            <a:off x="6772443" y="3486408"/>
            <a:ext cx="851515" cy="369332"/>
          </a:xfrm>
          <a:prstGeom prst="rect">
            <a:avLst/>
          </a:prstGeom>
          <a:noFill/>
        </p:spPr>
        <p:txBody>
          <a:bodyPr wrap="none" rtlCol="0">
            <a:spAutoFit/>
          </a:bodyPr>
          <a:lstStyle/>
          <a:p>
            <a:r>
              <a:rPr lang="en-US" dirty="0"/>
              <a:t>Step 2</a:t>
            </a:r>
          </a:p>
        </p:txBody>
      </p:sp>
      <p:sp>
        <p:nvSpPr>
          <p:cNvPr id="38" name="TextBox 37">
            <a:extLst>
              <a:ext uri="{FF2B5EF4-FFF2-40B4-BE49-F238E27FC236}">
                <a16:creationId xmlns:a16="http://schemas.microsoft.com/office/drawing/2014/main" id="{F5D02EFE-C196-4C57-A122-2A3FBF4774DA}"/>
              </a:ext>
            </a:extLst>
          </p:cNvPr>
          <p:cNvSpPr txBox="1"/>
          <p:nvPr/>
        </p:nvSpPr>
        <p:spPr>
          <a:xfrm>
            <a:off x="542339" y="1000295"/>
            <a:ext cx="7662862" cy="523220"/>
          </a:xfrm>
          <a:prstGeom prst="rect">
            <a:avLst/>
          </a:prstGeom>
          <a:noFill/>
        </p:spPr>
        <p:txBody>
          <a:bodyPr wrap="square">
            <a:spAutoFit/>
          </a:bodyPr>
          <a:lstStyle/>
          <a:p>
            <a:r>
              <a:rPr lang="en-US" sz="2800" b="1" dirty="0">
                <a:effectLst>
                  <a:outerShdw blurRad="38100" dist="38100" dir="2700000" algn="tl">
                    <a:srgbClr val="000000">
                      <a:alpha val="43137"/>
                    </a:srgbClr>
                  </a:outerShdw>
                </a:effectLst>
              </a:rPr>
              <a:t>How to use it? </a:t>
            </a:r>
          </a:p>
        </p:txBody>
      </p:sp>
    </p:spTree>
    <p:extLst>
      <p:ext uri="{BB962C8B-B14F-4D97-AF65-F5344CB8AC3E}">
        <p14:creationId xmlns:p14="http://schemas.microsoft.com/office/powerpoint/2010/main" val="3800264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1010B-8383-402E-87B5-AF7C311B430F}"/>
              </a:ext>
            </a:extLst>
          </p:cNvPr>
          <p:cNvSpPr>
            <a:spLocks noGrp="1"/>
          </p:cNvSpPr>
          <p:nvPr>
            <p:ph type="title"/>
          </p:nvPr>
        </p:nvSpPr>
        <p:spPr>
          <a:xfrm>
            <a:off x="609599" y="381001"/>
            <a:ext cx="10969247" cy="657324"/>
          </a:xfrm>
        </p:spPr>
        <p:txBody>
          <a:bodyPr/>
          <a:lstStyle/>
          <a:p>
            <a:r>
              <a:rPr lang="en-US" dirty="0"/>
              <a:t>Protocol Buffers</a:t>
            </a:r>
          </a:p>
        </p:txBody>
      </p:sp>
      <p:sp>
        <p:nvSpPr>
          <p:cNvPr id="3" name="Footer Placeholder 2">
            <a:extLst>
              <a:ext uri="{FF2B5EF4-FFF2-40B4-BE49-F238E27FC236}">
                <a16:creationId xmlns:a16="http://schemas.microsoft.com/office/drawing/2014/main" id="{C858DE0B-41BD-45CD-AE50-3916A7DCE2EE}"/>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7239EF80-D29B-4CD4-AC22-4A579699C31F}"/>
              </a:ext>
            </a:extLst>
          </p:cNvPr>
          <p:cNvSpPr>
            <a:spLocks noGrp="1"/>
          </p:cNvSpPr>
          <p:nvPr>
            <p:ph type="sldNum" sz="quarter" idx="11"/>
          </p:nvPr>
        </p:nvSpPr>
        <p:spPr/>
        <p:txBody>
          <a:bodyPr/>
          <a:lstStyle/>
          <a:p>
            <a:fld id="{B6D1532F-61F1-B941-ACDF-6BC65E0B4055}" type="slidenum">
              <a:rPr lang="en-US" smtClean="0"/>
              <a:pPr/>
              <a:t>6</a:t>
            </a:fld>
            <a:endParaRPr lang="en-US" dirty="0"/>
          </a:p>
        </p:txBody>
      </p:sp>
      <p:grpSp>
        <p:nvGrpSpPr>
          <p:cNvPr id="5" name="Group 4">
            <a:extLst>
              <a:ext uri="{FF2B5EF4-FFF2-40B4-BE49-F238E27FC236}">
                <a16:creationId xmlns:a16="http://schemas.microsoft.com/office/drawing/2014/main" id="{52EBEC53-61A2-4D2D-B785-36C2D21BD6DF}"/>
              </a:ext>
            </a:extLst>
          </p:cNvPr>
          <p:cNvGrpSpPr/>
          <p:nvPr/>
        </p:nvGrpSpPr>
        <p:grpSpPr>
          <a:xfrm>
            <a:off x="513936" y="1936889"/>
            <a:ext cx="10730120" cy="3533701"/>
            <a:chOff x="666336" y="974486"/>
            <a:chExt cx="10730120" cy="3533701"/>
          </a:xfrm>
        </p:grpSpPr>
        <p:sp>
          <p:nvSpPr>
            <p:cNvPr id="6" name="TextBox 5">
              <a:extLst>
                <a:ext uri="{FF2B5EF4-FFF2-40B4-BE49-F238E27FC236}">
                  <a16:creationId xmlns:a16="http://schemas.microsoft.com/office/drawing/2014/main" id="{CCAC3BE6-0177-4195-86BE-CF28DB0B694F}"/>
                </a:ext>
              </a:extLst>
            </p:cNvPr>
            <p:cNvSpPr txBox="1"/>
            <p:nvPr/>
          </p:nvSpPr>
          <p:spPr>
            <a:xfrm>
              <a:off x="666336" y="974486"/>
              <a:ext cx="10577720" cy="369332"/>
            </a:xfrm>
            <a:prstGeom prst="rect">
              <a:avLst/>
            </a:prstGeom>
            <a:noFill/>
          </p:spPr>
          <p:txBody>
            <a:bodyPr wrap="square">
              <a:spAutoFit/>
            </a:bodyPr>
            <a:lstStyle/>
            <a:p>
              <a:r>
                <a:rPr lang="en-US" sz="1800" dirty="0"/>
                <a:t>Let's try to use protocol buffer compiler(protoc.exe) and let's use it in one simple application.</a:t>
              </a:r>
            </a:p>
          </p:txBody>
        </p:sp>
        <p:pic>
          <p:nvPicPr>
            <p:cNvPr id="7" name="Picture 6">
              <a:extLst>
                <a:ext uri="{FF2B5EF4-FFF2-40B4-BE49-F238E27FC236}">
                  <a16:creationId xmlns:a16="http://schemas.microsoft.com/office/drawing/2014/main" id="{D388234A-0D11-4DB3-B1F7-2830C143A6A4}"/>
                </a:ext>
              </a:extLst>
            </p:cNvPr>
            <p:cNvPicPr>
              <a:picLocks noChangeAspect="1"/>
            </p:cNvPicPr>
            <p:nvPr/>
          </p:nvPicPr>
          <p:blipFill>
            <a:blip r:embed="rId2"/>
            <a:stretch>
              <a:fillRect/>
            </a:stretch>
          </p:blipFill>
          <p:spPr>
            <a:xfrm>
              <a:off x="1180272" y="2005012"/>
              <a:ext cx="2200275" cy="847725"/>
            </a:xfrm>
            <a:prstGeom prst="rect">
              <a:avLst/>
            </a:prstGeom>
          </p:spPr>
        </p:pic>
        <p:sp>
          <p:nvSpPr>
            <p:cNvPr id="8" name="TextBox 7">
              <a:extLst>
                <a:ext uri="{FF2B5EF4-FFF2-40B4-BE49-F238E27FC236}">
                  <a16:creationId xmlns:a16="http://schemas.microsoft.com/office/drawing/2014/main" id="{80558564-B950-44E1-9C08-38E0864D0F12}"/>
                </a:ext>
              </a:extLst>
            </p:cNvPr>
            <p:cNvSpPr txBox="1"/>
            <p:nvPr/>
          </p:nvSpPr>
          <p:spPr>
            <a:xfrm>
              <a:off x="818736" y="1567557"/>
              <a:ext cx="10577720" cy="369332"/>
            </a:xfrm>
            <a:prstGeom prst="rect">
              <a:avLst/>
            </a:prstGeom>
            <a:noFill/>
          </p:spPr>
          <p:txBody>
            <a:bodyPr wrap="square">
              <a:spAutoFit/>
            </a:bodyPr>
            <a:lstStyle/>
            <a:p>
              <a:r>
                <a:rPr lang="en-US" sz="1800" dirty="0"/>
                <a:t>Example code folder structure</a:t>
              </a:r>
            </a:p>
          </p:txBody>
        </p:sp>
        <p:pic>
          <p:nvPicPr>
            <p:cNvPr id="9" name="Picture 8">
              <a:extLst>
                <a:ext uri="{FF2B5EF4-FFF2-40B4-BE49-F238E27FC236}">
                  <a16:creationId xmlns:a16="http://schemas.microsoft.com/office/drawing/2014/main" id="{52E93FA3-814D-4E96-980B-70AF2F9BBC3E}"/>
                </a:ext>
              </a:extLst>
            </p:cNvPr>
            <p:cNvPicPr>
              <a:picLocks noChangeAspect="1"/>
            </p:cNvPicPr>
            <p:nvPr/>
          </p:nvPicPr>
          <p:blipFill>
            <a:blip r:embed="rId3"/>
            <a:stretch>
              <a:fillRect/>
            </a:stretch>
          </p:blipFill>
          <p:spPr>
            <a:xfrm>
              <a:off x="1770200" y="2669862"/>
              <a:ext cx="2409825" cy="1838325"/>
            </a:xfrm>
            <a:prstGeom prst="rect">
              <a:avLst/>
            </a:prstGeom>
          </p:spPr>
        </p:pic>
      </p:grpSp>
      <p:sp>
        <p:nvSpPr>
          <p:cNvPr id="12" name="TextBox 11">
            <a:extLst>
              <a:ext uri="{FF2B5EF4-FFF2-40B4-BE49-F238E27FC236}">
                <a16:creationId xmlns:a16="http://schemas.microsoft.com/office/drawing/2014/main" id="{4984D63B-905D-47D4-84E2-A4625B897C77}"/>
              </a:ext>
            </a:extLst>
          </p:cNvPr>
          <p:cNvSpPr txBox="1"/>
          <p:nvPr/>
        </p:nvSpPr>
        <p:spPr>
          <a:xfrm>
            <a:off x="513936" y="1106448"/>
            <a:ext cx="7662862" cy="523220"/>
          </a:xfrm>
          <a:prstGeom prst="rect">
            <a:avLst/>
          </a:prstGeom>
          <a:noFill/>
        </p:spPr>
        <p:txBody>
          <a:bodyPr wrap="square">
            <a:spAutoFit/>
          </a:bodyPr>
          <a:lstStyle/>
          <a:p>
            <a:r>
              <a:rPr lang="en-US" sz="2800" b="1" dirty="0">
                <a:effectLst>
                  <a:outerShdw blurRad="38100" dist="38100" dir="2700000" algn="tl">
                    <a:srgbClr val="000000">
                      <a:alpha val="43137"/>
                    </a:srgbClr>
                  </a:outerShdw>
                </a:effectLst>
              </a:rPr>
              <a:t>Hands On Protocol buffers!! </a:t>
            </a:r>
          </a:p>
        </p:txBody>
      </p:sp>
    </p:spTree>
    <p:extLst>
      <p:ext uri="{BB962C8B-B14F-4D97-AF65-F5344CB8AC3E}">
        <p14:creationId xmlns:p14="http://schemas.microsoft.com/office/powerpoint/2010/main" val="2331025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p:txBody>
          <a:bodyPr/>
          <a:lstStyle/>
          <a:p>
            <a:r>
              <a:rPr lang="en-US" dirty="0"/>
              <a:t>Open Simulation Interface- OSI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1"/>
          </p:nvPr>
        </p:nvSpPr>
        <p:spPr/>
        <p:txBody>
          <a:bodyPr/>
          <a:lstStyle/>
          <a:p>
            <a:fld id="{B6D1532F-61F1-B941-ACDF-6BC65E0B4055}" type="slidenum">
              <a:rPr lang="en-US" smtClean="0"/>
              <a:pPr/>
              <a:t>7</a:t>
            </a:fld>
            <a:endParaRPr lang="en-US" dirty="0"/>
          </a:p>
        </p:txBody>
      </p:sp>
      <p:sp>
        <p:nvSpPr>
          <p:cNvPr id="5" name="TextBox 4">
            <a:extLst>
              <a:ext uri="{FF2B5EF4-FFF2-40B4-BE49-F238E27FC236}">
                <a16:creationId xmlns:a16="http://schemas.microsoft.com/office/drawing/2014/main" id="{77F08E1E-0C69-41EF-A592-4C0050F2545A}"/>
              </a:ext>
            </a:extLst>
          </p:cNvPr>
          <p:cNvSpPr txBox="1"/>
          <p:nvPr/>
        </p:nvSpPr>
        <p:spPr>
          <a:xfrm>
            <a:off x="516806" y="1002094"/>
            <a:ext cx="4338047" cy="523220"/>
          </a:xfrm>
          <a:prstGeom prst="rect">
            <a:avLst/>
          </a:prstGeom>
          <a:noFill/>
        </p:spPr>
        <p:txBody>
          <a:bodyPr wrap="none" rtlCol="0">
            <a:spAutoFit/>
          </a:bodyPr>
          <a:lstStyle/>
          <a:p>
            <a:r>
              <a:rPr lang="en-US" sz="2800" b="1" dirty="0">
                <a:effectLst>
                  <a:outerShdw blurRad="38100" dist="38100" dir="2700000" algn="tl">
                    <a:srgbClr val="000000">
                      <a:alpha val="43137"/>
                    </a:srgbClr>
                  </a:outerShdw>
                </a:effectLst>
              </a:rPr>
              <a:t>Environment Perception</a:t>
            </a:r>
          </a:p>
        </p:txBody>
      </p:sp>
      <p:sp>
        <p:nvSpPr>
          <p:cNvPr id="6" name="TextBox 5">
            <a:extLst>
              <a:ext uri="{FF2B5EF4-FFF2-40B4-BE49-F238E27FC236}">
                <a16:creationId xmlns:a16="http://schemas.microsoft.com/office/drawing/2014/main" id="{4A9A42D1-3234-42B2-9EEC-599C0BE37FA9}"/>
              </a:ext>
            </a:extLst>
          </p:cNvPr>
          <p:cNvSpPr txBox="1"/>
          <p:nvPr/>
        </p:nvSpPr>
        <p:spPr>
          <a:xfrm>
            <a:off x="516806" y="1690849"/>
            <a:ext cx="11160471" cy="369332"/>
          </a:xfrm>
          <a:prstGeom prst="rect">
            <a:avLst/>
          </a:prstGeom>
          <a:noFill/>
        </p:spPr>
        <p:txBody>
          <a:bodyPr wrap="square" rtlCol="0">
            <a:spAutoFit/>
          </a:bodyPr>
          <a:lstStyle/>
          <a:p>
            <a:r>
              <a:rPr lang="en-US" dirty="0"/>
              <a:t>What are the objects that you think off when you drive on roads and need to be considered while simulation?</a:t>
            </a:r>
          </a:p>
        </p:txBody>
      </p:sp>
      <p:sp>
        <p:nvSpPr>
          <p:cNvPr id="7" name="TextBox 6">
            <a:extLst>
              <a:ext uri="{FF2B5EF4-FFF2-40B4-BE49-F238E27FC236}">
                <a16:creationId xmlns:a16="http://schemas.microsoft.com/office/drawing/2014/main" id="{5DBE87EB-53D9-4ADE-81A3-07B422C60FA4}"/>
              </a:ext>
            </a:extLst>
          </p:cNvPr>
          <p:cNvSpPr txBox="1"/>
          <p:nvPr/>
        </p:nvSpPr>
        <p:spPr>
          <a:xfrm>
            <a:off x="848938" y="3151062"/>
            <a:ext cx="4461478" cy="2031325"/>
          </a:xfrm>
          <a:prstGeom prst="rect">
            <a:avLst/>
          </a:prstGeom>
          <a:noFill/>
        </p:spPr>
        <p:txBody>
          <a:bodyPr wrap="none" rtlCol="0">
            <a:spAutoFit/>
          </a:bodyPr>
          <a:lstStyle/>
          <a:p>
            <a:pPr marL="285750" indent="-285750">
              <a:buFontTx/>
              <a:buChar char="-"/>
            </a:pPr>
            <a:r>
              <a:rPr lang="en-US" dirty="0"/>
              <a:t>Moving Objects</a:t>
            </a:r>
          </a:p>
          <a:p>
            <a:pPr marL="285750" indent="-285750">
              <a:buFontTx/>
              <a:buChar char="-"/>
            </a:pPr>
            <a:r>
              <a:rPr lang="en-US" dirty="0"/>
              <a:t>Stationary Objects</a:t>
            </a:r>
          </a:p>
          <a:p>
            <a:pPr marL="285750" indent="-285750">
              <a:buFontTx/>
              <a:buChar char="-"/>
            </a:pPr>
            <a:r>
              <a:rPr lang="en-US" dirty="0"/>
              <a:t>Road Lanes</a:t>
            </a:r>
          </a:p>
          <a:p>
            <a:pPr marL="285750" indent="-285750">
              <a:buFontTx/>
              <a:buChar char="-"/>
            </a:pPr>
            <a:r>
              <a:rPr lang="en-US" dirty="0"/>
              <a:t>Lane boundaries Objects</a:t>
            </a:r>
          </a:p>
          <a:p>
            <a:pPr marL="285750" indent="-285750">
              <a:buFontTx/>
              <a:buChar char="-"/>
            </a:pPr>
            <a:r>
              <a:rPr lang="en-US" dirty="0"/>
              <a:t>Traffic Signs</a:t>
            </a:r>
          </a:p>
          <a:p>
            <a:pPr marL="285750" indent="-285750">
              <a:buFontTx/>
              <a:buChar char="-"/>
            </a:pPr>
            <a:r>
              <a:rPr lang="en-US" dirty="0"/>
              <a:t>Signs painted on Road (Road Marking)</a:t>
            </a:r>
          </a:p>
          <a:p>
            <a:pPr marL="285750" indent="-285750">
              <a:buFontTx/>
              <a:buChar char="-"/>
            </a:pPr>
            <a:endParaRPr lang="en-US" dirty="0"/>
          </a:p>
        </p:txBody>
      </p:sp>
      <p:sp>
        <p:nvSpPr>
          <p:cNvPr id="8" name="TextBox 7">
            <a:extLst>
              <a:ext uri="{FF2B5EF4-FFF2-40B4-BE49-F238E27FC236}">
                <a16:creationId xmlns:a16="http://schemas.microsoft.com/office/drawing/2014/main" id="{7383BD18-A75F-48A0-81EE-5BF3DA72F2EC}"/>
              </a:ext>
            </a:extLst>
          </p:cNvPr>
          <p:cNvSpPr txBox="1"/>
          <p:nvPr/>
        </p:nvSpPr>
        <p:spPr>
          <a:xfrm>
            <a:off x="5462231" y="2266782"/>
            <a:ext cx="1527982" cy="1815882"/>
          </a:xfrm>
          <a:prstGeom prst="rect">
            <a:avLst/>
          </a:prstGeom>
          <a:noFill/>
          <a:ln>
            <a:solidFill>
              <a:schemeClr val="tx1"/>
            </a:solidFill>
          </a:ln>
        </p:spPr>
        <p:txBody>
          <a:bodyPr wrap="none" rtlCol="0">
            <a:spAutoFit/>
          </a:bodyPr>
          <a:lstStyle/>
          <a:p>
            <a:pPr marL="285750" indent="-285750">
              <a:buFontTx/>
              <a:buChar char="-"/>
            </a:pPr>
            <a:r>
              <a:rPr lang="en-US" sz="1400" dirty="0"/>
              <a:t>Compact Car</a:t>
            </a:r>
          </a:p>
          <a:p>
            <a:pPr marL="285750" indent="-285750">
              <a:buFontTx/>
              <a:buChar char="-"/>
            </a:pPr>
            <a:r>
              <a:rPr lang="en-US" sz="1400" dirty="0"/>
              <a:t>Sedan</a:t>
            </a:r>
          </a:p>
          <a:p>
            <a:pPr marL="285750" indent="-285750">
              <a:buFontTx/>
              <a:buChar char="-"/>
            </a:pPr>
            <a:r>
              <a:rPr lang="en-US" sz="1400" dirty="0"/>
              <a:t>Truck</a:t>
            </a:r>
          </a:p>
          <a:p>
            <a:pPr marL="285750" indent="-285750">
              <a:buFontTx/>
              <a:buChar char="-"/>
            </a:pPr>
            <a:r>
              <a:rPr lang="en-US" sz="1400" dirty="0"/>
              <a:t>Bus</a:t>
            </a:r>
          </a:p>
          <a:p>
            <a:pPr marL="285750" indent="-285750">
              <a:buFontTx/>
              <a:buChar char="-"/>
            </a:pPr>
            <a:r>
              <a:rPr lang="en-US" sz="1400" dirty="0"/>
              <a:t>Pedestrian</a:t>
            </a:r>
          </a:p>
          <a:p>
            <a:pPr marL="285750" indent="-285750">
              <a:buFontTx/>
              <a:buChar char="-"/>
            </a:pPr>
            <a:r>
              <a:rPr lang="en-US" sz="1400" dirty="0"/>
              <a:t>Animals</a:t>
            </a:r>
          </a:p>
          <a:p>
            <a:pPr marL="285750" indent="-285750">
              <a:buFontTx/>
              <a:buChar char="-"/>
            </a:pPr>
            <a:r>
              <a:rPr lang="en-US" sz="1400" dirty="0"/>
              <a:t>Tram </a:t>
            </a:r>
          </a:p>
          <a:p>
            <a:pPr marL="285750" indent="-285750">
              <a:buFontTx/>
              <a:buChar char="-"/>
            </a:pPr>
            <a:r>
              <a:rPr lang="en-US" sz="1400" dirty="0"/>
              <a:t>Trains, </a:t>
            </a:r>
            <a:r>
              <a:rPr lang="en-US" sz="1400" dirty="0" err="1"/>
              <a:t>etc</a:t>
            </a:r>
            <a:endParaRPr lang="en-US" sz="1400" dirty="0"/>
          </a:p>
        </p:txBody>
      </p:sp>
      <p:sp>
        <p:nvSpPr>
          <p:cNvPr id="9" name="TextBox 8">
            <a:extLst>
              <a:ext uri="{FF2B5EF4-FFF2-40B4-BE49-F238E27FC236}">
                <a16:creationId xmlns:a16="http://schemas.microsoft.com/office/drawing/2014/main" id="{3EC9450B-2462-4CF5-ADD5-C98CE1E6A215}"/>
              </a:ext>
            </a:extLst>
          </p:cNvPr>
          <p:cNvSpPr txBox="1"/>
          <p:nvPr/>
        </p:nvSpPr>
        <p:spPr>
          <a:xfrm>
            <a:off x="7194120" y="3429000"/>
            <a:ext cx="1378904" cy="954107"/>
          </a:xfrm>
          <a:prstGeom prst="rect">
            <a:avLst/>
          </a:prstGeom>
          <a:noFill/>
          <a:ln>
            <a:solidFill>
              <a:schemeClr val="tx1"/>
            </a:solidFill>
          </a:ln>
        </p:spPr>
        <p:txBody>
          <a:bodyPr wrap="none" rtlCol="0">
            <a:spAutoFit/>
          </a:bodyPr>
          <a:lstStyle/>
          <a:p>
            <a:pPr marL="285750" indent="-285750">
              <a:buFontTx/>
              <a:buChar char="-"/>
            </a:pPr>
            <a:r>
              <a:rPr lang="en-US" sz="1400" dirty="0"/>
              <a:t>Buildings</a:t>
            </a:r>
          </a:p>
          <a:p>
            <a:pPr marL="285750" indent="-285750">
              <a:buFontTx/>
              <a:buChar char="-"/>
            </a:pPr>
            <a:r>
              <a:rPr lang="en-US" sz="1400" dirty="0"/>
              <a:t>Trees</a:t>
            </a:r>
          </a:p>
          <a:p>
            <a:pPr marL="285750" indent="-285750">
              <a:buFontTx/>
              <a:buChar char="-"/>
            </a:pPr>
            <a:r>
              <a:rPr lang="en-US" sz="1400" dirty="0"/>
              <a:t>Poles</a:t>
            </a:r>
          </a:p>
          <a:p>
            <a:pPr marL="285750" indent="-285750">
              <a:buFontTx/>
              <a:buChar char="-"/>
            </a:pPr>
            <a:r>
              <a:rPr lang="en-US" sz="1400" dirty="0"/>
              <a:t>Bridge , </a:t>
            </a:r>
            <a:r>
              <a:rPr lang="en-US" sz="1400" dirty="0" err="1"/>
              <a:t>etc</a:t>
            </a:r>
            <a:endParaRPr lang="en-US" sz="1400" dirty="0"/>
          </a:p>
        </p:txBody>
      </p:sp>
      <p:sp>
        <p:nvSpPr>
          <p:cNvPr id="10" name="TextBox 9">
            <a:extLst>
              <a:ext uri="{FF2B5EF4-FFF2-40B4-BE49-F238E27FC236}">
                <a16:creationId xmlns:a16="http://schemas.microsoft.com/office/drawing/2014/main" id="{045FE26F-E2E8-4A79-B231-D1F18D506C29}"/>
              </a:ext>
            </a:extLst>
          </p:cNvPr>
          <p:cNvSpPr txBox="1"/>
          <p:nvPr/>
        </p:nvSpPr>
        <p:spPr>
          <a:xfrm>
            <a:off x="9139701" y="4052681"/>
            <a:ext cx="2634054" cy="738664"/>
          </a:xfrm>
          <a:prstGeom prst="rect">
            <a:avLst/>
          </a:prstGeom>
          <a:noFill/>
          <a:ln>
            <a:solidFill>
              <a:schemeClr val="tx1"/>
            </a:solidFill>
          </a:ln>
        </p:spPr>
        <p:txBody>
          <a:bodyPr wrap="none" rtlCol="0">
            <a:spAutoFit/>
          </a:bodyPr>
          <a:lstStyle/>
          <a:p>
            <a:pPr marL="285750" indent="-285750">
              <a:buFontTx/>
              <a:buChar char="-"/>
            </a:pPr>
            <a:r>
              <a:rPr lang="en-US" sz="1400" dirty="0"/>
              <a:t>Drivable Lane</a:t>
            </a:r>
          </a:p>
          <a:p>
            <a:pPr marL="285750" indent="-285750">
              <a:buFontTx/>
              <a:buChar char="-"/>
            </a:pPr>
            <a:r>
              <a:rPr lang="en-US" sz="1400" dirty="0"/>
              <a:t>Paring lane</a:t>
            </a:r>
          </a:p>
          <a:p>
            <a:pPr marL="285750" indent="-285750">
              <a:buFontTx/>
              <a:buChar char="-"/>
            </a:pPr>
            <a:r>
              <a:rPr lang="en-US" sz="1400" dirty="0"/>
              <a:t>Cyclist/Pedestrian lane, </a:t>
            </a:r>
            <a:r>
              <a:rPr lang="en-US" sz="1400" dirty="0" err="1"/>
              <a:t>etc</a:t>
            </a:r>
            <a:endParaRPr lang="en-US" sz="1400" dirty="0"/>
          </a:p>
        </p:txBody>
      </p:sp>
      <p:sp>
        <p:nvSpPr>
          <p:cNvPr id="11" name="TextBox 10">
            <a:extLst>
              <a:ext uri="{FF2B5EF4-FFF2-40B4-BE49-F238E27FC236}">
                <a16:creationId xmlns:a16="http://schemas.microsoft.com/office/drawing/2014/main" id="{2FDD8607-C782-412D-A6A1-7163891FB519}"/>
              </a:ext>
            </a:extLst>
          </p:cNvPr>
          <p:cNvSpPr txBox="1"/>
          <p:nvPr/>
        </p:nvSpPr>
        <p:spPr>
          <a:xfrm>
            <a:off x="7582936" y="4813055"/>
            <a:ext cx="1867819" cy="954107"/>
          </a:xfrm>
          <a:prstGeom prst="rect">
            <a:avLst/>
          </a:prstGeom>
          <a:noFill/>
          <a:ln>
            <a:solidFill>
              <a:schemeClr val="tx1"/>
            </a:solidFill>
          </a:ln>
        </p:spPr>
        <p:txBody>
          <a:bodyPr wrap="none" rtlCol="0">
            <a:spAutoFit/>
          </a:bodyPr>
          <a:lstStyle/>
          <a:p>
            <a:pPr marL="285750" indent="-285750">
              <a:buFontTx/>
              <a:buChar char="-"/>
            </a:pPr>
            <a:r>
              <a:rPr lang="en-US" sz="1400" dirty="0"/>
              <a:t>Solid line</a:t>
            </a:r>
          </a:p>
          <a:p>
            <a:pPr marL="285750" indent="-285750">
              <a:buFontTx/>
              <a:buChar char="-"/>
            </a:pPr>
            <a:r>
              <a:rPr lang="en-US" sz="1400" dirty="0"/>
              <a:t>Solid Dashed line</a:t>
            </a:r>
          </a:p>
          <a:p>
            <a:pPr marL="285750" indent="-285750">
              <a:buFontTx/>
              <a:buChar char="-"/>
            </a:pPr>
            <a:r>
              <a:rPr lang="en-US" sz="1400" dirty="0"/>
              <a:t>Curbstone</a:t>
            </a:r>
          </a:p>
          <a:p>
            <a:pPr marL="285750" indent="-285750">
              <a:buFontTx/>
              <a:buChar char="-"/>
            </a:pPr>
            <a:r>
              <a:rPr lang="en-US" sz="1400" dirty="0"/>
              <a:t>Guardrails, </a:t>
            </a:r>
            <a:r>
              <a:rPr lang="en-US" sz="1400" dirty="0" err="1"/>
              <a:t>etc</a:t>
            </a:r>
            <a:endParaRPr lang="en-US" sz="1400" dirty="0"/>
          </a:p>
        </p:txBody>
      </p:sp>
      <p:sp>
        <p:nvSpPr>
          <p:cNvPr id="12" name="TextBox 11">
            <a:extLst>
              <a:ext uri="{FF2B5EF4-FFF2-40B4-BE49-F238E27FC236}">
                <a16:creationId xmlns:a16="http://schemas.microsoft.com/office/drawing/2014/main" id="{36AE79A8-0380-470A-A9F2-4757F05F52AD}"/>
              </a:ext>
            </a:extLst>
          </p:cNvPr>
          <p:cNvSpPr txBox="1"/>
          <p:nvPr/>
        </p:nvSpPr>
        <p:spPr>
          <a:xfrm>
            <a:off x="5537183" y="5379299"/>
            <a:ext cx="2045753" cy="1169551"/>
          </a:xfrm>
          <a:prstGeom prst="rect">
            <a:avLst/>
          </a:prstGeom>
          <a:noFill/>
          <a:ln>
            <a:solidFill>
              <a:schemeClr val="tx1"/>
            </a:solidFill>
          </a:ln>
        </p:spPr>
        <p:txBody>
          <a:bodyPr wrap="none" rtlCol="0">
            <a:spAutoFit/>
          </a:bodyPr>
          <a:lstStyle/>
          <a:p>
            <a:pPr marL="285750" indent="-285750">
              <a:buFontTx/>
              <a:buChar char="-"/>
            </a:pPr>
            <a:r>
              <a:rPr lang="en-US" sz="1400" dirty="0"/>
              <a:t>No Parking</a:t>
            </a:r>
          </a:p>
          <a:p>
            <a:pPr marL="285750" indent="-285750">
              <a:buFontTx/>
              <a:buChar char="-"/>
            </a:pPr>
            <a:r>
              <a:rPr lang="en-US" sz="1400" dirty="0"/>
              <a:t>Pedestrian crossing</a:t>
            </a:r>
          </a:p>
          <a:p>
            <a:pPr marL="285750" indent="-285750">
              <a:buFontTx/>
              <a:buChar char="-"/>
            </a:pPr>
            <a:r>
              <a:rPr lang="en-US" sz="1400" dirty="0"/>
              <a:t>Humps ahead</a:t>
            </a:r>
          </a:p>
          <a:p>
            <a:pPr marL="285750" indent="-285750">
              <a:buFontTx/>
              <a:buChar char="-"/>
            </a:pPr>
            <a:r>
              <a:rPr lang="en-US" sz="1400" dirty="0"/>
              <a:t>Speed limits</a:t>
            </a:r>
          </a:p>
          <a:p>
            <a:pPr marL="285750" indent="-285750">
              <a:buFontTx/>
              <a:buChar char="-"/>
            </a:pPr>
            <a:r>
              <a:rPr lang="en-US" sz="1400" dirty="0"/>
              <a:t>One way, </a:t>
            </a:r>
            <a:r>
              <a:rPr lang="en-US" sz="1400" dirty="0" err="1"/>
              <a:t>etc</a:t>
            </a:r>
            <a:endParaRPr lang="en-US" sz="1400" dirty="0"/>
          </a:p>
        </p:txBody>
      </p:sp>
      <p:cxnSp>
        <p:nvCxnSpPr>
          <p:cNvPr id="14" name="Straight Arrow Connector 13">
            <a:extLst>
              <a:ext uri="{FF2B5EF4-FFF2-40B4-BE49-F238E27FC236}">
                <a16:creationId xmlns:a16="http://schemas.microsoft.com/office/drawing/2014/main" id="{9BF8FD29-4B69-48B3-BFB2-A05DB92A965B}"/>
              </a:ext>
            </a:extLst>
          </p:cNvPr>
          <p:cNvCxnSpPr/>
          <p:nvPr/>
        </p:nvCxnSpPr>
        <p:spPr>
          <a:xfrm>
            <a:off x="2973516" y="3338002"/>
            <a:ext cx="2336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0F02B542-9805-42AB-BAF1-261F965C4A86}"/>
              </a:ext>
            </a:extLst>
          </p:cNvPr>
          <p:cNvCxnSpPr>
            <a:cxnSpLocks/>
          </p:cNvCxnSpPr>
          <p:nvPr/>
        </p:nvCxnSpPr>
        <p:spPr>
          <a:xfrm>
            <a:off x="3210339" y="3627783"/>
            <a:ext cx="3983781" cy="53894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03B0B48D-17A9-452E-8B67-D58FCAAB05FC}"/>
              </a:ext>
            </a:extLst>
          </p:cNvPr>
          <p:cNvCxnSpPr>
            <a:cxnSpLocks/>
          </p:cNvCxnSpPr>
          <p:nvPr/>
        </p:nvCxnSpPr>
        <p:spPr>
          <a:xfrm>
            <a:off x="2528735" y="3904247"/>
            <a:ext cx="6495995" cy="548284"/>
          </a:xfrm>
          <a:prstGeom prst="bentConnector3">
            <a:avLst>
              <a:gd name="adj1" fmla="val 3913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F878BD32-F144-4F5D-93B5-ACF13D2063E5}"/>
              </a:ext>
            </a:extLst>
          </p:cNvPr>
          <p:cNvCxnSpPr/>
          <p:nvPr/>
        </p:nvCxnSpPr>
        <p:spPr>
          <a:xfrm>
            <a:off x="3856383" y="4181522"/>
            <a:ext cx="3518452" cy="863506"/>
          </a:xfrm>
          <a:prstGeom prst="bentConnector3">
            <a:avLst>
              <a:gd name="adj1" fmla="val 3107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FB4858DC-8F10-475D-932D-3310E3F222AA}"/>
              </a:ext>
            </a:extLst>
          </p:cNvPr>
          <p:cNvCxnSpPr>
            <a:endCxn id="12" idx="1"/>
          </p:cNvCxnSpPr>
          <p:nvPr/>
        </p:nvCxnSpPr>
        <p:spPr>
          <a:xfrm>
            <a:off x="2604052" y="4443188"/>
            <a:ext cx="2933131" cy="15208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0431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p:txBody>
          <a:bodyPr/>
          <a:lstStyle/>
          <a:p>
            <a:r>
              <a:rPr lang="en-US" dirty="0"/>
              <a:t>Open Simulation Interface- OSI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1"/>
          </p:nvPr>
        </p:nvSpPr>
        <p:spPr/>
        <p:txBody>
          <a:bodyPr/>
          <a:lstStyle/>
          <a:p>
            <a:fld id="{B6D1532F-61F1-B941-ACDF-6BC65E0B4055}" type="slidenum">
              <a:rPr lang="en-US" smtClean="0"/>
              <a:pPr/>
              <a:t>8</a:t>
            </a:fld>
            <a:endParaRPr lang="en-US" dirty="0"/>
          </a:p>
        </p:txBody>
      </p:sp>
      <p:sp>
        <p:nvSpPr>
          <p:cNvPr id="5" name="TextBox 4">
            <a:extLst>
              <a:ext uri="{FF2B5EF4-FFF2-40B4-BE49-F238E27FC236}">
                <a16:creationId xmlns:a16="http://schemas.microsoft.com/office/drawing/2014/main" id="{77F08E1E-0C69-41EF-A592-4C0050F2545A}"/>
              </a:ext>
            </a:extLst>
          </p:cNvPr>
          <p:cNvSpPr txBox="1"/>
          <p:nvPr/>
        </p:nvSpPr>
        <p:spPr>
          <a:xfrm>
            <a:off x="592123" y="1052693"/>
            <a:ext cx="3180679" cy="523220"/>
          </a:xfrm>
          <a:prstGeom prst="rect">
            <a:avLst/>
          </a:prstGeom>
          <a:noFill/>
        </p:spPr>
        <p:txBody>
          <a:bodyPr wrap="none" rtlCol="0">
            <a:spAutoFit/>
          </a:bodyPr>
          <a:lstStyle/>
          <a:p>
            <a:r>
              <a:rPr lang="en-US" sz="2800" b="1" dirty="0">
                <a:effectLst>
                  <a:outerShdw blurRad="38100" dist="38100" dir="2700000" algn="tl">
                    <a:srgbClr val="000000">
                      <a:alpha val="43137"/>
                    </a:srgbClr>
                  </a:outerShdw>
                </a:effectLst>
              </a:rPr>
              <a:t>Object Properties</a:t>
            </a:r>
          </a:p>
        </p:txBody>
      </p:sp>
      <p:sp>
        <p:nvSpPr>
          <p:cNvPr id="13" name="TextBox 12">
            <a:extLst>
              <a:ext uri="{FF2B5EF4-FFF2-40B4-BE49-F238E27FC236}">
                <a16:creationId xmlns:a16="http://schemas.microsoft.com/office/drawing/2014/main" id="{A8EF04D5-9534-4BE2-9F63-130EF811D4F0}"/>
              </a:ext>
            </a:extLst>
          </p:cNvPr>
          <p:cNvSpPr txBox="1"/>
          <p:nvPr/>
        </p:nvSpPr>
        <p:spPr>
          <a:xfrm>
            <a:off x="613284" y="1780961"/>
            <a:ext cx="4737194" cy="646331"/>
          </a:xfrm>
          <a:prstGeom prst="rect">
            <a:avLst/>
          </a:prstGeom>
          <a:noFill/>
        </p:spPr>
        <p:txBody>
          <a:bodyPr wrap="none" rtlCol="0">
            <a:spAutoFit/>
          </a:bodyPr>
          <a:lstStyle/>
          <a:p>
            <a:r>
              <a:rPr lang="en-US" dirty="0"/>
              <a:t>Let's define object properties Moving Objects</a:t>
            </a:r>
          </a:p>
          <a:p>
            <a:endParaRPr lang="en-US" dirty="0"/>
          </a:p>
        </p:txBody>
      </p:sp>
      <p:sp>
        <p:nvSpPr>
          <p:cNvPr id="17" name="TextBox 16">
            <a:extLst>
              <a:ext uri="{FF2B5EF4-FFF2-40B4-BE49-F238E27FC236}">
                <a16:creationId xmlns:a16="http://schemas.microsoft.com/office/drawing/2014/main" id="{84E345C0-2279-474A-98B6-E2AC3FD31BF6}"/>
              </a:ext>
            </a:extLst>
          </p:cNvPr>
          <p:cNvSpPr txBox="1"/>
          <p:nvPr/>
        </p:nvSpPr>
        <p:spPr>
          <a:xfrm>
            <a:off x="2073458" y="2427293"/>
            <a:ext cx="2896947" cy="2862322"/>
          </a:xfrm>
          <a:prstGeom prst="rect">
            <a:avLst/>
          </a:prstGeom>
          <a:noFill/>
        </p:spPr>
        <p:txBody>
          <a:bodyPr wrap="none" rtlCol="0">
            <a:spAutoFit/>
          </a:bodyPr>
          <a:lstStyle/>
          <a:p>
            <a:pPr marL="285750" indent="-285750">
              <a:buFontTx/>
              <a:buChar char="-"/>
            </a:pPr>
            <a:r>
              <a:rPr lang="en-US" dirty="0"/>
              <a:t>Moving Object will have</a:t>
            </a:r>
          </a:p>
          <a:p>
            <a:pPr marL="742950" lvl="1" indent="-285750">
              <a:buFontTx/>
              <a:buChar char="-"/>
            </a:pPr>
            <a:r>
              <a:rPr lang="en-US" dirty="0"/>
              <a:t>Position </a:t>
            </a:r>
          </a:p>
          <a:p>
            <a:pPr marL="742950" lvl="1" indent="-285750">
              <a:buFontTx/>
              <a:buChar char="-"/>
            </a:pPr>
            <a:r>
              <a:rPr lang="en-US" dirty="0"/>
              <a:t>Velocity</a:t>
            </a:r>
          </a:p>
          <a:p>
            <a:pPr marL="742950" lvl="1" indent="-285750">
              <a:buFontTx/>
              <a:buChar char="-"/>
            </a:pPr>
            <a:r>
              <a:rPr lang="en-US" dirty="0"/>
              <a:t>Acceleration</a:t>
            </a:r>
          </a:p>
          <a:p>
            <a:pPr marL="742950" lvl="1" indent="-285750">
              <a:buFontTx/>
              <a:buChar char="-"/>
            </a:pPr>
            <a:r>
              <a:rPr lang="en-US" dirty="0"/>
              <a:t>Orientation</a:t>
            </a:r>
          </a:p>
          <a:p>
            <a:pPr marL="742950" lvl="1" indent="-285750">
              <a:buFontTx/>
              <a:buChar char="-"/>
            </a:pPr>
            <a:r>
              <a:rPr lang="en-US" dirty="0"/>
              <a:t>Orientation Rate</a:t>
            </a:r>
          </a:p>
          <a:p>
            <a:pPr marL="742950" lvl="1" indent="-285750">
              <a:buFontTx/>
              <a:buChar char="-"/>
            </a:pPr>
            <a:r>
              <a:rPr lang="en-US" dirty="0"/>
              <a:t>Classification</a:t>
            </a:r>
          </a:p>
          <a:p>
            <a:pPr marL="742950" lvl="1" indent="-285750">
              <a:buFontTx/>
              <a:buChar char="-"/>
            </a:pPr>
            <a:r>
              <a:rPr lang="en-US" dirty="0"/>
              <a:t>Dimension, </a:t>
            </a:r>
            <a:r>
              <a:rPr lang="en-US" dirty="0" err="1"/>
              <a:t>etc</a:t>
            </a:r>
            <a:endParaRPr lang="en-US" dirty="0"/>
          </a:p>
          <a:p>
            <a:pPr marL="742950" lvl="1" indent="-285750">
              <a:buFontTx/>
              <a:buChar char="-"/>
            </a:pPr>
            <a:endParaRPr lang="en-US" dirty="0"/>
          </a:p>
          <a:p>
            <a:pPr marL="742950" lvl="1" indent="-285750">
              <a:buFontTx/>
              <a:buChar char="-"/>
            </a:pPr>
            <a:endParaRPr lang="en-US" dirty="0"/>
          </a:p>
        </p:txBody>
      </p:sp>
      <p:sp>
        <p:nvSpPr>
          <p:cNvPr id="24" name="TextBox 23">
            <a:extLst>
              <a:ext uri="{FF2B5EF4-FFF2-40B4-BE49-F238E27FC236}">
                <a16:creationId xmlns:a16="http://schemas.microsoft.com/office/drawing/2014/main" id="{7CF36065-B303-4F20-9F75-1BB46B59BB62}"/>
              </a:ext>
            </a:extLst>
          </p:cNvPr>
          <p:cNvSpPr txBox="1"/>
          <p:nvPr/>
        </p:nvSpPr>
        <p:spPr>
          <a:xfrm>
            <a:off x="1990311" y="4933985"/>
            <a:ext cx="7658100" cy="1200329"/>
          </a:xfrm>
          <a:prstGeom prst="rect">
            <a:avLst/>
          </a:prstGeom>
          <a:noFill/>
        </p:spPr>
        <p:txBody>
          <a:bodyPr wrap="square">
            <a:spAutoFit/>
          </a:bodyPr>
          <a:lstStyle/>
          <a:p>
            <a:pPr marL="285750" indent="-285750">
              <a:buFontTx/>
              <a:buChar char="-"/>
            </a:pPr>
            <a:r>
              <a:rPr lang="en-US" dirty="0"/>
              <a:t>Thinking in 3D perspective</a:t>
            </a:r>
          </a:p>
          <a:p>
            <a:pPr marL="742950" lvl="1" indent="-285750">
              <a:buFontTx/>
              <a:buChar char="-"/>
            </a:pPr>
            <a:r>
              <a:rPr lang="en-US" dirty="0"/>
              <a:t>Position can be x, y, z</a:t>
            </a:r>
          </a:p>
          <a:p>
            <a:pPr marL="742950" lvl="1" indent="-285750">
              <a:buFontTx/>
              <a:buChar char="-"/>
            </a:pPr>
            <a:r>
              <a:rPr lang="en-US" dirty="0"/>
              <a:t>Even Velocity will be in x, y ,z</a:t>
            </a:r>
          </a:p>
          <a:p>
            <a:pPr marL="742950" lvl="1" indent="-285750">
              <a:buFontTx/>
              <a:buChar char="-"/>
            </a:pPr>
            <a:r>
              <a:rPr lang="en-US" dirty="0"/>
              <a:t>And others as well</a:t>
            </a:r>
          </a:p>
        </p:txBody>
      </p:sp>
    </p:spTree>
    <p:extLst>
      <p:ext uri="{BB962C8B-B14F-4D97-AF65-F5344CB8AC3E}">
        <p14:creationId xmlns:p14="http://schemas.microsoft.com/office/powerpoint/2010/main" val="1787222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p:txBody>
          <a:bodyPr/>
          <a:lstStyle/>
          <a:p>
            <a:r>
              <a:rPr lang="en-US" dirty="0"/>
              <a:t>Open Simulation Interface- OSI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0"/>
          </p:nvPr>
        </p:nvSpPr>
        <p:spPr/>
        <p:txBody>
          <a:bodyPr/>
          <a:lstStyle/>
          <a:p>
            <a:r>
              <a:rPr lang="en-US" dirty="0"/>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1"/>
          </p:nvPr>
        </p:nvSpPr>
        <p:spPr/>
        <p:txBody>
          <a:bodyPr/>
          <a:lstStyle/>
          <a:p>
            <a:fld id="{B6D1532F-61F1-B941-ACDF-6BC65E0B4055}" type="slidenum">
              <a:rPr lang="en-US" smtClean="0"/>
              <a:pPr/>
              <a:t>9</a:t>
            </a:fld>
            <a:endParaRPr lang="en-US" dirty="0"/>
          </a:p>
        </p:txBody>
      </p:sp>
      <p:sp>
        <p:nvSpPr>
          <p:cNvPr id="5" name="TextBox 4">
            <a:extLst>
              <a:ext uri="{FF2B5EF4-FFF2-40B4-BE49-F238E27FC236}">
                <a16:creationId xmlns:a16="http://schemas.microsoft.com/office/drawing/2014/main" id="{EE4F3072-7B6F-44CD-8B79-9BCDC2E12BD2}"/>
              </a:ext>
            </a:extLst>
          </p:cNvPr>
          <p:cNvSpPr txBox="1"/>
          <p:nvPr/>
        </p:nvSpPr>
        <p:spPr>
          <a:xfrm>
            <a:off x="513581" y="920200"/>
            <a:ext cx="2459935" cy="523220"/>
          </a:xfrm>
          <a:prstGeom prst="rect">
            <a:avLst/>
          </a:prstGeom>
          <a:noFill/>
        </p:spPr>
        <p:txBody>
          <a:bodyPr wrap="square" rtlCol="0">
            <a:spAutoFit/>
          </a:bodyPr>
          <a:lstStyle/>
          <a:p>
            <a:r>
              <a:rPr lang="en-US" sz="2800" dirty="0">
                <a:effectLst>
                  <a:outerShdw blurRad="38100" dist="38100" dir="2700000" algn="tl">
                    <a:srgbClr val="000000">
                      <a:alpha val="43137"/>
                    </a:srgbClr>
                  </a:outerShdw>
                </a:effectLst>
              </a:rPr>
              <a:t>Overview</a:t>
            </a:r>
          </a:p>
        </p:txBody>
      </p:sp>
      <p:sp>
        <p:nvSpPr>
          <p:cNvPr id="9" name="TextBox 8">
            <a:extLst>
              <a:ext uri="{FF2B5EF4-FFF2-40B4-BE49-F238E27FC236}">
                <a16:creationId xmlns:a16="http://schemas.microsoft.com/office/drawing/2014/main" id="{E868BE28-F447-4CF3-A8B5-8ACE43C822D4}"/>
              </a:ext>
            </a:extLst>
          </p:cNvPr>
          <p:cNvSpPr txBox="1"/>
          <p:nvPr/>
        </p:nvSpPr>
        <p:spPr>
          <a:xfrm>
            <a:off x="513580" y="1865772"/>
            <a:ext cx="10528793" cy="3970318"/>
          </a:xfrm>
          <a:prstGeom prst="rect">
            <a:avLst/>
          </a:prstGeom>
          <a:noFill/>
        </p:spPr>
        <p:txBody>
          <a:bodyPr wrap="square">
            <a:spAutoFit/>
          </a:bodyPr>
          <a:lstStyle/>
          <a:p>
            <a:pPr marL="285750" indent="-285750">
              <a:buFont typeface="Arial" panose="020B0604020202020204" pitchFamily="34" charset="0"/>
              <a:buChar char="•"/>
            </a:pPr>
            <a:r>
              <a:rPr lang="en-US" b="0" i="0" dirty="0">
                <a:effectLst/>
              </a:rPr>
              <a:t>ASAM OSI is a specification for interfaces between models and components of a </a:t>
            </a:r>
            <a:r>
              <a:rPr lang="en-US" b="0" i="0" dirty="0">
                <a:effectLst/>
                <a:highlight>
                  <a:srgbClr val="FFFF00"/>
                </a:highlight>
              </a:rPr>
              <a:t>distributed simulation environment </a:t>
            </a:r>
            <a:r>
              <a:rPr lang="en-US" b="0" i="0" dirty="0">
                <a:effectLst/>
              </a:rPr>
              <a:t>description that uses the message format of the Protocol Buffer library.</a:t>
            </a:r>
          </a:p>
          <a:p>
            <a:pPr marL="285750" indent="-285750">
              <a:buFont typeface="Arial" panose="020B0604020202020204" pitchFamily="34" charset="0"/>
              <a:buChar char="•"/>
            </a:pPr>
            <a:endParaRPr lang="en-US" b="0" i="0" dirty="0">
              <a:effectLst/>
            </a:endParaRPr>
          </a:p>
          <a:p>
            <a:pPr marL="285750" indent="-285750">
              <a:buFont typeface="Arial" panose="020B0604020202020204" pitchFamily="34" charset="0"/>
              <a:buChar char="•"/>
            </a:pPr>
            <a:r>
              <a:rPr lang="en-US" b="0" i="0" dirty="0">
                <a:effectLst/>
              </a:rPr>
              <a:t>OSI is strongly focused on the </a:t>
            </a:r>
            <a:r>
              <a:rPr lang="en-US" b="0" i="0" dirty="0">
                <a:effectLst/>
                <a:highlight>
                  <a:srgbClr val="FFFF00"/>
                </a:highlight>
              </a:rPr>
              <a:t>environmental perception </a:t>
            </a:r>
            <a:r>
              <a:rPr lang="en-US" b="0" i="0" dirty="0">
                <a:effectLst/>
              </a:rPr>
              <a:t>of automated driving functions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0" i="0" dirty="0">
                <a:effectLst/>
              </a:rPr>
              <a:t>The </a:t>
            </a:r>
            <a:r>
              <a:rPr lang="en-US" b="0" i="0" dirty="0">
                <a:effectLst/>
                <a:highlight>
                  <a:srgbClr val="FFFF00"/>
                </a:highlight>
              </a:rPr>
              <a:t>complexity of automated driving functions </a:t>
            </a:r>
            <a:r>
              <a:rPr lang="en-US" b="0" i="0" dirty="0">
                <a:effectLst/>
              </a:rPr>
              <a:t>is rapidly increasing, which means the requirements for testing and development methods are growing too. Testing in virtual environments makes it possible to control and reproduce environment conditions.</a:t>
            </a:r>
          </a:p>
          <a:p>
            <a:pPr marL="285750" indent="-285750">
              <a:buFont typeface="Arial" panose="020B0604020202020204" pitchFamily="34" charset="0"/>
              <a:buChar char="•"/>
            </a:pPr>
            <a:endParaRPr lang="en-US" b="0" i="0" dirty="0">
              <a:effectLst/>
            </a:endParaRPr>
          </a:p>
          <a:p>
            <a:pPr marL="285750" indent="-285750">
              <a:buFont typeface="Arial" panose="020B0604020202020204" pitchFamily="34" charset="0"/>
              <a:buChar char="•"/>
            </a:pPr>
            <a:r>
              <a:rPr lang="en-US" b="0" i="0" dirty="0">
                <a:effectLst/>
              </a:rPr>
              <a:t>OSI permits </a:t>
            </a:r>
            <a:r>
              <a:rPr lang="en-US" b="0" i="0" dirty="0">
                <a:effectLst/>
                <a:highlight>
                  <a:srgbClr val="FFFF00"/>
                </a:highlight>
              </a:rPr>
              <a:t>easy and straight-forward compatibility </a:t>
            </a:r>
            <a:r>
              <a:rPr lang="en-US" b="0" i="0" dirty="0">
                <a:effectLst/>
              </a:rPr>
              <a:t>between automated driving functions and the variety of driving-simulation frameworks that are available.</a:t>
            </a:r>
            <a:r>
              <a:rPr lang="en-US" b="0" i="0" dirty="0">
                <a:effectLst/>
                <a:latin typeface="Source Sans Pro" panose="020B0503030403020204" pitchFamily="34" charset="0"/>
              </a:rPr>
              <a:t> </a:t>
            </a:r>
            <a:r>
              <a:rPr lang="en-US" b="0" i="0" dirty="0">
                <a:effectLst/>
              </a:rPr>
              <a:t>OSI defines generic interfaces to ensure the modularity, integrability, and interchangeability of the individual components.</a:t>
            </a:r>
            <a:endParaRPr lang="en-US" b="0" i="0" dirty="0">
              <a:effectLst/>
              <a:latin typeface="Source Sans Pro" panose="020B0503030403020204" pitchFamily="34" charset="0"/>
            </a:endParaRPr>
          </a:p>
          <a:p>
            <a:pPr marL="285750" indent="-285750">
              <a:buFont typeface="Arial" panose="020B0604020202020204" pitchFamily="34" charset="0"/>
              <a:buChar char="•"/>
            </a:pPr>
            <a:endParaRPr lang="en-US" dirty="0">
              <a:latin typeface="Source Sans Pro" panose="020B0503030403020204" pitchFamily="34" charset="0"/>
            </a:endParaRP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545344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33B4726-7B54-4C9E-8D21-D70F57FE8DA1}"/>
              </a:ext>
            </a:extLst>
          </p:cNvPr>
          <p:cNvPicPr>
            <a:picLocks noChangeAspect="1"/>
          </p:cNvPicPr>
          <p:nvPr/>
        </p:nvPicPr>
        <p:blipFill>
          <a:blip r:embed="rId2"/>
          <a:stretch>
            <a:fillRect/>
          </a:stretch>
        </p:blipFill>
        <p:spPr>
          <a:xfrm>
            <a:off x="1743548" y="4721928"/>
            <a:ext cx="7846093" cy="1374956"/>
          </a:xfrm>
          <a:prstGeom prst="rect">
            <a:avLst/>
          </a:prstGeom>
        </p:spPr>
      </p:pic>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p:txBody>
          <a:bodyPr/>
          <a:lstStyle/>
          <a:p>
            <a:r>
              <a:rPr lang="en-US" dirty="0"/>
              <a:t>Open Simulation Interface- OSI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0"/>
          </p:nvPr>
        </p:nvSpPr>
        <p:spPr/>
        <p:txBody>
          <a:bodyPr/>
          <a:lstStyle/>
          <a:p>
            <a:r>
              <a:rPr lang="en-US" dirty="0"/>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1"/>
          </p:nvPr>
        </p:nvSpPr>
        <p:spPr/>
        <p:txBody>
          <a:bodyPr/>
          <a:lstStyle/>
          <a:p>
            <a:fld id="{B6D1532F-61F1-B941-ACDF-6BC65E0B4055}" type="slidenum">
              <a:rPr lang="en-US" smtClean="0"/>
              <a:pPr/>
              <a:t>10</a:t>
            </a:fld>
            <a:endParaRPr lang="en-US" dirty="0"/>
          </a:p>
        </p:txBody>
      </p:sp>
      <p:sp>
        <p:nvSpPr>
          <p:cNvPr id="5" name="TextBox 4">
            <a:extLst>
              <a:ext uri="{FF2B5EF4-FFF2-40B4-BE49-F238E27FC236}">
                <a16:creationId xmlns:a16="http://schemas.microsoft.com/office/drawing/2014/main" id="{EE4F3072-7B6F-44CD-8B79-9BCDC2E12BD2}"/>
              </a:ext>
            </a:extLst>
          </p:cNvPr>
          <p:cNvSpPr txBox="1"/>
          <p:nvPr/>
        </p:nvSpPr>
        <p:spPr>
          <a:xfrm>
            <a:off x="513581" y="920200"/>
            <a:ext cx="2459935" cy="523220"/>
          </a:xfrm>
          <a:prstGeom prst="rect">
            <a:avLst/>
          </a:prstGeom>
          <a:noFill/>
        </p:spPr>
        <p:txBody>
          <a:bodyPr wrap="square" rtlCol="0">
            <a:spAutoFit/>
          </a:bodyPr>
          <a:lstStyle/>
          <a:p>
            <a:r>
              <a:rPr lang="en-US" sz="2800" dirty="0">
                <a:effectLst>
                  <a:outerShdw blurRad="38100" dist="38100" dir="2700000" algn="tl">
                    <a:srgbClr val="000000">
                      <a:alpha val="43137"/>
                    </a:srgbClr>
                  </a:outerShdw>
                </a:effectLst>
              </a:rPr>
              <a:t>Overview</a:t>
            </a:r>
          </a:p>
        </p:txBody>
      </p:sp>
      <p:sp>
        <p:nvSpPr>
          <p:cNvPr id="9" name="TextBox 8">
            <a:extLst>
              <a:ext uri="{FF2B5EF4-FFF2-40B4-BE49-F238E27FC236}">
                <a16:creationId xmlns:a16="http://schemas.microsoft.com/office/drawing/2014/main" id="{E868BE28-F447-4CF3-A8B5-8ACE43C822D4}"/>
              </a:ext>
            </a:extLst>
          </p:cNvPr>
          <p:cNvSpPr txBox="1"/>
          <p:nvPr/>
        </p:nvSpPr>
        <p:spPr>
          <a:xfrm>
            <a:off x="513580" y="1621852"/>
            <a:ext cx="10528793" cy="4247317"/>
          </a:xfrm>
          <a:prstGeom prst="rect">
            <a:avLst/>
          </a:prstGeom>
          <a:noFill/>
        </p:spPr>
        <p:txBody>
          <a:bodyPr wrap="square">
            <a:spAutoFit/>
          </a:bodyPr>
          <a:lstStyle/>
          <a:p>
            <a:pPr marL="285750" indent="-285750">
              <a:buFont typeface="Arial" panose="020B0604020202020204" pitchFamily="34" charset="0"/>
              <a:buChar char="•"/>
            </a:pPr>
            <a:r>
              <a:rPr lang="en-US" b="0" i="0" dirty="0">
                <a:effectLst/>
              </a:rPr>
              <a:t>OSI contains an object-based environment description that uses the message format of the Protocol Buffer library</a:t>
            </a:r>
          </a:p>
          <a:p>
            <a:pPr marL="285750" indent="-285750">
              <a:buFont typeface="Arial" panose="020B0604020202020204" pitchFamily="34" charset="0"/>
              <a:buChar char="•"/>
            </a:pPr>
            <a:endParaRPr lang="en-US" dirty="0">
              <a:latin typeface="Source Sans Pro" panose="020B0503030403020204" pitchFamily="34" charset="0"/>
            </a:endParaRPr>
          </a:p>
          <a:p>
            <a:pPr marL="285750" indent="-285750">
              <a:buFont typeface="Arial" panose="020B0604020202020204" pitchFamily="34" charset="0"/>
              <a:buChar char="•"/>
            </a:pPr>
            <a:endParaRPr lang="en-US" b="0" i="0" dirty="0">
              <a:effectLst/>
              <a:latin typeface="Source Sans Pro" panose="020B0503030403020204" pitchFamily="34" charset="0"/>
            </a:endParaRPr>
          </a:p>
          <a:p>
            <a:pPr marL="285750" indent="-285750">
              <a:buFont typeface="Arial" panose="020B0604020202020204" pitchFamily="34" charset="0"/>
              <a:buChar char="•"/>
            </a:pPr>
            <a:endParaRPr lang="en-US" dirty="0">
              <a:latin typeface="Source Sans Pro" panose="020B0503030403020204" pitchFamily="34" charset="0"/>
            </a:endParaRPr>
          </a:p>
          <a:p>
            <a:pPr marL="285750" indent="-285750">
              <a:buFont typeface="Arial" panose="020B0604020202020204" pitchFamily="34" charset="0"/>
              <a:buChar char="•"/>
            </a:pPr>
            <a:endParaRPr lang="en-US" b="0" i="0" dirty="0">
              <a:effectLst/>
              <a:latin typeface="Source Sans Pro" panose="020B0503030403020204" pitchFamily="34" charset="0"/>
            </a:endParaRPr>
          </a:p>
          <a:p>
            <a:pPr marL="285750" indent="-285750">
              <a:buFont typeface="Arial" panose="020B0604020202020204" pitchFamily="34" charset="0"/>
              <a:buChar char="•"/>
            </a:pPr>
            <a:endParaRPr lang="en-US" dirty="0">
              <a:latin typeface="Source Sans Pro" panose="020B0503030403020204" pitchFamily="34" charset="0"/>
            </a:endParaRPr>
          </a:p>
          <a:p>
            <a:endParaRPr lang="en-US" b="0" i="0" dirty="0">
              <a:effectLst/>
            </a:endParaRPr>
          </a:p>
          <a:p>
            <a:pPr marL="285750" indent="-285750">
              <a:buFont typeface="Arial" panose="020B0604020202020204" pitchFamily="34" charset="0"/>
              <a:buChar char="•"/>
            </a:pPr>
            <a:r>
              <a:rPr kumimoji="0" lang="en-US" altLang="en-US" b="0" i="0" u="none" strike="noStrike" cap="none" normalizeH="0" baseline="0" dirty="0">
                <a:ln>
                  <a:noFill/>
                </a:ln>
                <a:solidFill>
                  <a:schemeClr val="tx1"/>
                </a:solidFill>
                <a:effectLst/>
              </a:rPr>
              <a:t>OSI also defines interfaces for traffic participant models. The </a:t>
            </a:r>
            <a:r>
              <a:rPr kumimoji="0" lang="en-US" altLang="en-US" b="0" i="0" u="none" strike="noStrike" cap="none" normalizeH="0" baseline="0" dirty="0" err="1">
                <a:ln>
                  <a:noFill/>
                </a:ln>
                <a:effectLst/>
                <a:ea typeface="Hack"/>
              </a:rPr>
              <a:t>TrafficCommand</a:t>
            </a:r>
            <a:r>
              <a:rPr kumimoji="0" lang="en-US" altLang="en-US" b="0" i="0" u="none" strike="noStrike" cap="none" normalizeH="0" baseline="0" dirty="0">
                <a:ln>
                  <a:noFill/>
                </a:ln>
                <a:solidFill>
                  <a:schemeClr val="tx1"/>
                </a:solidFill>
                <a:effectLst/>
              </a:rPr>
              <a:t> interface makes it possible to send commands to traffic participant models. The </a:t>
            </a:r>
            <a:r>
              <a:rPr kumimoji="0" lang="en-US" altLang="en-US" b="0" i="0" u="none" strike="noStrike" cap="none" normalizeH="0" baseline="0" dirty="0" err="1">
                <a:ln>
                  <a:noFill/>
                </a:ln>
                <a:effectLst/>
                <a:ea typeface="Hack"/>
              </a:rPr>
              <a:t>TrafficUpdate</a:t>
            </a:r>
            <a:r>
              <a:rPr kumimoji="0" lang="en-US" altLang="en-US" b="0" i="0" u="none" strike="noStrike" cap="none" normalizeH="0" baseline="0" dirty="0">
                <a:ln>
                  <a:noFill/>
                </a:ln>
                <a:solidFill>
                  <a:schemeClr val="tx1"/>
                </a:solidFill>
                <a:effectLst/>
              </a:rPr>
              <a:t> interface makes it possible to receive the updated state from traffic participant models. </a:t>
            </a:r>
          </a:p>
          <a:p>
            <a:pPr marL="285750" indent="-285750">
              <a:buFont typeface="Arial" panose="020B0604020202020204" pitchFamily="34" charset="0"/>
              <a:buChar char="•"/>
            </a:pPr>
            <a:endParaRPr lang="en-US" b="0" i="0" dirty="0">
              <a:effectLst/>
              <a:latin typeface="Source Sans Pro" panose="020B0503030403020204" pitchFamily="34" charset="0"/>
            </a:endParaRPr>
          </a:p>
          <a:p>
            <a:pPr marL="285750" indent="-285750">
              <a:buFont typeface="Arial" panose="020B0604020202020204" pitchFamily="34" charset="0"/>
              <a:buChar char="•"/>
            </a:pPr>
            <a:endParaRPr lang="en-US" dirty="0">
              <a:latin typeface="Source Sans Pro" panose="020B0503030403020204" pitchFamily="34" charset="0"/>
            </a:endParaRPr>
          </a:p>
          <a:p>
            <a:pPr marL="285750" indent="-285750">
              <a:buFont typeface="Arial" panose="020B0604020202020204" pitchFamily="34" charset="0"/>
              <a:buChar char="•"/>
            </a:pPr>
            <a:endParaRPr lang="en-US" b="0" i="0" dirty="0">
              <a:effectLst/>
              <a:latin typeface="Source Sans Pro" panose="020B0503030403020204" pitchFamily="34" charset="0"/>
            </a:endParaRPr>
          </a:p>
          <a:p>
            <a:pPr marL="285750" indent="-285750">
              <a:buFont typeface="Arial" panose="020B0604020202020204" pitchFamily="34" charset="0"/>
              <a:buChar char="•"/>
            </a:pPr>
            <a:endParaRPr lang="en-US" dirty="0"/>
          </a:p>
        </p:txBody>
      </p:sp>
      <p:pic>
        <p:nvPicPr>
          <p:cNvPr id="11" name="Picture 10">
            <a:extLst>
              <a:ext uri="{FF2B5EF4-FFF2-40B4-BE49-F238E27FC236}">
                <a16:creationId xmlns:a16="http://schemas.microsoft.com/office/drawing/2014/main" id="{48228BF1-F95F-4956-B3C4-7A95671FA813}"/>
              </a:ext>
            </a:extLst>
          </p:cNvPr>
          <p:cNvPicPr>
            <a:picLocks noChangeAspect="1"/>
          </p:cNvPicPr>
          <p:nvPr/>
        </p:nvPicPr>
        <p:blipFill>
          <a:blip r:embed="rId3"/>
          <a:stretch>
            <a:fillRect/>
          </a:stretch>
        </p:blipFill>
        <p:spPr>
          <a:xfrm>
            <a:off x="1149627" y="2403128"/>
            <a:ext cx="8515350" cy="1162050"/>
          </a:xfrm>
          <a:prstGeom prst="rect">
            <a:avLst/>
          </a:prstGeom>
        </p:spPr>
      </p:pic>
    </p:spTree>
    <p:extLst>
      <p:ext uri="{BB962C8B-B14F-4D97-AF65-F5344CB8AC3E}">
        <p14:creationId xmlns:p14="http://schemas.microsoft.com/office/powerpoint/2010/main" val="666146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p:txBody>
          <a:bodyPr/>
          <a:lstStyle/>
          <a:p>
            <a:r>
              <a:rPr lang="en-US" dirty="0"/>
              <a:t>Open Simulation Interface- OSI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1"/>
          </p:nvPr>
        </p:nvSpPr>
        <p:spPr/>
        <p:txBody>
          <a:bodyPr/>
          <a:lstStyle/>
          <a:p>
            <a:fld id="{B6D1532F-61F1-B941-ACDF-6BC65E0B4055}" type="slidenum">
              <a:rPr lang="en-US" smtClean="0"/>
              <a:pPr/>
              <a:t>11</a:t>
            </a:fld>
            <a:endParaRPr lang="en-US" dirty="0"/>
          </a:p>
        </p:txBody>
      </p:sp>
      <p:sp>
        <p:nvSpPr>
          <p:cNvPr id="5" name="TextBox 4">
            <a:extLst>
              <a:ext uri="{FF2B5EF4-FFF2-40B4-BE49-F238E27FC236}">
                <a16:creationId xmlns:a16="http://schemas.microsoft.com/office/drawing/2014/main" id="{98FC5F3F-60E0-44C1-8B36-2140975F74F0}"/>
              </a:ext>
            </a:extLst>
          </p:cNvPr>
          <p:cNvSpPr txBox="1"/>
          <p:nvPr/>
        </p:nvSpPr>
        <p:spPr>
          <a:xfrm>
            <a:off x="609599" y="1043312"/>
            <a:ext cx="2459935" cy="523220"/>
          </a:xfrm>
          <a:prstGeom prst="rect">
            <a:avLst/>
          </a:prstGeom>
          <a:noFill/>
        </p:spPr>
        <p:txBody>
          <a:bodyPr wrap="square" rtlCol="0">
            <a:spAutoFit/>
          </a:bodyPr>
          <a:lstStyle/>
          <a:p>
            <a:r>
              <a:rPr lang="en-US" sz="2800" dirty="0">
                <a:effectLst>
                  <a:outerShdw blurRad="38100" dist="38100" dir="2700000" algn="tl">
                    <a:srgbClr val="000000">
                      <a:alpha val="43137"/>
                    </a:srgbClr>
                  </a:outerShdw>
                </a:effectLst>
              </a:rPr>
              <a:t>Overview</a:t>
            </a:r>
          </a:p>
        </p:txBody>
      </p:sp>
      <p:sp>
        <p:nvSpPr>
          <p:cNvPr id="9" name="TextBox 8">
            <a:extLst>
              <a:ext uri="{FF2B5EF4-FFF2-40B4-BE49-F238E27FC236}">
                <a16:creationId xmlns:a16="http://schemas.microsoft.com/office/drawing/2014/main" id="{48866B8B-C104-41CE-8916-4D1EBED33318}"/>
              </a:ext>
            </a:extLst>
          </p:cNvPr>
          <p:cNvSpPr txBox="1"/>
          <p:nvPr/>
        </p:nvSpPr>
        <p:spPr>
          <a:xfrm>
            <a:off x="890716" y="2185977"/>
            <a:ext cx="7658100" cy="2585323"/>
          </a:xfrm>
          <a:prstGeom prst="rect">
            <a:avLst/>
          </a:prstGeom>
          <a:noFill/>
        </p:spPr>
        <p:txBody>
          <a:bodyPr wrap="square">
            <a:spAutoFit/>
          </a:bodyPr>
          <a:lstStyle/>
          <a:p>
            <a:pPr algn="l" rtl="0"/>
            <a:r>
              <a:rPr lang="en-US" b="0" i="0" dirty="0">
                <a:effectLst/>
              </a:rPr>
              <a:t>Top-level interfaces</a:t>
            </a:r>
          </a:p>
          <a:p>
            <a:pPr marL="285750" indent="-285750">
              <a:buFont typeface="Arial" panose="020B0604020202020204" pitchFamily="34" charset="0"/>
              <a:buChar char="•"/>
            </a:pPr>
            <a:r>
              <a:rPr lang="en-US" b="0" i="0" dirty="0">
                <a:effectLst/>
              </a:rPr>
              <a:t>Ground truth</a:t>
            </a:r>
          </a:p>
          <a:p>
            <a:pPr marL="285750" indent="-285750">
              <a:buFont typeface="Arial" panose="020B0604020202020204" pitchFamily="34" charset="0"/>
              <a:buChar char="•"/>
            </a:pPr>
            <a:r>
              <a:rPr lang="en-US" b="0" i="0" dirty="0">
                <a:effectLst/>
              </a:rPr>
              <a:t>Feature data</a:t>
            </a:r>
          </a:p>
          <a:p>
            <a:pPr marL="285750" indent="-285750">
              <a:buFont typeface="Arial" panose="020B0604020202020204" pitchFamily="34" charset="0"/>
              <a:buChar char="•"/>
            </a:pPr>
            <a:r>
              <a:rPr lang="en-US" b="0" i="0" dirty="0">
                <a:effectLst/>
              </a:rPr>
              <a:t>Sensor view</a:t>
            </a:r>
          </a:p>
          <a:p>
            <a:pPr marL="285750" indent="-285750">
              <a:buFont typeface="Arial" panose="020B0604020202020204" pitchFamily="34" charset="0"/>
              <a:buChar char="•"/>
            </a:pPr>
            <a:r>
              <a:rPr lang="en-US" b="0" i="0" dirty="0">
                <a:effectLst/>
              </a:rPr>
              <a:t>Sensor-view configuration</a:t>
            </a:r>
          </a:p>
          <a:p>
            <a:pPr marL="285750" indent="-285750">
              <a:buFont typeface="Arial" panose="020B0604020202020204" pitchFamily="34" charset="0"/>
              <a:buChar char="•"/>
            </a:pPr>
            <a:r>
              <a:rPr lang="en-US" b="0" i="0" dirty="0">
                <a:effectLst/>
              </a:rPr>
              <a:t>Sensor data</a:t>
            </a:r>
          </a:p>
          <a:p>
            <a:pPr marL="285750" indent="-285750">
              <a:buFont typeface="Arial" panose="020B0604020202020204" pitchFamily="34" charset="0"/>
              <a:buChar char="•"/>
            </a:pPr>
            <a:r>
              <a:rPr lang="en-US" b="0" i="0" dirty="0">
                <a:effectLst/>
              </a:rPr>
              <a:t>Traffic command</a:t>
            </a:r>
          </a:p>
          <a:p>
            <a:pPr marL="285750" indent="-285750">
              <a:buFont typeface="Arial" panose="020B0604020202020204" pitchFamily="34" charset="0"/>
              <a:buChar char="•"/>
            </a:pPr>
            <a:r>
              <a:rPr lang="en-US" b="0" i="0" dirty="0">
                <a:effectLst/>
              </a:rPr>
              <a:t>Traffic update</a:t>
            </a:r>
          </a:p>
          <a:p>
            <a:pPr algn="l" rtl="0"/>
            <a:endParaRPr lang="en-US" b="0" i="0" dirty="0">
              <a:effectLst/>
            </a:endParaRPr>
          </a:p>
        </p:txBody>
      </p:sp>
      <p:sp>
        <p:nvSpPr>
          <p:cNvPr id="11" name="TextBox 10">
            <a:extLst>
              <a:ext uri="{FF2B5EF4-FFF2-40B4-BE49-F238E27FC236}">
                <a16:creationId xmlns:a16="http://schemas.microsoft.com/office/drawing/2014/main" id="{7115B8E6-528C-4A44-8CD0-74DEFCA9CEC0}"/>
              </a:ext>
            </a:extLst>
          </p:cNvPr>
          <p:cNvSpPr txBox="1"/>
          <p:nvPr/>
        </p:nvSpPr>
        <p:spPr>
          <a:xfrm>
            <a:off x="4819157" y="2827063"/>
            <a:ext cx="1627533" cy="369332"/>
          </a:xfrm>
          <a:prstGeom prst="rect">
            <a:avLst/>
          </a:prstGeom>
          <a:noFill/>
        </p:spPr>
        <p:txBody>
          <a:bodyPr wrap="square">
            <a:spAutoFit/>
          </a:bodyPr>
          <a:lstStyle/>
          <a:p>
            <a:r>
              <a:rPr lang="en-US" b="0" i="0" dirty="0">
                <a:effectLst/>
              </a:rPr>
              <a:t>SensorView</a:t>
            </a:r>
          </a:p>
        </p:txBody>
      </p:sp>
      <p:cxnSp>
        <p:nvCxnSpPr>
          <p:cNvPr id="13" name="Straight Arrow Connector 12">
            <a:extLst>
              <a:ext uri="{FF2B5EF4-FFF2-40B4-BE49-F238E27FC236}">
                <a16:creationId xmlns:a16="http://schemas.microsoft.com/office/drawing/2014/main" id="{CD26A631-70C6-4100-9704-C072B6DE79E0}"/>
              </a:ext>
            </a:extLst>
          </p:cNvPr>
          <p:cNvCxnSpPr>
            <a:stCxn id="11" idx="3"/>
          </p:cNvCxnSpPr>
          <p:nvPr/>
        </p:nvCxnSpPr>
        <p:spPr>
          <a:xfrm flipV="1">
            <a:off x="6446690" y="3010030"/>
            <a:ext cx="1222513" cy="16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23A0276-DEAE-4727-AEC5-138F991984E5}"/>
              </a:ext>
            </a:extLst>
          </p:cNvPr>
          <p:cNvSpPr txBox="1"/>
          <p:nvPr/>
        </p:nvSpPr>
        <p:spPr>
          <a:xfrm>
            <a:off x="7718819" y="2825364"/>
            <a:ext cx="1607655" cy="369332"/>
          </a:xfrm>
          <a:prstGeom prst="rect">
            <a:avLst/>
          </a:prstGeom>
          <a:noFill/>
        </p:spPr>
        <p:txBody>
          <a:bodyPr wrap="square">
            <a:spAutoFit/>
          </a:bodyPr>
          <a:lstStyle/>
          <a:p>
            <a:r>
              <a:rPr lang="en-US" b="0" i="0" dirty="0">
                <a:effectLst/>
              </a:rPr>
              <a:t>Ground truth</a:t>
            </a:r>
          </a:p>
        </p:txBody>
      </p:sp>
      <p:sp>
        <p:nvSpPr>
          <p:cNvPr id="16" name="TextBox 15">
            <a:extLst>
              <a:ext uri="{FF2B5EF4-FFF2-40B4-BE49-F238E27FC236}">
                <a16:creationId xmlns:a16="http://schemas.microsoft.com/office/drawing/2014/main" id="{8C2997AA-22DE-4F47-838B-027EE9E4A8F6}"/>
              </a:ext>
            </a:extLst>
          </p:cNvPr>
          <p:cNvSpPr txBox="1"/>
          <p:nvPr/>
        </p:nvSpPr>
        <p:spPr>
          <a:xfrm>
            <a:off x="4819157" y="3376033"/>
            <a:ext cx="1627533" cy="369332"/>
          </a:xfrm>
          <a:prstGeom prst="rect">
            <a:avLst/>
          </a:prstGeom>
          <a:noFill/>
        </p:spPr>
        <p:txBody>
          <a:bodyPr wrap="square">
            <a:spAutoFit/>
          </a:bodyPr>
          <a:lstStyle/>
          <a:p>
            <a:r>
              <a:rPr lang="en-US" b="0" i="0" dirty="0">
                <a:effectLst/>
              </a:rPr>
              <a:t>Sensor</a:t>
            </a:r>
            <a:r>
              <a:rPr lang="en-US" dirty="0"/>
              <a:t>Data</a:t>
            </a:r>
            <a:endParaRPr lang="en-US" b="0" i="0" dirty="0">
              <a:effectLst/>
            </a:endParaRPr>
          </a:p>
        </p:txBody>
      </p:sp>
      <p:cxnSp>
        <p:nvCxnSpPr>
          <p:cNvPr id="17" name="Straight Arrow Connector 16">
            <a:extLst>
              <a:ext uri="{FF2B5EF4-FFF2-40B4-BE49-F238E27FC236}">
                <a16:creationId xmlns:a16="http://schemas.microsoft.com/office/drawing/2014/main" id="{DD3D607E-7ABB-4D51-A1BC-A6127ABF0A5D}"/>
              </a:ext>
            </a:extLst>
          </p:cNvPr>
          <p:cNvCxnSpPr>
            <a:stCxn id="16" idx="3"/>
          </p:cNvCxnSpPr>
          <p:nvPr/>
        </p:nvCxnSpPr>
        <p:spPr>
          <a:xfrm flipV="1">
            <a:off x="6446690" y="3559000"/>
            <a:ext cx="1222513" cy="16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DC19C26-EAE9-4A4D-8435-A108FA76E298}"/>
              </a:ext>
            </a:extLst>
          </p:cNvPr>
          <p:cNvSpPr txBox="1"/>
          <p:nvPr/>
        </p:nvSpPr>
        <p:spPr>
          <a:xfrm>
            <a:off x="7698941" y="3362182"/>
            <a:ext cx="1627533" cy="369332"/>
          </a:xfrm>
          <a:prstGeom prst="rect">
            <a:avLst/>
          </a:prstGeom>
          <a:noFill/>
        </p:spPr>
        <p:txBody>
          <a:bodyPr wrap="square">
            <a:spAutoFit/>
          </a:bodyPr>
          <a:lstStyle/>
          <a:p>
            <a:r>
              <a:rPr lang="en-US" b="0" i="0" dirty="0">
                <a:effectLst/>
              </a:rPr>
              <a:t>Sensor view</a:t>
            </a:r>
          </a:p>
        </p:txBody>
      </p:sp>
      <p:sp>
        <p:nvSpPr>
          <p:cNvPr id="27" name="TextBox 26">
            <a:extLst>
              <a:ext uri="{FF2B5EF4-FFF2-40B4-BE49-F238E27FC236}">
                <a16:creationId xmlns:a16="http://schemas.microsoft.com/office/drawing/2014/main" id="{C2126708-99E7-45F9-9A65-3A442AC7E07C}"/>
              </a:ext>
            </a:extLst>
          </p:cNvPr>
          <p:cNvSpPr txBox="1"/>
          <p:nvPr/>
        </p:nvSpPr>
        <p:spPr>
          <a:xfrm>
            <a:off x="7698941" y="3763439"/>
            <a:ext cx="1726924" cy="369332"/>
          </a:xfrm>
          <a:prstGeom prst="rect">
            <a:avLst/>
          </a:prstGeom>
          <a:noFill/>
        </p:spPr>
        <p:txBody>
          <a:bodyPr wrap="square">
            <a:spAutoFit/>
          </a:bodyPr>
          <a:lstStyle/>
          <a:p>
            <a:r>
              <a:rPr lang="en-US" b="0" i="0" dirty="0">
                <a:effectLst/>
              </a:rPr>
              <a:t>Feature data</a:t>
            </a:r>
          </a:p>
        </p:txBody>
      </p:sp>
      <p:cxnSp>
        <p:nvCxnSpPr>
          <p:cNvPr id="29" name="Connector: Elbow 28">
            <a:extLst>
              <a:ext uri="{FF2B5EF4-FFF2-40B4-BE49-F238E27FC236}">
                <a16:creationId xmlns:a16="http://schemas.microsoft.com/office/drawing/2014/main" id="{C07F212F-6087-4EFB-BF13-4EAA1CD9F65F}"/>
              </a:ext>
            </a:extLst>
          </p:cNvPr>
          <p:cNvCxnSpPr>
            <a:cxnSpLocks/>
          </p:cNvCxnSpPr>
          <p:nvPr/>
        </p:nvCxnSpPr>
        <p:spPr>
          <a:xfrm>
            <a:off x="7043077" y="3559000"/>
            <a:ext cx="640995" cy="3650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5122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p:txBody>
          <a:bodyPr/>
          <a:lstStyle/>
          <a:p>
            <a:r>
              <a:rPr lang="en-US" dirty="0"/>
              <a:t>Open Simulation Interface- OSI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1"/>
          </p:nvPr>
        </p:nvSpPr>
        <p:spPr/>
        <p:txBody>
          <a:bodyPr/>
          <a:lstStyle/>
          <a:p>
            <a:fld id="{B6D1532F-61F1-B941-ACDF-6BC65E0B4055}" type="slidenum">
              <a:rPr lang="en-US" smtClean="0"/>
              <a:pPr/>
              <a:t>12</a:t>
            </a:fld>
            <a:endParaRPr lang="en-US" dirty="0"/>
          </a:p>
        </p:txBody>
      </p:sp>
      <p:sp>
        <p:nvSpPr>
          <p:cNvPr id="5" name="TextBox 4">
            <a:extLst>
              <a:ext uri="{FF2B5EF4-FFF2-40B4-BE49-F238E27FC236}">
                <a16:creationId xmlns:a16="http://schemas.microsoft.com/office/drawing/2014/main" id="{98FC5F3F-60E0-44C1-8B36-2140975F74F0}"/>
              </a:ext>
            </a:extLst>
          </p:cNvPr>
          <p:cNvSpPr txBox="1"/>
          <p:nvPr/>
        </p:nvSpPr>
        <p:spPr>
          <a:xfrm>
            <a:off x="609599" y="1043312"/>
            <a:ext cx="2459935" cy="523220"/>
          </a:xfrm>
          <a:prstGeom prst="rect">
            <a:avLst/>
          </a:prstGeom>
          <a:noFill/>
        </p:spPr>
        <p:txBody>
          <a:bodyPr wrap="square" rtlCol="0">
            <a:spAutoFit/>
          </a:bodyPr>
          <a:lstStyle/>
          <a:p>
            <a:r>
              <a:rPr lang="en-US" sz="2800" dirty="0">
                <a:effectLst>
                  <a:outerShdw blurRad="38100" dist="38100" dir="2700000" algn="tl">
                    <a:srgbClr val="000000">
                      <a:alpha val="43137"/>
                    </a:srgbClr>
                  </a:outerShdw>
                </a:effectLst>
              </a:rPr>
              <a:t>Overview</a:t>
            </a:r>
          </a:p>
        </p:txBody>
      </p:sp>
      <p:sp>
        <p:nvSpPr>
          <p:cNvPr id="6" name="TextBox 5">
            <a:extLst>
              <a:ext uri="{FF2B5EF4-FFF2-40B4-BE49-F238E27FC236}">
                <a16:creationId xmlns:a16="http://schemas.microsoft.com/office/drawing/2014/main" id="{5A2BC0F5-4BFB-4FC8-A5C3-321FA727813B}"/>
              </a:ext>
            </a:extLst>
          </p:cNvPr>
          <p:cNvSpPr txBox="1"/>
          <p:nvPr/>
        </p:nvSpPr>
        <p:spPr>
          <a:xfrm>
            <a:off x="609599" y="2035938"/>
            <a:ext cx="5698996" cy="369332"/>
          </a:xfrm>
          <a:prstGeom prst="rect">
            <a:avLst/>
          </a:prstGeom>
          <a:noFill/>
        </p:spPr>
        <p:txBody>
          <a:bodyPr wrap="none" rtlCol="0">
            <a:spAutoFit/>
          </a:bodyPr>
          <a:lstStyle/>
          <a:p>
            <a:r>
              <a:rPr lang="en-US" dirty="0"/>
              <a:t>Lets dig some OSI .proto files and see how that looks </a:t>
            </a:r>
          </a:p>
        </p:txBody>
      </p:sp>
      <p:sp>
        <p:nvSpPr>
          <p:cNvPr id="18" name="TextBox 17">
            <a:extLst>
              <a:ext uri="{FF2B5EF4-FFF2-40B4-BE49-F238E27FC236}">
                <a16:creationId xmlns:a16="http://schemas.microsoft.com/office/drawing/2014/main" id="{1E6BC17E-1BFA-49CF-BB84-B4301129ADA6}"/>
              </a:ext>
            </a:extLst>
          </p:cNvPr>
          <p:cNvSpPr txBox="1"/>
          <p:nvPr/>
        </p:nvSpPr>
        <p:spPr>
          <a:xfrm>
            <a:off x="609599" y="2690010"/>
            <a:ext cx="7658100" cy="369332"/>
          </a:xfrm>
          <a:prstGeom prst="rect">
            <a:avLst/>
          </a:prstGeom>
          <a:noFill/>
        </p:spPr>
        <p:txBody>
          <a:bodyPr wrap="square">
            <a:spAutoFit/>
          </a:bodyPr>
          <a:lstStyle/>
          <a:p>
            <a:r>
              <a:rPr lang="en-US" dirty="0">
                <a:hlinkClick r:id="rId2"/>
              </a:rPr>
              <a:t>https://github.com/OpenSimulationInterface/open-simulation-interface</a:t>
            </a:r>
            <a:endParaRPr lang="en-US" dirty="0"/>
          </a:p>
        </p:txBody>
      </p:sp>
    </p:spTree>
    <p:extLst>
      <p:ext uri="{BB962C8B-B14F-4D97-AF65-F5344CB8AC3E}">
        <p14:creationId xmlns:p14="http://schemas.microsoft.com/office/powerpoint/2010/main" val="2643702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026AFA71-CC67-A262-78D9-649A15B0E3AC}"/>
              </a:ext>
            </a:extLst>
          </p:cNvPr>
          <p:cNvSpPr>
            <a:spLocks noGrp="1"/>
          </p:cNvSpPr>
          <p:nvPr>
            <p:ph type="body" sz="quarter" idx="15"/>
          </p:nvPr>
        </p:nvSpPr>
        <p:spPr>
          <a:xfrm>
            <a:off x="696506" y="1788613"/>
            <a:ext cx="5252145" cy="2962291"/>
          </a:xfrm>
        </p:spPr>
        <p:txBody>
          <a:bodyPr/>
          <a:lstStyle/>
          <a:p>
            <a:pPr marL="171450" indent="-171450">
              <a:buFont typeface="Arial" panose="020B0604020202020204" pitchFamily="34" charset="0"/>
              <a:buChar char="•"/>
            </a:pPr>
            <a:r>
              <a:rPr lang="en-US" sz="1800" b="0" dirty="0"/>
              <a:t>Global Co-ordinate System:</a:t>
            </a:r>
            <a:endParaRPr lang="en-US" sz="1600" b="0" dirty="0"/>
          </a:p>
          <a:p>
            <a:pPr marL="400050" lvl="5" indent="0">
              <a:buNone/>
            </a:pPr>
            <a:r>
              <a:rPr kumimoji="0" lang="en-US" altLang="en-US" sz="1600" b="0" i="0" u="none" strike="noStrike" cap="none" normalizeH="0" baseline="0" dirty="0">
                <a:ln>
                  <a:noFill/>
                </a:ln>
                <a:solidFill>
                  <a:schemeClr val="tx1"/>
                </a:solidFill>
                <a:effectLst/>
              </a:rPr>
              <a:t>Coordinate system for all entities that are part of ground truth. The global coordinate system is an inertial x/y/z-coordinate system. The origin is the global reference point that is determined by the environment simulation. This reference point may be derived from map data or other considerations. Global coordinates can be mapped to a geographic coordinate system via </a:t>
            </a:r>
            <a:r>
              <a:rPr kumimoji="0" lang="en-US" altLang="en-US" sz="1600" b="0" i="0" u="none" strike="noStrike" cap="none" normalizeH="0" baseline="0" dirty="0">
                <a:ln>
                  <a:noFill/>
                </a:ln>
                <a:effectLst/>
                <a:ea typeface="Hack"/>
              </a:rPr>
              <a:t>osi3::</a:t>
            </a:r>
            <a:r>
              <a:rPr kumimoji="0" lang="en-US" altLang="en-US" sz="1600" b="0" i="0" u="none" strike="noStrike" cap="none" normalizeH="0" baseline="0" dirty="0" err="1">
                <a:ln>
                  <a:noFill/>
                </a:ln>
                <a:effectLst/>
                <a:ea typeface="Hack"/>
              </a:rPr>
              <a:t>GroundTruth</a:t>
            </a:r>
            <a:r>
              <a:rPr kumimoji="0" lang="en-US" altLang="en-US" sz="1600" b="0" i="0" u="none" strike="noStrike" cap="none" normalizeH="0" baseline="0" dirty="0">
                <a:ln>
                  <a:noFill/>
                </a:ln>
                <a:effectLst/>
                <a:ea typeface="Hack"/>
              </a:rPr>
              <a:t>::</a:t>
            </a:r>
            <a:r>
              <a:rPr kumimoji="0" lang="en-US" altLang="en-US" sz="1600" b="0" i="0" u="none" strike="noStrike" cap="none" normalizeH="0" baseline="0" dirty="0" err="1">
                <a:ln>
                  <a:noFill/>
                </a:ln>
                <a:effectLst/>
                <a:ea typeface="Hack"/>
              </a:rPr>
              <a:t>proj_string</a:t>
            </a:r>
            <a:r>
              <a:rPr kumimoji="0" lang="en-US" altLang="en-US" sz="1600" b="0" i="0" u="none" strike="noStrike" cap="none" normalizeH="0" baseline="0" dirty="0">
                <a:ln>
                  <a:noFill/>
                </a:ln>
                <a:effectLst/>
              </a:rPr>
              <a:t>.</a:t>
            </a:r>
          </a:p>
        </p:txBody>
      </p:sp>
      <p:sp>
        <p:nvSpPr>
          <p:cNvPr id="5" name="TextBox 4">
            <a:extLst>
              <a:ext uri="{FF2B5EF4-FFF2-40B4-BE49-F238E27FC236}">
                <a16:creationId xmlns:a16="http://schemas.microsoft.com/office/drawing/2014/main" id="{98FC5F3F-60E0-44C1-8B36-2140975F74F0}"/>
              </a:ext>
            </a:extLst>
          </p:cNvPr>
          <p:cNvSpPr txBox="1"/>
          <p:nvPr/>
        </p:nvSpPr>
        <p:spPr>
          <a:xfrm>
            <a:off x="480391" y="1006973"/>
            <a:ext cx="5181600" cy="615553"/>
          </a:xfrm>
          <a:prstGeom prst="rect">
            <a:avLst/>
          </a:prstGeom>
        </p:spPr>
        <p:txBody>
          <a:bodyPr vert="horz" lIns="182880" tIns="182880" rIns="182880" bIns="182880" rtlCol="0" anchor="b">
            <a:noAutofit/>
          </a:bodyPr>
          <a:lstStyle/>
          <a:p>
            <a:pPr>
              <a:spcBef>
                <a:spcPts val="600"/>
              </a:spcBef>
            </a:pPr>
            <a:r>
              <a:rPr lang="en-US" sz="2800" b="0" kern="1200" baseline="0" dirty="0">
                <a:effectLst>
                  <a:outerShdw blurRad="50800" dist="38100" dir="5400000" algn="t" rotWithShape="0">
                    <a:prstClr val="black">
                      <a:alpha val="40000"/>
                    </a:prstClr>
                  </a:outerShdw>
                </a:effectLst>
                <a:latin typeface="+mn-lt"/>
                <a:ea typeface="+mn-ea"/>
                <a:cs typeface="+mn-cs"/>
              </a:rPr>
              <a:t>Co-Ordinate System</a:t>
            </a:r>
          </a:p>
        </p:txBody>
      </p:sp>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a:latin typeface="+mj-lt"/>
                <a:ea typeface="+mj-ea"/>
                <a:cs typeface="+mj-cs"/>
              </a:rPr>
              <a:t>Open Simulation Interface- OSI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7"/>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8"/>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13</a:t>
            </a:fld>
            <a:endParaRPr lang="en-US"/>
          </a:p>
        </p:txBody>
      </p:sp>
      <p:grpSp>
        <p:nvGrpSpPr>
          <p:cNvPr id="34" name="Group 33">
            <a:extLst>
              <a:ext uri="{FF2B5EF4-FFF2-40B4-BE49-F238E27FC236}">
                <a16:creationId xmlns:a16="http://schemas.microsoft.com/office/drawing/2014/main" id="{5943B4A6-6C91-4A88-93E4-4EEB003E3216}"/>
              </a:ext>
            </a:extLst>
          </p:cNvPr>
          <p:cNvGrpSpPr/>
          <p:nvPr/>
        </p:nvGrpSpPr>
        <p:grpSpPr>
          <a:xfrm>
            <a:off x="6196036" y="2206487"/>
            <a:ext cx="4052304" cy="3374101"/>
            <a:chOff x="6094223" y="1304922"/>
            <a:chExt cx="5471001" cy="3030827"/>
          </a:xfrm>
        </p:grpSpPr>
        <p:pic>
          <p:nvPicPr>
            <p:cNvPr id="7" name="Picture 6">
              <a:extLst>
                <a:ext uri="{FF2B5EF4-FFF2-40B4-BE49-F238E27FC236}">
                  <a16:creationId xmlns:a16="http://schemas.microsoft.com/office/drawing/2014/main" id="{B525BCF0-31E8-470B-B5C9-2833D122CBCD}"/>
                </a:ext>
              </a:extLst>
            </p:cNvPr>
            <p:cNvPicPr>
              <a:picLocks noChangeAspect="1"/>
            </p:cNvPicPr>
            <p:nvPr/>
          </p:nvPicPr>
          <p:blipFill>
            <a:blip r:embed="rId2"/>
            <a:stretch>
              <a:fillRect/>
            </a:stretch>
          </p:blipFill>
          <p:spPr>
            <a:xfrm>
              <a:off x="6094223" y="1304922"/>
              <a:ext cx="3874726" cy="1706636"/>
            </a:xfrm>
            <a:prstGeom prst="rect">
              <a:avLst/>
            </a:prstGeom>
            <a:noFill/>
          </p:spPr>
        </p:pic>
        <p:grpSp>
          <p:nvGrpSpPr>
            <p:cNvPr id="33" name="Group 32">
              <a:extLst>
                <a:ext uri="{FF2B5EF4-FFF2-40B4-BE49-F238E27FC236}">
                  <a16:creationId xmlns:a16="http://schemas.microsoft.com/office/drawing/2014/main" id="{BE6385A7-25FF-4051-BAF9-A2756774EC95}"/>
                </a:ext>
              </a:extLst>
            </p:cNvPr>
            <p:cNvGrpSpPr/>
            <p:nvPr/>
          </p:nvGrpSpPr>
          <p:grpSpPr>
            <a:xfrm>
              <a:off x="6868416" y="2158240"/>
              <a:ext cx="4696808" cy="2177509"/>
              <a:chOff x="6868416" y="2158240"/>
              <a:chExt cx="4696808" cy="2177509"/>
            </a:xfrm>
          </p:grpSpPr>
          <p:pic>
            <p:nvPicPr>
              <p:cNvPr id="10" name="Picture 9">
                <a:extLst>
                  <a:ext uri="{FF2B5EF4-FFF2-40B4-BE49-F238E27FC236}">
                    <a16:creationId xmlns:a16="http://schemas.microsoft.com/office/drawing/2014/main" id="{D0A416E6-7DE2-4520-B128-151EF76C500E}"/>
                  </a:ext>
                </a:extLst>
              </p:cNvPr>
              <p:cNvPicPr>
                <a:picLocks noChangeAspect="1"/>
              </p:cNvPicPr>
              <p:nvPr/>
            </p:nvPicPr>
            <p:blipFill>
              <a:blip r:embed="rId3"/>
              <a:stretch>
                <a:fillRect/>
              </a:stretch>
            </p:blipFill>
            <p:spPr>
              <a:xfrm>
                <a:off x="7942611" y="3294876"/>
                <a:ext cx="1541222" cy="1040873"/>
              </a:xfrm>
              <a:prstGeom prst="rect">
                <a:avLst/>
              </a:prstGeom>
            </p:spPr>
          </p:pic>
          <p:pic>
            <p:nvPicPr>
              <p:cNvPr id="18" name="Picture 17">
                <a:extLst>
                  <a:ext uri="{FF2B5EF4-FFF2-40B4-BE49-F238E27FC236}">
                    <a16:creationId xmlns:a16="http://schemas.microsoft.com/office/drawing/2014/main" id="{22F340F4-9767-487C-9F01-8AFDC5577EBF}"/>
                  </a:ext>
                </a:extLst>
              </p:cNvPr>
              <p:cNvPicPr>
                <a:picLocks noChangeAspect="1"/>
              </p:cNvPicPr>
              <p:nvPr/>
            </p:nvPicPr>
            <p:blipFill>
              <a:blip r:embed="rId3"/>
              <a:stretch>
                <a:fillRect/>
              </a:stretch>
            </p:blipFill>
            <p:spPr>
              <a:xfrm rot="21397771">
                <a:off x="9993769" y="2754021"/>
                <a:ext cx="1571455" cy="1061291"/>
              </a:xfrm>
              <a:prstGeom prst="rect">
                <a:avLst/>
              </a:prstGeom>
            </p:spPr>
          </p:pic>
          <p:cxnSp>
            <p:nvCxnSpPr>
              <p:cNvPr id="20" name="Straight Arrow Connector 19">
                <a:extLst>
                  <a:ext uri="{FF2B5EF4-FFF2-40B4-BE49-F238E27FC236}">
                    <a16:creationId xmlns:a16="http://schemas.microsoft.com/office/drawing/2014/main" id="{35A1C613-08A6-4427-8013-EF3243CAF87E}"/>
                  </a:ext>
                </a:extLst>
              </p:cNvPr>
              <p:cNvCxnSpPr>
                <a:cxnSpLocks/>
              </p:cNvCxnSpPr>
              <p:nvPr/>
            </p:nvCxnSpPr>
            <p:spPr>
              <a:xfrm flipV="1">
                <a:off x="6887817" y="2158240"/>
                <a:ext cx="1530626" cy="4557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2FAA38CB-5EB9-4D18-A6BA-A0BB1BA731D6}"/>
                  </a:ext>
                </a:extLst>
              </p:cNvPr>
              <p:cNvCxnSpPr>
                <a:cxnSpLocks/>
              </p:cNvCxnSpPr>
              <p:nvPr/>
            </p:nvCxnSpPr>
            <p:spPr>
              <a:xfrm>
                <a:off x="6923082" y="2638691"/>
                <a:ext cx="4079535" cy="571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ECC710E-9A34-4201-BBC4-C097988D2790}"/>
                  </a:ext>
                </a:extLst>
              </p:cNvPr>
              <p:cNvCxnSpPr>
                <a:cxnSpLocks/>
              </p:cNvCxnSpPr>
              <p:nvPr/>
            </p:nvCxnSpPr>
            <p:spPr>
              <a:xfrm>
                <a:off x="6868416" y="2613991"/>
                <a:ext cx="2017167" cy="1034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sp>
        <p:nvSpPr>
          <p:cNvPr id="36" name="Rectangle 2">
            <a:extLst>
              <a:ext uri="{FF2B5EF4-FFF2-40B4-BE49-F238E27FC236}">
                <a16:creationId xmlns:a16="http://schemas.microsoft.com/office/drawing/2014/main" id="{8F7B2B26-5510-4F42-AC16-AC20975DA1FE}"/>
              </a:ext>
            </a:extLst>
          </p:cNvPr>
          <p:cNvSpPr>
            <a:spLocks noChangeArrowheads="1"/>
          </p:cNvSpPr>
          <p:nvPr/>
        </p:nvSpPr>
        <p:spPr bwMode="auto">
          <a:xfrm>
            <a:off x="0" y="-153888"/>
            <a:ext cx="184731"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63809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026AFA71-CC67-A262-78D9-649A15B0E3AC}"/>
              </a:ext>
            </a:extLst>
          </p:cNvPr>
          <p:cNvSpPr>
            <a:spLocks noGrp="1"/>
          </p:cNvSpPr>
          <p:nvPr>
            <p:ph type="body" sz="quarter" idx="15"/>
          </p:nvPr>
        </p:nvSpPr>
        <p:spPr>
          <a:xfrm>
            <a:off x="696506" y="1788613"/>
            <a:ext cx="5252145" cy="2455396"/>
          </a:xfrm>
        </p:spPr>
        <p:txBody>
          <a:bodyPr/>
          <a:lstStyle/>
          <a:p>
            <a:pPr marL="171450" indent="-171450">
              <a:buFont typeface="Arial" panose="020B0604020202020204" pitchFamily="34" charset="0"/>
              <a:buChar char="•"/>
            </a:pPr>
            <a:r>
              <a:rPr lang="en-US" sz="1800" b="0" dirty="0"/>
              <a:t>Object Co-ordinate System:</a:t>
            </a:r>
          </a:p>
          <a:p>
            <a:pPr marL="400050" lvl="5" indent="0">
              <a:buNone/>
            </a:pPr>
            <a:r>
              <a:rPr lang="en-US" sz="1600" b="0" i="0" dirty="0">
                <a:effectLst/>
              </a:rPr>
              <a:t>Local object coordinate system. The origin of the corresponding coordinate system is not necessarily identical to the center of the object’s bounding box. If the origin of the corresponding coordinate system is not identical to the center of the object’s bounding box, the object documentation will provide the actual definition.</a:t>
            </a:r>
            <a:endParaRPr lang="en-US" sz="1600" b="0" dirty="0"/>
          </a:p>
          <a:p>
            <a:pPr marL="171450" indent="-171450">
              <a:buFont typeface="Arial" panose="020B0604020202020204" pitchFamily="34" charset="0"/>
              <a:buChar char="•"/>
            </a:pPr>
            <a:endParaRPr lang="en-US" sz="1800" b="0" dirty="0"/>
          </a:p>
          <a:p>
            <a:pPr marL="171450" indent="-171450">
              <a:buFont typeface="Arial" panose="020B0604020202020204" pitchFamily="34" charset="0"/>
              <a:buChar char="•"/>
            </a:pPr>
            <a:endParaRPr lang="en-US" sz="1800" b="0" dirty="0"/>
          </a:p>
        </p:txBody>
      </p:sp>
      <p:sp>
        <p:nvSpPr>
          <p:cNvPr id="5" name="TextBox 4">
            <a:extLst>
              <a:ext uri="{FF2B5EF4-FFF2-40B4-BE49-F238E27FC236}">
                <a16:creationId xmlns:a16="http://schemas.microsoft.com/office/drawing/2014/main" id="{98FC5F3F-60E0-44C1-8B36-2140975F74F0}"/>
              </a:ext>
            </a:extLst>
          </p:cNvPr>
          <p:cNvSpPr txBox="1"/>
          <p:nvPr/>
        </p:nvSpPr>
        <p:spPr>
          <a:xfrm>
            <a:off x="480391" y="1006973"/>
            <a:ext cx="5181600" cy="615553"/>
          </a:xfrm>
          <a:prstGeom prst="rect">
            <a:avLst/>
          </a:prstGeom>
        </p:spPr>
        <p:txBody>
          <a:bodyPr vert="horz" lIns="182880" tIns="182880" rIns="182880" bIns="182880" rtlCol="0" anchor="b">
            <a:noAutofit/>
          </a:bodyPr>
          <a:lstStyle/>
          <a:p>
            <a:pPr>
              <a:spcBef>
                <a:spcPts val="600"/>
              </a:spcBef>
            </a:pPr>
            <a:r>
              <a:rPr lang="en-US" sz="2800" b="0" kern="1200" baseline="0" dirty="0">
                <a:effectLst>
                  <a:outerShdw blurRad="50800" dist="38100" dir="5400000" algn="t" rotWithShape="0">
                    <a:prstClr val="black">
                      <a:alpha val="40000"/>
                    </a:prstClr>
                  </a:outerShdw>
                </a:effectLst>
                <a:latin typeface="+mn-lt"/>
                <a:ea typeface="+mn-ea"/>
                <a:cs typeface="+mn-cs"/>
              </a:rPr>
              <a:t>Co-Ordinate System</a:t>
            </a:r>
          </a:p>
        </p:txBody>
      </p:sp>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a:latin typeface="+mj-lt"/>
                <a:ea typeface="+mj-ea"/>
                <a:cs typeface="+mj-cs"/>
              </a:rPr>
              <a:t>Open Simulation Interface- OSI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7"/>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8"/>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14</a:t>
            </a:fld>
            <a:endParaRPr lang="en-US"/>
          </a:p>
        </p:txBody>
      </p:sp>
      <p:pic>
        <p:nvPicPr>
          <p:cNvPr id="32" name="Picture 31">
            <a:extLst>
              <a:ext uri="{FF2B5EF4-FFF2-40B4-BE49-F238E27FC236}">
                <a16:creationId xmlns:a16="http://schemas.microsoft.com/office/drawing/2014/main" id="{45B24E5B-23A5-42C8-AC0E-634D0C709519}"/>
              </a:ext>
            </a:extLst>
          </p:cNvPr>
          <p:cNvPicPr>
            <a:picLocks noChangeAspect="1"/>
          </p:cNvPicPr>
          <p:nvPr/>
        </p:nvPicPr>
        <p:blipFill>
          <a:blip r:embed="rId2"/>
          <a:stretch>
            <a:fillRect/>
          </a:stretch>
        </p:blipFill>
        <p:spPr>
          <a:xfrm>
            <a:off x="5968647" y="2802835"/>
            <a:ext cx="4250326" cy="2939653"/>
          </a:xfrm>
          <a:prstGeom prst="rect">
            <a:avLst/>
          </a:prstGeom>
        </p:spPr>
      </p:pic>
      <p:sp>
        <p:nvSpPr>
          <p:cNvPr id="36" name="Rectangle 2">
            <a:extLst>
              <a:ext uri="{FF2B5EF4-FFF2-40B4-BE49-F238E27FC236}">
                <a16:creationId xmlns:a16="http://schemas.microsoft.com/office/drawing/2014/main" id="{8F7B2B26-5510-4F42-AC16-AC20975DA1FE}"/>
              </a:ext>
            </a:extLst>
          </p:cNvPr>
          <p:cNvSpPr>
            <a:spLocks noChangeArrowheads="1"/>
          </p:cNvSpPr>
          <p:nvPr/>
        </p:nvSpPr>
        <p:spPr bwMode="auto">
          <a:xfrm>
            <a:off x="0" y="-153888"/>
            <a:ext cx="184731"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03897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026AFA71-CC67-A262-78D9-649A15B0E3AC}"/>
              </a:ext>
            </a:extLst>
          </p:cNvPr>
          <p:cNvSpPr>
            <a:spLocks noGrp="1"/>
          </p:cNvSpPr>
          <p:nvPr>
            <p:ph type="body" sz="quarter" idx="15"/>
          </p:nvPr>
        </p:nvSpPr>
        <p:spPr>
          <a:xfrm>
            <a:off x="696506" y="1788613"/>
            <a:ext cx="5252145" cy="4490588"/>
          </a:xfrm>
        </p:spPr>
        <p:txBody>
          <a:bodyPr/>
          <a:lstStyle/>
          <a:p>
            <a:pPr marL="171450" indent="-171450">
              <a:buFont typeface="Arial" panose="020B0604020202020204" pitchFamily="34" charset="0"/>
              <a:buChar char="•"/>
            </a:pPr>
            <a:r>
              <a:rPr lang="en-US" sz="1800" b="0" dirty="0"/>
              <a:t>Sensor Co-ordinate System:</a:t>
            </a:r>
          </a:p>
          <a:p>
            <a:pPr marL="457200" lvl="5" indent="0">
              <a:buNone/>
            </a:pPr>
            <a:r>
              <a:rPr lang="en-US" sz="1600" b="0" i="0" dirty="0">
                <a:effectLst/>
              </a:rPr>
              <a:t>Coordinate system for all entities that are part of sensor data. The origin is the mounting position of the physical sensor or a virtual mounting position, depending on the OSI message</a:t>
            </a:r>
            <a:r>
              <a:rPr lang="en-US" sz="1400" b="0" i="0" dirty="0">
                <a:effectLst/>
              </a:rPr>
              <a:t>.</a:t>
            </a:r>
          </a:p>
          <a:p>
            <a:pPr marL="228600" lvl="4" indent="0">
              <a:buNone/>
            </a:pPr>
            <a:endParaRPr lang="en-US" sz="1600" b="0" dirty="0"/>
          </a:p>
          <a:p>
            <a:pPr marL="171450" indent="-171450">
              <a:buFont typeface="Arial" panose="020B0604020202020204" pitchFamily="34" charset="0"/>
              <a:buChar char="•"/>
            </a:pPr>
            <a:r>
              <a:rPr lang="en-US" sz="1200" b="0" dirty="0">
                <a:highlight>
                  <a:srgbClr val="FFFF00"/>
                </a:highlight>
              </a:rPr>
              <a:t>Note that host local co-ordinates are different for OSI and Aptiv Co-ordinate. +Y is on left hand side </a:t>
            </a:r>
          </a:p>
          <a:p>
            <a:pPr marL="171450" indent="-171450">
              <a:buFont typeface="Arial" panose="020B0604020202020204" pitchFamily="34" charset="0"/>
              <a:buChar char="•"/>
            </a:pPr>
            <a:endParaRPr lang="en-US" sz="1800" b="0" dirty="0"/>
          </a:p>
          <a:p>
            <a:pPr marL="171450" indent="-171450">
              <a:buFont typeface="Arial" panose="020B0604020202020204" pitchFamily="34" charset="0"/>
              <a:buChar char="•"/>
            </a:pPr>
            <a:endParaRPr lang="en-US" sz="1800" b="0" dirty="0"/>
          </a:p>
        </p:txBody>
      </p:sp>
      <p:sp>
        <p:nvSpPr>
          <p:cNvPr id="5" name="TextBox 4">
            <a:extLst>
              <a:ext uri="{FF2B5EF4-FFF2-40B4-BE49-F238E27FC236}">
                <a16:creationId xmlns:a16="http://schemas.microsoft.com/office/drawing/2014/main" id="{98FC5F3F-60E0-44C1-8B36-2140975F74F0}"/>
              </a:ext>
            </a:extLst>
          </p:cNvPr>
          <p:cNvSpPr txBox="1"/>
          <p:nvPr/>
        </p:nvSpPr>
        <p:spPr>
          <a:xfrm>
            <a:off x="480391" y="1006973"/>
            <a:ext cx="5181600" cy="615553"/>
          </a:xfrm>
          <a:prstGeom prst="rect">
            <a:avLst/>
          </a:prstGeom>
        </p:spPr>
        <p:txBody>
          <a:bodyPr vert="horz" lIns="182880" tIns="182880" rIns="182880" bIns="182880" rtlCol="0" anchor="b">
            <a:noAutofit/>
          </a:bodyPr>
          <a:lstStyle/>
          <a:p>
            <a:pPr>
              <a:spcBef>
                <a:spcPts val="600"/>
              </a:spcBef>
            </a:pPr>
            <a:r>
              <a:rPr lang="en-US" sz="2800" b="0" kern="1200" baseline="0" dirty="0">
                <a:effectLst>
                  <a:outerShdw blurRad="50800" dist="38100" dir="5400000" algn="t" rotWithShape="0">
                    <a:prstClr val="black">
                      <a:alpha val="40000"/>
                    </a:prstClr>
                  </a:outerShdw>
                </a:effectLst>
                <a:latin typeface="+mn-lt"/>
                <a:ea typeface="+mn-ea"/>
                <a:cs typeface="+mn-cs"/>
              </a:rPr>
              <a:t>Co-Ordinate System</a:t>
            </a:r>
          </a:p>
        </p:txBody>
      </p:sp>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dirty="0">
                <a:latin typeface="+mj-lt"/>
                <a:ea typeface="+mj-ea"/>
                <a:cs typeface="+mj-cs"/>
              </a:rPr>
              <a:t>Open Simulation Interface- OSI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7"/>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8"/>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15</a:t>
            </a:fld>
            <a:endParaRPr lang="en-US"/>
          </a:p>
        </p:txBody>
      </p:sp>
      <p:pic>
        <p:nvPicPr>
          <p:cNvPr id="32" name="Picture 31">
            <a:extLst>
              <a:ext uri="{FF2B5EF4-FFF2-40B4-BE49-F238E27FC236}">
                <a16:creationId xmlns:a16="http://schemas.microsoft.com/office/drawing/2014/main" id="{45B24E5B-23A5-42C8-AC0E-634D0C709519}"/>
              </a:ext>
            </a:extLst>
          </p:cNvPr>
          <p:cNvPicPr>
            <a:picLocks noChangeAspect="1"/>
          </p:cNvPicPr>
          <p:nvPr/>
        </p:nvPicPr>
        <p:blipFill>
          <a:blip r:embed="rId2"/>
          <a:stretch>
            <a:fillRect/>
          </a:stretch>
        </p:blipFill>
        <p:spPr>
          <a:xfrm>
            <a:off x="6243351" y="2971800"/>
            <a:ext cx="4590301" cy="3307401"/>
          </a:xfrm>
          <a:prstGeom prst="rect">
            <a:avLst/>
          </a:prstGeom>
        </p:spPr>
      </p:pic>
      <p:sp>
        <p:nvSpPr>
          <p:cNvPr id="36" name="Rectangle 2">
            <a:extLst>
              <a:ext uri="{FF2B5EF4-FFF2-40B4-BE49-F238E27FC236}">
                <a16:creationId xmlns:a16="http://schemas.microsoft.com/office/drawing/2014/main" id="{8F7B2B26-5510-4F42-AC16-AC20975DA1FE}"/>
              </a:ext>
            </a:extLst>
          </p:cNvPr>
          <p:cNvSpPr>
            <a:spLocks noChangeArrowheads="1"/>
          </p:cNvSpPr>
          <p:nvPr/>
        </p:nvSpPr>
        <p:spPr bwMode="auto">
          <a:xfrm>
            <a:off x="0" y="-153888"/>
            <a:ext cx="184731"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6914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FC5F3F-60E0-44C1-8B36-2140975F74F0}"/>
              </a:ext>
            </a:extLst>
          </p:cNvPr>
          <p:cNvSpPr txBox="1"/>
          <p:nvPr/>
        </p:nvSpPr>
        <p:spPr>
          <a:xfrm>
            <a:off x="480391" y="1006973"/>
            <a:ext cx="5181600" cy="615553"/>
          </a:xfrm>
          <a:prstGeom prst="rect">
            <a:avLst/>
          </a:prstGeom>
        </p:spPr>
        <p:txBody>
          <a:bodyPr vert="horz" lIns="182880" tIns="182880" rIns="182880" bIns="182880" rtlCol="0" anchor="b">
            <a:noAutofit/>
          </a:bodyPr>
          <a:lstStyle/>
          <a:p>
            <a:pPr>
              <a:spcBef>
                <a:spcPts val="600"/>
              </a:spcBef>
            </a:pPr>
            <a:r>
              <a:rPr lang="en-US" sz="2800" dirty="0">
                <a:effectLst>
                  <a:outerShdw blurRad="50800" dist="38100" dir="5400000" algn="t" rotWithShape="0">
                    <a:prstClr val="black">
                      <a:alpha val="40000"/>
                    </a:prstClr>
                  </a:outerShdw>
                </a:effectLst>
              </a:rPr>
              <a:t>Scenario/Scene Storage</a:t>
            </a:r>
            <a:endParaRPr lang="en-US" sz="2800" b="0" kern="1200" baseline="0" dirty="0">
              <a:effectLst>
                <a:outerShdw blurRad="50800" dist="38100" dir="5400000" algn="t" rotWithShape="0">
                  <a:prstClr val="black">
                    <a:alpha val="40000"/>
                  </a:prstClr>
                </a:outerShdw>
              </a:effectLst>
              <a:latin typeface="+mn-lt"/>
              <a:ea typeface="+mn-ea"/>
              <a:cs typeface="+mn-cs"/>
            </a:endParaRPr>
          </a:p>
        </p:txBody>
      </p:sp>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dirty="0">
                <a:latin typeface="+mj-lt"/>
                <a:ea typeface="+mj-ea"/>
                <a:cs typeface="+mj-cs"/>
              </a:rPr>
              <a:t>Open Simulation Interface- OSI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7"/>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8"/>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16</a:t>
            </a:fld>
            <a:endParaRPr lang="en-US"/>
          </a:p>
        </p:txBody>
      </p:sp>
      <p:sp>
        <p:nvSpPr>
          <p:cNvPr id="36" name="Rectangle 2">
            <a:extLst>
              <a:ext uri="{FF2B5EF4-FFF2-40B4-BE49-F238E27FC236}">
                <a16:creationId xmlns:a16="http://schemas.microsoft.com/office/drawing/2014/main" id="{8F7B2B26-5510-4F42-AC16-AC20975DA1FE}"/>
              </a:ext>
            </a:extLst>
          </p:cNvPr>
          <p:cNvSpPr>
            <a:spLocks noChangeArrowheads="1"/>
          </p:cNvSpPr>
          <p:nvPr/>
        </p:nvSpPr>
        <p:spPr bwMode="auto">
          <a:xfrm>
            <a:off x="0" y="-153888"/>
            <a:ext cx="184731"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CD7F140C-F9FF-4B27-8E50-42E62B0DFBFB}"/>
              </a:ext>
            </a:extLst>
          </p:cNvPr>
          <p:cNvSpPr txBox="1"/>
          <p:nvPr/>
        </p:nvSpPr>
        <p:spPr>
          <a:xfrm>
            <a:off x="613284" y="1790723"/>
            <a:ext cx="8289449" cy="646331"/>
          </a:xfrm>
          <a:prstGeom prst="rect">
            <a:avLst/>
          </a:prstGeom>
          <a:noFill/>
        </p:spPr>
        <p:txBody>
          <a:bodyPr wrap="none" rtlCol="0">
            <a:spAutoFit/>
          </a:bodyPr>
          <a:lstStyle/>
          <a:p>
            <a:r>
              <a:rPr lang="en-US" dirty="0"/>
              <a:t>There are 3 OSI file type that can be used for storing the OSI messages/frames</a:t>
            </a:r>
          </a:p>
          <a:p>
            <a:endParaRPr lang="en-US" dirty="0"/>
          </a:p>
        </p:txBody>
      </p:sp>
      <p:sp>
        <p:nvSpPr>
          <p:cNvPr id="15" name="TextBox 14">
            <a:extLst>
              <a:ext uri="{FF2B5EF4-FFF2-40B4-BE49-F238E27FC236}">
                <a16:creationId xmlns:a16="http://schemas.microsoft.com/office/drawing/2014/main" id="{1B620D89-CFB3-4292-AE85-1F7FBBCE82F6}"/>
              </a:ext>
            </a:extLst>
          </p:cNvPr>
          <p:cNvSpPr txBox="1"/>
          <p:nvPr/>
        </p:nvSpPr>
        <p:spPr>
          <a:xfrm>
            <a:off x="890716" y="2108328"/>
            <a:ext cx="7658100" cy="329320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rPr>
              <a:t>*.</a:t>
            </a:r>
            <a:r>
              <a:rPr kumimoji="0" lang="en-US" altLang="en-US" sz="1600" b="1" i="0" u="none" strike="noStrike" cap="none" normalizeH="0" baseline="0" dirty="0" err="1">
                <a:ln>
                  <a:noFill/>
                </a:ln>
                <a:solidFill>
                  <a:schemeClr val="tx1"/>
                </a:solidFill>
                <a:effectLst/>
              </a:rPr>
              <a:t>osi</a:t>
            </a:r>
            <a:endParaRPr kumimoji="0" lang="en-US" altLang="en-US" sz="1600" b="1" i="0" u="none" strike="noStrike" cap="none" normalizeH="0" baseline="0" dirty="0">
              <a:ln>
                <a:noFill/>
              </a:ln>
              <a:solidFill>
                <a:schemeClr val="tx1"/>
              </a:solidFill>
              <a:effectLst/>
            </a:endParaRPr>
          </a:p>
          <a:p>
            <a:pPr indent="-457200" eaLnBrk="0" fontAlgn="base" hangingPunct="0">
              <a:spcBef>
                <a:spcPct val="0"/>
              </a:spcBef>
              <a:spcAft>
                <a:spcPct val="0"/>
              </a:spcAft>
            </a:pPr>
            <a:r>
              <a:rPr kumimoji="0" lang="en-US" altLang="en-US" sz="1600" b="0" i="0" u="none" strike="noStrike" cap="none" normalizeH="0" baseline="0" dirty="0">
                <a:ln>
                  <a:noFill/>
                </a:ln>
                <a:solidFill>
                  <a:schemeClr val="tx1"/>
                </a:solidFill>
                <a:effectLst/>
                <a:ea typeface="inherit"/>
              </a:rPr>
              <a:t>Binary trace file. Messages are separated by a length specification before each message. The length is represented by a four-byte, little-endian, unsigned integer. The length does not include the integer itself.</a:t>
            </a:r>
          </a:p>
          <a:p>
            <a:pPr marL="457200" marR="0" lvl="1" indent="-45720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rPr>
              <a:t>*.txt</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ea typeface="inherit"/>
              </a:rPr>
              <a:t>Plain-text trace file. Messages are separated by </a:t>
            </a:r>
            <a:r>
              <a:rPr kumimoji="0" lang="en-US" altLang="en-US" sz="1600" b="0" i="0" u="none" strike="noStrike" cap="none" normalizeH="0" baseline="0" dirty="0">
                <a:ln>
                  <a:noFill/>
                </a:ln>
                <a:effectLst/>
                <a:ea typeface="inherit"/>
              </a:rPr>
              <a:t>$$</a:t>
            </a:r>
            <a:r>
              <a:rPr kumimoji="0" lang="en-US" altLang="en-US" sz="1600" b="0" i="0" u="none" strike="noStrike" cap="none" normalizeH="0" baseline="0" dirty="0">
                <a:ln>
                  <a:noFill/>
                </a:ln>
                <a:effectLst/>
                <a:ea typeface="Hack"/>
              </a:rPr>
              <a:t>__$$</a:t>
            </a:r>
            <a:r>
              <a:rPr kumimoji="0" lang="en-US" altLang="en-US" sz="1600" b="0" i="0" u="none" strike="noStrike" cap="none" normalizeH="0" baseline="0" dirty="0">
                <a:ln>
                  <a:noFill/>
                </a:ln>
                <a:solidFill>
                  <a:schemeClr val="tx1"/>
                </a:solidFill>
                <a:effectLst/>
                <a:ea typeface="inherit"/>
              </a:rPr>
              <a:t>.</a:t>
            </a:r>
          </a:p>
          <a:p>
            <a:pPr marL="457200" marR="0" lvl="1" indent="-45720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chemeClr val="tx1"/>
                </a:solidFill>
                <a:effectLst/>
              </a:rPr>
              <a:t>*.</a:t>
            </a:r>
            <a:r>
              <a:rPr kumimoji="0" lang="en-US" altLang="en-US" sz="1600" b="1" i="0" u="none" strike="noStrike" cap="none" normalizeH="0" baseline="0" dirty="0" err="1">
                <a:ln>
                  <a:noFill/>
                </a:ln>
                <a:solidFill>
                  <a:schemeClr val="tx1"/>
                </a:solidFill>
                <a:effectLst/>
              </a:rPr>
              <a:t>txth</a:t>
            </a:r>
            <a:endParaRPr kumimoji="0" lang="en-US" altLang="en-US" sz="1600" b="1" i="0" u="none" strike="noStrike" cap="none" normalizeH="0" baseline="0" dirty="0">
              <a:ln>
                <a:noFill/>
              </a:ln>
              <a:solidFill>
                <a:schemeClr val="tx1"/>
              </a:solidFill>
              <a:effectLst/>
            </a:endParaRPr>
          </a:p>
          <a:p>
            <a:pPr indent="-457200" eaLnBrk="0" fontAlgn="base" hangingPunct="0">
              <a:spcBef>
                <a:spcPct val="0"/>
              </a:spcBef>
              <a:spcAft>
                <a:spcPct val="0"/>
              </a:spcAft>
            </a:pPr>
            <a:r>
              <a:rPr kumimoji="0" lang="en-US" altLang="en-US" sz="1600" b="0" i="0" u="none" strike="noStrike" cap="none" normalizeH="0" baseline="0" dirty="0">
                <a:ln>
                  <a:noFill/>
                </a:ln>
                <a:solidFill>
                  <a:schemeClr val="tx1"/>
                </a:solidFill>
                <a:effectLst/>
                <a:ea typeface="inherit"/>
              </a:rPr>
              <a:t>Human-readable plain-text trace file. Messages are separated by newlines. These files may be used for manual checks.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702098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p:txBody>
          <a:bodyPr/>
          <a:lstStyle/>
          <a:p>
            <a:r>
              <a:rPr lang="en-US" dirty="0"/>
              <a:t>Open Simulation Interface- OSI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1"/>
          </p:nvPr>
        </p:nvSpPr>
        <p:spPr/>
        <p:txBody>
          <a:bodyPr/>
          <a:lstStyle/>
          <a:p>
            <a:fld id="{B6D1532F-61F1-B941-ACDF-6BC65E0B4055}" type="slidenum">
              <a:rPr lang="en-US" smtClean="0"/>
              <a:pPr/>
              <a:t>17</a:t>
            </a:fld>
            <a:endParaRPr lang="en-US" dirty="0"/>
          </a:p>
        </p:txBody>
      </p:sp>
      <p:sp>
        <p:nvSpPr>
          <p:cNvPr id="5" name="TextBox 4">
            <a:extLst>
              <a:ext uri="{FF2B5EF4-FFF2-40B4-BE49-F238E27FC236}">
                <a16:creationId xmlns:a16="http://schemas.microsoft.com/office/drawing/2014/main" id="{98FC5F3F-60E0-44C1-8B36-2140975F74F0}"/>
              </a:ext>
            </a:extLst>
          </p:cNvPr>
          <p:cNvSpPr txBox="1"/>
          <p:nvPr/>
        </p:nvSpPr>
        <p:spPr>
          <a:xfrm>
            <a:off x="591773" y="1072183"/>
            <a:ext cx="4127993" cy="523220"/>
          </a:xfrm>
          <a:prstGeom prst="rect">
            <a:avLst/>
          </a:prstGeom>
          <a:noFill/>
        </p:spPr>
        <p:txBody>
          <a:bodyPr wrap="square" rtlCol="0">
            <a:spAutoFit/>
          </a:bodyPr>
          <a:lstStyle/>
          <a:p>
            <a:r>
              <a:rPr lang="en-US" sz="2800" dirty="0"/>
              <a:t>Reference</a:t>
            </a:r>
          </a:p>
        </p:txBody>
      </p:sp>
      <p:sp>
        <p:nvSpPr>
          <p:cNvPr id="18" name="TextBox 17">
            <a:extLst>
              <a:ext uri="{FF2B5EF4-FFF2-40B4-BE49-F238E27FC236}">
                <a16:creationId xmlns:a16="http://schemas.microsoft.com/office/drawing/2014/main" id="{4660B354-3FE8-433B-AA48-71738004A943}"/>
              </a:ext>
            </a:extLst>
          </p:cNvPr>
          <p:cNvSpPr txBox="1"/>
          <p:nvPr/>
        </p:nvSpPr>
        <p:spPr>
          <a:xfrm>
            <a:off x="591773" y="3244334"/>
            <a:ext cx="9117125" cy="369332"/>
          </a:xfrm>
          <a:prstGeom prst="rect">
            <a:avLst/>
          </a:prstGeom>
          <a:noFill/>
        </p:spPr>
        <p:txBody>
          <a:bodyPr wrap="square">
            <a:spAutoFit/>
          </a:bodyPr>
          <a:lstStyle/>
          <a:p>
            <a:r>
              <a:rPr lang="en-US" dirty="0">
                <a:hlinkClick r:id="rId2"/>
              </a:rPr>
              <a:t>https://opensimulationinterface.github.io/open-simulation-interface/index.html</a:t>
            </a:r>
            <a:endParaRPr lang="en-US" dirty="0"/>
          </a:p>
        </p:txBody>
      </p:sp>
      <p:sp>
        <p:nvSpPr>
          <p:cNvPr id="6" name="TextBox 5">
            <a:extLst>
              <a:ext uri="{FF2B5EF4-FFF2-40B4-BE49-F238E27FC236}">
                <a16:creationId xmlns:a16="http://schemas.microsoft.com/office/drawing/2014/main" id="{0F177522-F3A9-4DB6-B1C0-A635D5E959EC}"/>
              </a:ext>
            </a:extLst>
          </p:cNvPr>
          <p:cNvSpPr txBox="1"/>
          <p:nvPr/>
        </p:nvSpPr>
        <p:spPr>
          <a:xfrm>
            <a:off x="591773" y="2975661"/>
            <a:ext cx="5726007" cy="369332"/>
          </a:xfrm>
          <a:prstGeom prst="rect">
            <a:avLst/>
          </a:prstGeom>
          <a:noFill/>
        </p:spPr>
        <p:txBody>
          <a:bodyPr wrap="square" rtlCol="0">
            <a:spAutoFit/>
          </a:bodyPr>
          <a:lstStyle/>
          <a:p>
            <a:r>
              <a:rPr lang="en-US" dirty="0"/>
              <a:t>OSI git repo</a:t>
            </a:r>
          </a:p>
        </p:txBody>
      </p:sp>
      <p:sp>
        <p:nvSpPr>
          <p:cNvPr id="9" name="TextBox 8">
            <a:extLst>
              <a:ext uri="{FF2B5EF4-FFF2-40B4-BE49-F238E27FC236}">
                <a16:creationId xmlns:a16="http://schemas.microsoft.com/office/drawing/2014/main" id="{5A1584E4-35BB-41C8-8571-8DF46414C022}"/>
              </a:ext>
            </a:extLst>
          </p:cNvPr>
          <p:cNvSpPr txBox="1"/>
          <p:nvPr/>
        </p:nvSpPr>
        <p:spPr>
          <a:xfrm>
            <a:off x="609599" y="2131933"/>
            <a:ext cx="9314033" cy="369332"/>
          </a:xfrm>
          <a:prstGeom prst="rect">
            <a:avLst/>
          </a:prstGeom>
          <a:noFill/>
        </p:spPr>
        <p:txBody>
          <a:bodyPr wrap="square">
            <a:spAutoFit/>
          </a:bodyPr>
          <a:lstStyle/>
          <a:p>
            <a:r>
              <a:rPr lang="en-US" dirty="0">
                <a:hlinkClick r:id="rId3"/>
              </a:rPr>
              <a:t>https://opensimulationinterface.github.io/open-simulation-interface/annotated.html</a:t>
            </a:r>
            <a:endParaRPr lang="en-US" dirty="0"/>
          </a:p>
        </p:txBody>
      </p:sp>
      <p:sp>
        <p:nvSpPr>
          <p:cNvPr id="10" name="TextBox 9">
            <a:extLst>
              <a:ext uri="{FF2B5EF4-FFF2-40B4-BE49-F238E27FC236}">
                <a16:creationId xmlns:a16="http://schemas.microsoft.com/office/drawing/2014/main" id="{F39921CF-85C5-449D-88AE-25F2D87715A4}"/>
              </a:ext>
            </a:extLst>
          </p:cNvPr>
          <p:cNvSpPr txBox="1"/>
          <p:nvPr/>
        </p:nvSpPr>
        <p:spPr>
          <a:xfrm>
            <a:off x="609599" y="1770293"/>
            <a:ext cx="5726007" cy="369332"/>
          </a:xfrm>
          <a:prstGeom prst="rect">
            <a:avLst/>
          </a:prstGeom>
          <a:noFill/>
        </p:spPr>
        <p:txBody>
          <a:bodyPr wrap="square" rtlCol="0">
            <a:spAutoFit/>
          </a:bodyPr>
          <a:lstStyle/>
          <a:p>
            <a:r>
              <a:rPr lang="en-US" dirty="0"/>
              <a:t>OSI class list</a:t>
            </a:r>
          </a:p>
        </p:txBody>
      </p:sp>
    </p:spTree>
    <p:extLst>
      <p:ext uri="{BB962C8B-B14F-4D97-AF65-F5344CB8AC3E}">
        <p14:creationId xmlns:p14="http://schemas.microsoft.com/office/powerpoint/2010/main" val="2092682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540025" y="385754"/>
            <a:ext cx="10969247" cy="923920"/>
          </a:xfrm>
        </p:spPr>
        <p:txBody>
          <a:bodyPr/>
          <a:lstStyle/>
          <a:p>
            <a:r>
              <a:rPr lang="en-US" dirty="0"/>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1"/>
          </p:nvPr>
        </p:nvSpPr>
        <p:spPr/>
        <p:txBody>
          <a:bodyPr/>
          <a:lstStyle/>
          <a:p>
            <a:fld id="{B6D1532F-61F1-B941-ACDF-6BC65E0B4055}" type="slidenum">
              <a:rPr lang="en-US" smtClean="0"/>
              <a:pPr/>
              <a:t>18</a:t>
            </a:fld>
            <a:endParaRPr lang="en-US" dirty="0"/>
          </a:p>
        </p:txBody>
      </p:sp>
      <p:sp>
        <p:nvSpPr>
          <p:cNvPr id="6" name="TextBox 5">
            <a:extLst>
              <a:ext uri="{FF2B5EF4-FFF2-40B4-BE49-F238E27FC236}">
                <a16:creationId xmlns:a16="http://schemas.microsoft.com/office/drawing/2014/main" id="{B35FA6E6-56C4-4CCD-A6F9-274F06DAB26E}"/>
              </a:ext>
            </a:extLst>
          </p:cNvPr>
          <p:cNvSpPr txBox="1"/>
          <p:nvPr/>
        </p:nvSpPr>
        <p:spPr>
          <a:xfrm>
            <a:off x="449745" y="1819365"/>
            <a:ext cx="11407638" cy="4247317"/>
          </a:xfrm>
          <a:prstGeom prst="rect">
            <a:avLst/>
          </a:prstGeom>
          <a:noFill/>
        </p:spPr>
        <p:txBody>
          <a:bodyPr wrap="square">
            <a:spAutoFit/>
          </a:bodyPr>
          <a:lstStyle/>
          <a:p>
            <a:pPr marL="285750" indent="-285750">
              <a:buFont typeface="Arial" panose="020B0604020202020204" pitchFamily="34" charset="0"/>
              <a:buChar char="•"/>
            </a:pPr>
            <a:r>
              <a:rPr lang="en-US" dirty="0">
                <a:cs typeface="Calibri" panose="020F0502020204030204" pitchFamily="34" charset="0"/>
              </a:rPr>
              <a:t>Consider from OEM perspective or from system level integrator, your task will be to import each simulation model that was shared by each supplier to your simulator. </a:t>
            </a:r>
          </a:p>
          <a:p>
            <a:endParaRPr lang="en-US" dirty="0">
              <a:cs typeface="Calibri" panose="020F0502020204030204" pitchFamily="34" charset="0"/>
            </a:endParaRPr>
          </a:p>
          <a:p>
            <a:pPr marL="285750" indent="-285750">
              <a:buFont typeface="Arial" panose="020B0604020202020204" pitchFamily="34" charset="0"/>
              <a:buChar char="•"/>
            </a:pPr>
            <a:r>
              <a:rPr lang="en-US" dirty="0">
                <a:cs typeface="Calibri" panose="020F0502020204030204" pitchFamily="34" charset="0"/>
              </a:rPr>
              <a:t>Now, it is not necessary that the supplier uses the same simulation  environment (like MATLAB) as OEM/system. Even if supplier uses the same environment there will not be same API’s which will be exposed for simulator for simulation.</a:t>
            </a:r>
          </a:p>
          <a:p>
            <a:endParaRPr lang="en-US" dirty="0">
              <a:cs typeface="Calibri" panose="020F0502020204030204" pitchFamily="34" charset="0"/>
            </a:endParaRPr>
          </a:p>
          <a:p>
            <a:pPr marL="285750" indent="-285750">
              <a:buFont typeface="Arial" panose="020B0604020202020204" pitchFamily="34" charset="0"/>
              <a:buChar char="•"/>
            </a:pPr>
            <a:r>
              <a:rPr lang="en-US" dirty="0">
                <a:cs typeface="Calibri" panose="020F0502020204030204" pitchFamily="34" charset="0"/>
              </a:rPr>
              <a:t>Also, the supplier could be providing a subsystem (more than one controller model) for simulation or a single controller model for the simulator. The job of integrator becomes tedious handling everything!! </a:t>
            </a:r>
          </a:p>
          <a:p>
            <a:endParaRPr lang="en-US" dirty="0">
              <a:cs typeface="Calibri" panose="020F0502020204030204" pitchFamily="34" charset="0"/>
            </a:endParaRPr>
          </a:p>
          <a:p>
            <a:pPr marL="285750" indent="-285750">
              <a:buFont typeface="Arial" panose="020B0604020202020204" pitchFamily="34" charset="0"/>
              <a:buChar char="•"/>
            </a:pPr>
            <a:r>
              <a:rPr lang="en-US" dirty="0">
                <a:cs typeface="Calibri" panose="020F0502020204030204" pitchFamily="34" charset="0"/>
              </a:rPr>
              <a:t>FMI takes care of all the mentioned issue + more!!! </a:t>
            </a:r>
          </a:p>
          <a:p>
            <a:endParaRPr lang="en-US" dirty="0">
              <a:cs typeface="Calibri" panose="020F0502020204030204" pitchFamily="34" charset="0"/>
            </a:endParaRPr>
          </a:p>
          <a:p>
            <a:pPr marL="285750" indent="-285750">
              <a:buFont typeface="Arial" panose="020B0604020202020204" pitchFamily="34" charset="0"/>
              <a:buChar char="•"/>
            </a:pPr>
            <a:r>
              <a:rPr lang="en-US" dirty="0">
                <a:cs typeface="Calibri" panose="020F0502020204030204" pitchFamily="34" charset="0"/>
              </a:rPr>
              <a:t>Also, the exported models (FMU) can be manually generated or from the supplier simulation environment tools(like MATLAB)</a:t>
            </a:r>
          </a:p>
          <a:p>
            <a:pPr marL="285750" indent="-285750">
              <a:buFont typeface="Arial" panose="020B0604020202020204" pitchFamily="34" charset="0"/>
              <a:buChar char="•"/>
            </a:pPr>
            <a:endParaRPr lang="en-US" dirty="0">
              <a:cs typeface="Calibri" panose="020F0502020204030204" pitchFamily="34" charset="0"/>
            </a:endParaRPr>
          </a:p>
        </p:txBody>
      </p:sp>
      <p:sp>
        <p:nvSpPr>
          <p:cNvPr id="7" name="TextBox 6">
            <a:extLst>
              <a:ext uri="{FF2B5EF4-FFF2-40B4-BE49-F238E27FC236}">
                <a16:creationId xmlns:a16="http://schemas.microsoft.com/office/drawing/2014/main" id="{37A70E54-1D9B-4AD7-B4C4-207EC8BF36AB}"/>
              </a:ext>
            </a:extLst>
          </p:cNvPr>
          <p:cNvSpPr txBox="1"/>
          <p:nvPr/>
        </p:nvSpPr>
        <p:spPr>
          <a:xfrm>
            <a:off x="449745" y="1105631"/>
            <a:ext cx="3575018" cy="584775"/>
          </a:xfrm>
          <a:prstGeom prst="rect">
            <a:avLst/>
          </a:prstGeom>
          <a:noFill/>
        </p:spPr>
        <p:txBody>
          <a:bodyPr wrap="none" rtlCol="0">
            <a:spAutoFit/>
          </a:bodyPr>
          <a:lstStyle/>
          <a:p>
            <a:r>
              <a:rPr lang="en-US" sz="3200" b="1" dirty="0"/>
              <a:t>How is it helpful?</a:t>
            </a:r>
          </a:p>
        </p:txBody>
      </p:sp>
    </p:spTree>
    <p:extLst>
      <p:ext uri="{BB962C8B-B14F-4D97-AF65-F5344CB8AC3E}">
        <p14:creationId xmlns:p14="http://schemas.microsoft.com/office/powerpoint/2010/main" val="1087671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p:txBody>
          <a:bodyPr/>
          <a:lstStyle/>
          <a:p>
            <a:r>
              <a:rPr lang="en-US" dirty="0"/>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1"/>
          </p:nvPr>
        </p:nvSpPr>
        <p:spPr/>
        <p:txBody>
          <a:bodyPr/>
          <a:lstStyle/>
          <a:p>
            <a:fld id="{B6D1532F-61F1-B941-ACDF-6BC65E0B4055}" type="slidenum">
              <a:rPr lang="en-US" smtClean="0"/>
              <a:pPr/>
              <a:t>19</a:t>
            </a:fld>
            <a:endParaRPr lang="en-US" dirty="0"/>
          </a:p>
        </p:txBody>
      </p:sp>
      <p:sp>
        <p:nvSpPr>
          <p:cNvPr id="6" name="TextBox 5">
            <a:extLst>
              <a:ext uri="{FF2B5EF4-FFF2-40B4-BE49-F238E27FC236}">
                <a16:creationId xmlns:a16="http://schemas.microsoft.com/office/drawing/2014/main" id="{B35FA6E6-56C4-4CCD-A6F9-274F06DAB26E}"/>
              </a:ext>
            </a:extLst>
          </p:cNvPr>
          <p:cNvSpPr txBox="1"/>
          <p:nvPr/>
        </p:nvSpPr>
        <p:spPr>
          <a:xfrm>
            <a:off x="449745" y="2107979"/>
            <a:ext cx="11407638" cy="3139321"/>
          </a:xfrm>
          <a:prstGeom prst="rect">
            <a:avLst/>
          </a:prstGeom>
          <a:noFill/>
        </p:spPr>
        <p:txBody>
          <a:bodyPr wrap="square">
            <a:spAutoFit/>
          </a:bodyPr>
          <a:lstStyle/>
          <a:p>
            <a:pPr marL="285750" indent="-285750">
              <a:buFont typeface="Arial" panose="020B0604020202020204" pitchFamily="34" charset="0"/>
              <a:buChar char="•"/>
            </a:pPr>
            <a:r>
              <a:rPr lang="en-US" b="0" i="0" dirty="0">
                <a:effectLst/>
                <a:cs typeface="Calibri" panose="020F0502020204030204" pitchFamily="34" charset="0"/>
              </a:rPr>
              <a:t>The </a:t>
            </a:r>
            <a:r>
              <a:rPr lang="en-US" b="0" i="0" u="none" strike="noStrike" dirty="0">
                <a:solidFill>
                  <a:srgbClr val="2156A5"/>
                </a:solidFill>
                <a:effectLst/>
                <a:cs typeface="Calibri" panose="020F0502020204030204" pitchFamily="34" charset="0"/>
                <a:hlinkClick r:id="rId2"/>
              </a:rPr>
              <a:t>Functional Mock-up Interface (FMI)</a:t>
            </a:r>
            <a:r>
              <a:rPr lang="en-US" b="0" i="0" dirty="0">
                <a:effectLst/>
                <a:cs typeface="Calibri" panose="020F0502020204030204" pitchFamily="34" charset="0"/>
              </a:rPr>
              <a:t> is a free standard from MAC that defines a container i.e., zip file and an interface i.e., APIs to exchange dynamic models using a combination of XML files, binaries and C code, distributed as a ZIP file</a:t>
            </a:r>
          </a:p>
          <a:p>
            <a:endParaRPr lang="en-US" dirty="0">
              <a:cs typeface="Calibri" panose="020F0502020204030204" pitchFamily="34" charset="0"/>
            </a:endParaRPr>
          </a:p>
          <a:p>
            <a:pPr marL="285750" indent="-285750">
              <a:buFont typeface="Arial" panose="020B0604020202020204" pitchFamily="34" charset="0"/>
              <a:buChar char="•"/>
            </a:pPr>
            <a:r>
              <a:rPr lang="en-US" dirty="0">
                <a:cs typeface="Calibri" panose="020F0502020204030204" pitchFamily="34" charset="0"/>
              </a:rPr>
              <a:t>The APIs is used by a simulation environment, the importer, to create one or more instances of an FMU and to simulate them, typically together with other models</a:t>
            </a:r>
          </a:p>
          <a:p>
            <a:endParaRPr lang="en-US" dirty="0">
              <a:cs typeface="Calibri" panose="020F0502020204030204" pitchFamily="34" charset="0"/>
            </a:endParaRPr>
          </a:p>
          <a:p>
            <a:pPr marL="285750" indent="-285750">
              <a:buFont typeface="Arial" panose="020B0604020202020204" pitchFamily="34" charset="0"/>
              <a:buChar char="•"/>
            </a:pPr>
            <a:r>
              <a:rPr lang="en-US" dirty="0">
                <a:cs typeface="Calibri" panose="020F0502020204030204" pitchFamily="34" charset="0"/>
              </a:rPr>
              <a:t>Almost all the simulation software are accepting the FMU standards - </a:t>
            </a:r>
            <a:r>
              <a:rPr lang="en-US" dirty="0" err="1">
                <a:cs typeface="Calibri" panose="020F0502020204030204" pitchFamily="34" charset="0"/>
              </a:rPr>
              <a:t>Matlab</a:t>
            </a:r>
            <a:r>
              <a:rPr lang="en-US" dirty="0">
                <a:cs typeface="Calibri" panose="020F0502020204030204" pitchFamily="34" charset="0"/>
              </a:rPr>
              <a:t> , </a:t>
            </a:r>
            <a:r>
              <a:rPr lang="en-US" dirty="0" err="1">
                <a:cs typeface="Calibri" panose="020F0502020204030204" pitchFamily="34" charset="0"/>
              </a:rPr>
              <a:t>dSpace</a:t>
            </a:r>
            <a:r>
              <a:rPr lang="en-US" dirty="0">
                <a:cs typeface="Calibri" panose="020F0502020204030204" pitchFamily="34" charset="0"/>
              </a:rPr>
              <a:t> to name few</a:t>
            </a:r>
          </a:p>
          <a:p>
            <a:endParaRPr lang="en-US" dirty="0">
              <a:cs typeface="Calibri" panose="020F0502020204030204" pitchFamily="34" charset="0"/>
            </a:endParaRPr>
          </a:p>
          <a:p>
            <a:endParaRPr lang="en-US" dirty="0">
              <a:cs typeface="Calibri" panose="020F0502020204030204" pitchFamily="34" charset="0"/>
            </a:endParaRPr>
          </a:p>
          <a:p>
            <a:pPr marL="285750" indent="-285750">
              <a:buFont typeface="Arial" panose="020B0604020202020204" pitchFamily="34" charset="0"/>
              <a:buChar char="•"/>
            </a:pPr>
            <a:endParaRPr lang="en-US" dirty="0">
              <a:cs typeface="Calibri" panose="020F0502020204030204" pitchFamily="34" charset="0"/>
            </a:endParaRPr>
          </a:p>
        </p:txBody>
      </p:sp>
      <p:sp>
        <p:nvSpPr>
          <p:cNvPr id="7" name="TextBox 6">
            <a:extLst>
              <a:ext uri="{FF2B5EF4-FFF2-40B4-BE49-F238E27FC236}">
                <a16:creationId xmlns:a16="http://schemas.microsoft.com/office/drawing/2014/main" id="{170D0B29-C1B8-4D28-AF6C-EB6DC92A9517}"/>
              </a:ext>
            </a:extLst>
          </p:cNvPr>
          <p:cNvSpPr txBox="1"/>
          <p:nvPr/>
        </p:nvSpPr>
        <p:spPr>
          <a:xfrm>
            <a:off x="449745" y="1155394"/>
            <a:ext cx="7662862" cy="584775"/>
          </a:xfrm>
          <a:prstGeom prst="rect">
            <a:avLst/>
          </a:prstGeom>
          <a:noFill/>
        </p:spPr>
        <p:txBody>
          <a:bodyPr wrap="square">
            <a:spAutoFit/>
          </a:bodyPr>
          <a:lstStyle/>
          <a:p>
            <a:r>
              <a:rPr lang="en-US" sz="3200" b="1" dirty="0"/>
              <a:t>What is FMI?</a:t>
            </a:r>
          </a:p>
        </p:txBody>
      </p:sp>
    </p:spTree>
    <p:extLst>
      <p:ext uri="{BB962C8B-B14F-4D97-AF65-F5344CB8AC3E}">
        <p14:creationId xmlns:p14="http://schemas.microsoft.com/office/powerpoint/2010/main" val="2335881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p:txBody>
          <a:bodyPr/>
          <a:lstStyle/>
          <a:p>
            <a:r>
              <a:rPr lang="en-US" dirty="0"/>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1"/>
          </p:nvPr>
        </p:nvSpPr>
        <p:spPr/>
        <p:txBody>
          <a:bodyPr/>
          <a:lstStyle/>
          <a:p>
            <a:fld id="{B6D1532F-61F1-B941-ACDF-6BC65E0B4055}" type="slidenum">
              <a:rPr lang="en-US" smtClean="0"/>
              <a:pPr/>
              <a:t>20</a:t>
            </a:fld>
            <a:endParaRPr lang="en-US" dirty="0"/>
          </a:p>
        </p:txBody>
      </p:sp>
      <p:sp>
        <p:nvSpPr>
          <p:cNvPr id="6" name="TextBox 5">
            <a:extLst>
              <a:ext uri="{FF2B5EF4-FFF2-40B4-BE49-F238E27FC236}">
                <a16:creationId xmlns:a16="http://schemas.microsoft.com/office/drawing/2014/main" id="{B35FA6E6-56C4-4CCD-A6F9-274F06DAB26E}"/>
              </a:ext>
            </a:extLst>
          </p:cNvPr>
          <p:cNvSpPr txBox="1"/>
          <p:nvPr/>
        </p:nvSpPr>
        <p:spPr>
          <a:xfrm>
            <a:off x="390403" y="2164746"/>
            <a:ext cx="11407638" cy="2862322"/>
          </a:xfrm>
          <a:prstGeom prst="rect">
            <a:avLst/>
          </a:prstGeom>
          <a:noFill/>
        </p:spPr>
        <p:txBody>
          <a:bodyPr wrap="square">
            <a:spAutoFit/>
          </a:bodyPr>
          <a:lstStyle/>
          <a:p>
            <a:pPr marL="285750" indent="-285750">
              <a:buFont typeface="Arial" panose="020B0604020202020204" pitchFamily="34" charset="0"/>
              <a:buChar char="•"/>
            </a:pPr>
            <a:r>
              <a:rPr lang="en-US" dirty="0">
                <a:cs typeface="Calibri" panose="020F0502020204030204" pitchFamily="34" charset="0"/>
              </a:rPr>
              <a:t>The FMI standards defines three interface types:</a:t>
            </a:r>
          </a:p>
          <a:p>
            <a:pPr marL="742950" lvl="1" indent="-285750">
              <a:buFont typeface="Arial" panose="020B0604020202020204" pitchFamily="34" charset="0"/>
              <a:buChar char="•"/>
            </a:pPr>
            <a:r>
              <a:rPr lang="en-US" dirty="0">
                <a:cs typeface="Calibri" panose="020F0502020204030204" pitchFamily="34" charset="0"/>
              </a:rPr>
              <a:t>Co-Simulation (CS) where the FMU typically contains its own solver or scheduler,</a:t>
            </a:r>
          </a:p>
          <a:p>
            <a:pPr marL="742950" lvl="1" indent="-285750">
              <a:buFont typeface="Arial" panose="020B0604020202020204" pitchFamily="34" charset="0"/>
              <a:buChar char="•"/>
            </a:pPr>
            <a:r>
              <a:rPr lang="en-US" dirty="0">
                <a:cs typeface="Calibri" panose="020F0502020204030204" pitchFamily="34" charset="0"/>
              </a:rPr>
              <a:t>Model Exchange (ME) that requires the importer to perform numerical integration, and</a:t>
            </a:r>
          </a:p>
          <a:p>
            <a:pPr marL="742950" lvl="1" indent="-285750">
              <a:buFont typeface="Arial" panose="020B0604020202020204" pitchFamily="34" charset="0"/>
              <a:buChar char="•"/>
            </a:pPr>
            <a:r>
              <a:rPr lang="en-US" dirty="0">
                <a:cs typeface="Calibri" panose="020F0502020204030204" pitchFamily="34" charset="0"/>
              </a:rPr>
              <a:t>Scheduled Execution (SE) where the importer triggers the execution of the model partitions.</a:t>
            </a:r>
          </a:p>
          <a:p>
            <a:endParaRPr lang="en-US" dirty="0">
              <a:cs typeface="Calibri" panose="020F0502020204030204" pitchFamily="34" charset="0"/>
            </a:endParaRPr>
          </a:p>
          <a:p>
            <a:pPr marL="285750" indent="-285750">
              <a:buFont typeface="Arial" panose="020B0604020202020204" pitchFamily="34" charset="0"/>
              <a:buChar char="•"/>
            </a:pPr>
            <a:r>
              <a:rPr lang="en-US" dirty="0">
                <a:cs typeface="Calibri" panose="020F0502020204030204" pitchFamily="34" charset="0"/>
              </a:rPr>
              <a:t>All Interface types introduced in previous point, uses some common concept.</a:t>
            </a:r>
          </a:p>
          <a:p>
            <a:pPr marL="742950" lvl="1" indent="-285750">
              <a:buFont typeface="Arial" panose="020B0604020202020204" pitchFamily="34" charset="0"/>
              <a:buChar char="•"/>
            </a:pPr>
            <a:r>
              <a:rPr lang="it-IT" dirty="0">
                <a:cs typeface="Calibri" panose="020F0502020204030204" pitchFamily="34" charset="0"/>
              </a:rPr>
              <a:t>FMI Application Programming Interface (C)</a:t>
            </a:r>
          </a:p>
          <a:p>
            <a:pPr marL="742950" lvl="1" indent="-285750">
              <a:buFont typeface="Arial" panose="020B0604020202020204" pitchFamily="34" charset="0"/>
              <a:buChar char="•"/>
            </a:pPr>
            <a:r>
              <a:rPr lang="en-US" dirty="0">
                <a:cs typeface="Calibri" panose="020F0502020204030204" pitchFamily="34" charset="0"/>
              </a:rPr>
              <a:t>FMI Description Schema (XML)</a:t>
            </a:r>
          </a:p>
          <a:p>
            <a:pPr marL="742950" lvl="1" indent="-285750">
              <a:buFont typeface="Arial" panose="020B0604020202020204" pitchFamily="34" charset="0"/>
              <a:buChar char="•"/>
            </a:pPr>
            <a:r>
              <a:rPr lang="en-US" dirty="0">
                <a:cs typeface="Calibri" panose="020F0502020204030204" pitchFamily="34" charset="0"/>
              </a:rPr>
              <a:t>FMU Distribution (ZIP)</a:t>
            </a:r>
          </a:p>
          <a:p>
            <a:pPr marL="285750" indent="-285750">
              <a:buFont typeface="Arial" panose="020B0604020202020204" pitchFamily="34" charset="0"/>
              <a:buChar char="•"/>
            </a:pPr>
            <a:endParaRPr lang="en-US" dirty="0">
              <a:cs typeface="Calibri" panose="020F0502020204030204" pitchFamily="34" charset="0"/>
            </a:endParaRPr>
          </a:p>
        </p:txBody>
      </p:sp>
      <p:sp>
        <p:nvSpPr>
          <p:cNvPr id="12" name="TextBox 11">
            <a:extLst>
              <a:ext uri="{FF2B5EF4-FFF2-40B4-BE49-F238E27FC236}">
                <a16:creationId xmlns:a16="http://schemas.microsoft.com/office/drawing/2014/main" id="{649EE3A8-E4CE-4A2B-AA60-CBBBCEC859D2}"/>
              </a:ext>
            </a:extLst>
          </p:cNvPr>
          <p:cNvSpPr txBox="1"/>
          <p:nvPr/>
        </p:nvSpPr>
        <p:spPr>
          <a:xfrm>
            <a:off x="613284" y="5220812"/>
            <a:ext cx="6494085" cy="461665"/>
          </a:xfrm>
          <a:prstGeom prst="rect">
            <a:avLst/>
          </a:prstGeom>
          <a:noFill/>
        </p:spPr>
        <p:txBody>
          <a:bodyPr wrap="none" rtlCol="0">
            <a:spAutoFit/>
          </a:bodyPr>
          <a:lstStyle/>
          <a:p>
            <a:r>
              <a:rPr lang="en-US" sz="2400" i="1" dirty="0"/>
              <a:t>Let's see what each Interface means in FMI !!! </a:t>
            </a:r>
          </a:p>
        </p:txBody>
      </p:sp>
      <p:sp>
        <p:nvSpPr>
          <p:cNvPr id="13" name="TextBox 12">
            <a:extLst>
              <a:ext uri="{FF2B5EF4-FFF2-40B4-BE49-F238E27FC236}">
                <a16:creationId xmlns:a16="http://schemas.microsoft.com/office/drawing/2014/main" id="{EDEC5F08-008F-43F9-918F-EE9D745DB2BE}"/>
              </a:ext>
            </a:extLst>
          </p:cNvPr>
          <p:cNvSpPr txBox="1"/>
          <p:nvPr/>
        </p:nvSpPr>
        <p:spPr>
          <a:xfrm>
            <a:off x="449745" y="1155394"/>
            <a:ext cx="7662862" cy="584775"/>
          </a:xfrm>
          <a:prstGeom prst="rect">
            <a:avLst/>
          </a:prstGeom>
          <a:noFill/>
        </p:spPr>
        <p:txBody>
          <a:bodyPr wrap="square">
            <a:spAutoFit/>
          </a:bodyPr>
          <a:lstStyle/>
          <a:p>
            <a:r>
              <a:rPr lang="en-US" sz="3200" b="1" dirty="0"/>
              <a:t>Overview:</a:t>
            </a:r>
          </a:p>
        </p:txBody>
      </p:sp>
    </p:spTree>
    <p:extLst>
      <p:ext uri="{BB962C8B-B14F-4D97-AF65-F5344CB8AC3E}">
        <p14:creationId xmlns:p14="http://schemas.microsoft.com/office/powerpoint/2010/main" val="299436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7EC921-7536-485B-9E37-15B57823E039}"/>
              </a:ext>
            </a:extLst>
          </p:cNvPr>
          <p:cNvPicPr>
            <a:picLocks noChangeAspect="1"/>
          </p:cNvPicPr>
          <p:nvPr/>
        </p:nvPicPr>
        <p:blipFill>
          <a:blip r:embed="rId2"/>
          <a:stretch>
            <a:fillRect/>
          </a:stretch>
        </p:blipFill>
        <p:spPr>
          <a:xfrm>
            <a:off x="6868250" y="1910444"/>
            <a:ext cx="4239594" cy="3956955"/>
          </a:xfrm>
          <a:prstGeom prst="rect">
            <a:avLst/>
          </a:prstGeom>
          <a:noFill/>
        </p:spPr>
      </p:pic>
      <p:sp>
        <p:nvSpPr>
          <p:cNvPr id="10" name="TextBox 9">
            <a:extLst>
              <a:ext uri="{FF2B5EF4-FFF2-40B4-BE49-F238E27FC236}">
                <a16:creationId xmlns:a16="http://schemas.microsoft.com/office/drawing/2014/main" id="{5B9B1745-07D8-4E93-A757-55CBD8634247}"/>
              </a:ext>
            </a:extLst>
          </p:cNvPr>
          <p:cNvSpPr txBox="1"/>
          <p:nvPr/>
        </p:nvSpPr>
        <p:spPr>
          <a:xfrm>
            <a:off x="6397247" y="5282625"/>
            <a:ext cx="5181600" cy="584775"/>
          </a:xfrm>
          <a:prstGeom prst="rect">
            <a:avLst/>
          </a:prstGeom>
        </p:spPr>
        <p:txBody>
          <a:bodyPr vert="horz" lIns="182880" tIns="182880" rIns="182880" bIns="182880" rtlCol="0" anchor="b">
            <a:normAutofit/>
          </a:bodyPr>
          <a:lstStyle/>
          <a:p>
            <a:pPr>
              <a:spcBef>
                <a:spcPts val="600"/>
              </a:spcBef>
            </a:pPr>
            <a:r>
              <a:rPr lang="en-US" sz="1400" b="0" kern="1200" baseline="0">
                <a:solidFill>
                  <a:schemeClr val="bg1"/>
                </a:solidFill>
                <a:effectLst>
                  <a:outerShdw blurRad="50800" dist="38100" dir="5400000" algn="t" rotWithShape="0">
                    <a:prstClr val="black">
                      <a:alpha val="40000"/>
                    </a:prstClr>
                  </a:outerShdw>
                </a:effectLst>
                <a:latin typeface="+mn-lt"/>
                <a:ea typeface="+mn-ea"/>
                <a:cs typeface="+mn-cs"/>
              </a:rPr>
              <a:t>FMI for Model Exchange :</a:t>
            </a:r>
          </a:p>
          <a:p>
            <a:pPr>
              <a:spcBef>
                <a:spcPts val="600"/>
              </a:spcBef>
            </a:pPr>
            <a:endParaRPr lang="en-US" sz="1400" b="0" kern="1200" baseline="0">
              <a:solidFill>
                <a:schemeClr val="bg1"/>
              </a:solidFill>
              <a:effectLst>
                <a:outerShdw blurRad="50800" dist="38100" dir="5400000" algn="t" rotWithShape="0">
                  <a:prstClr val="black">
                    <a:alpha val="40000"/>
                  </a:prstClr>
                </a:outerShdw>
              </a:effectLst>
              <a:latin typeface="+mn-lt"/>
              <a:ea typeface="+mn-ea"/>
              <a:cs typeface="+mn-cs"/>
            </a:endParaRPr>
          </a:p>
        </p:txBody>
      </p:sp>
      <p:sp>
        <p:nvSpPr>
          <p:cNvPr id="9" name="TextBox 8">
            <a:extLst>
              <a:ext uri="{FF2B5EF4-FFF2-40B4-BE49-F238E27FC236}">
                <a16:creationId xmlns:a16="http://schemas.microsoft.com/office/drawing/2014/main" id="{DB050481-CE4F-46D1-84DD-9861B4B7847D}"/>
              </a:ext>
            </a:extLst>
          </p:cNvPr>
          <p:cNvSpPr txBox="1"/>
          <p:nvPr/>
        </p:nvSpPr>
        <p:spPr>
          <a:xfrm>
            <a:off x="609600" y="1905000"/>
            <a:ext cx="5486400" cy="3962400"/>
          </a:xfrm>
          <a:prstGeom prst="rect">
            <a:avLst/>
          </a:prstGeom>
          <a:solidFill>
            <a:schemeClr val="tx2"/>
          </a:solidFill>
        </p:spPr>
        <p:txBody>
          <a:bodyPr vert="horz" lIns="365760" tIns="365760" rIns="365760" bIns="365760" rtlCol="0">
            <a:normAutofit/>
          </a:bodyPr>
          <a:lstStyle/>
          <a:p>
            <a:pPr>
              <a:lnSpc>
                <a:spcPct val="90000"/>
              </a:lnSpc>
              <a:spcBef>
                <a:spcPts val="600"/>
              </a:spcBef>
            </a:pPr>
            <a:r>
              <a:rPr lang="en-US" sz="2000" b="0" kern="1200" baseline="0" dirty="0">
                <a:solidFill>
                  <a:schemeClr val="bg1"/>
                </a:solidFill>
                <a:latin typeface="+mn-lt"/>
                <a:ea typeface="+mn-ea"/>
                <a:cs typeface="+mn-cs"/>
              </a:rPr>
              <a:t>FMI for Model Exchange provides a standardized interface for solving ordinary differential equations with events. A Model Exchange FMU implements the model algorithm only without the required solution</a:t>
            </a:r>
          </a:p>
          <a:p>
            <a:pPr>
              <a:lnSpc>
                <a:spcPct val="90000"/>
              </a:lnSpc>
              <a:spcBef>
                <a:spcPts val="600"/>
              </a:spcBef>
            </a:pPr>
            <a:endParaRPr lang="en-US" sz="2000" b="0" kern="1200" baseline="0" dirty="0">
              <a:solidFill>
                <a:schemeClr val="bg1"/>
              </a:solidFill>
              <a:latin typeface="+mn-lt"/>
              <a:ea typeface="+mn-ea"/>
              <a:cs typeface="+mn-cs"/>
            </a:endParaRPr>
          </a:p>
          <a:p>
            <a:pPr>
              <a:lnSpc>
                <a:spcPct val="90000"/>
              </a:lnSpc>
              <a:spcBef>
                <a:spcPts val="600"/>
              </a:spcBef>
            </a:pPr>
            <a:r>
              <a:rPr lang="en-US" sz="2000" b="0" kern="1200" baseline="0" dirty="0">
                <a:solidFill>
                  <a:schemeClr val="bg1"/>
                </a:solidFill>
                <a:latin typeface="+mn-lt"/>
                <a:ea typeface="+mn-ea"/>
                <a:cs typeface="+mn-cs"/>
              </a:rPr>
              <a:t>Models are described by differential, algebraic and discrete equations with time-, state- and step-events</a:t>
            </a:r>
          </a:p>
        </p:txBody>
      </p:sp>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a:latin typeface="+mj-lt"/>
                <a:ea typeface="+mj-ea"/>
                <a:cs typeface="+mj-cs"/>
              </a:rPr>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8"/>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9"/>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21</a:t>
            </a:fld>
            <a:endParaRPr lang="en-US"/>
          </a:p>
        </p:txBody>
      </p:sp>
      <p:sp>
        <p:nvSpPr>
          <p:cNvPr id="14" name="TextBox 13">
            <a:extLst>
              <a:ext uri="{FF2B5EF4-FFF2-40B4-BE49-F238E27FC236}">
                <a16:creationId xmlns:a16="http://schemas.microsoft.com/office/drawing/2014/main" id="{5460851F-7EF6-4977-840A-369D5AEF2401}"/>
              </a:ext>
            </a:extLst>
          </p:cNvPr>
          <p:cNvSpPr txBox="1"/>
          <p:nvPr/>
        </p:nvSpPr>
        <p:spPr>
          <a:xfrm>
            <a:off x="520147" y="1155394"/>
            <a:ext cx="7662862" cy="584775"/>
          </a:xfrm>
          <a:prstGeom prst="rect">
            <a:avLst/>
          </a:prstGeom>
          <a:noFill/>
        </p:spPr>
        <p:txBody>
          <a:bodyPr wrap="square">
            <a:spAutoFit/>
          </a:bodyPr>
          <a:lstStyle/>
          <a:p>
            <a:r>
              <a:rPr lang="en-US" sz="3200" b="1" dirty="0"/>
              <a:t>FMI for Model Exchange (ME)</a:t>
            </a:r>
          </a:p>
        </p:txBody>
      </p:sp>
    </p:spTree>
    <p:extLst>
      <p:ext uri="{BB962C8B-B14F-4D97-AF65-F5344CB8AC3E}">
        <p14:creationId xmlns:p14="http://schemas.microsoft.com/office/powerpoint/2010/main" val="2495799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B050481-CE4F-46D1-84DD-9861B4B7847D}"/>
              </a:ext>
            </a:extLst>
          </p:cNvPr>
          <p:cNvSpPr txBox="1"/>
          <p:nvPr/>
        </p:nvSpPr>
        <p:spPr>
          <a:xfrm>
            <a:off x="609600" y="1905000"/>
            <a:ext cx="5486400" cy="3962400"/>
          </a:xfrm>
          <a:prstGeom prst="rect">
            <a:avLst/>
          </a:prstGeom>
          <a:solidFill>
            <a:schemeClr val="tx2"/>
          </a:solidFill>
        </p:spPr>
        <p:txBody>
          <a:bodyPr vert="horz" lIns="365760" tIns="365760" rIns="365760" bIns="365760" rtlCol="0">
            <a:normAutofit/>
          </a:bodyPr>
          <a:lstStyle/>
          <a:p>
            <a:pPr>
              <a:lnSpc>
                <a:spcPct val="90000"/>
              </a:lnSpc>
              <a:spcBef>
                <a:spcPts val="600"/>
              </a:spcBef>
            </a:pPr>
            <a:r>
              <a:rPr lang="en-US" sz="2000" b="0" kern="1200" baseline="0" dirty="0">
                <a:solidFill>
                  <a:schemeClr val="bg1"/>
                </a:solidFill>
                <a:latin typeface="+mn-lt"/>
                <a:ea typeface="+mn-ea"/>
                <a:cs typeface="+mn-cs"/>
              </a:rPr>
              <a:t>The Co-Simulation interface is designed both for the coupling of simulation tools, and the coupling of subsystem models, exported by a modeling environment together with their solvers as runnable code</a:t>
            </a:r>
          </a:p>
          <a:p>
            <a:pPr>
              <a:lnSpc>
                <a:spcPct val="90000"/>
              </a:lnSpc>
              <a:spcBef>
                <a:spcPts val="600"/>
              </a:spcBef>
            </a:pPr>
            <a:endParaRPr lang="en-US" sz="2000" b="0" kern="1200" baseline="0" dirty="0">
              <a:solidFill>
                <a:schemeClr val="bg1"/>
              </a:solidFill>
              <a:latin typeface="+mn-lt"/>
              <a:ea typeface="+mn-ea"/>
              <a:cs typeface="+mn-cs"/>
            </a:endParaRPr>
          </a:p>
        </p:txBody>
      </p:sp>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a:latin typeface="+mj-lt"/>
                <a:ea typeface="+mj-ea"/>
                <a:cs typeface="+mj-cs"/>
              </a:rPr>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8"/>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9"/>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22</a:t>
            </a:fld>
            <a:endParaRPr lang="en-US"/>
          </a:p>
        </p:txBody>
      </p:sp>
      <p:sp>
        <p:nvSpPr>
          <p:cNvPr id="14" name="TextBox 13">
            <a:extLst>
              <a:ext uri="{FF2B5EF4-FFF2-40B4-BE49-F238E27FC236}">
                <a16:creationId xmlns:a16="http://schemas.microsoft.com/office/drawing/2014/main" id="{5460851F-7EF6-4977-840A-369D5AEF2401}"/>
              </a:ext>
            </a:extLst>
          </p:cNvPr>
          <p:cNvSpPr txBox="1"/>
          <p:nvPr/>
        </p:nvSpPr>
        <p:spPr>
          <a:xfrm>
            <a:off x="500269" y="1167788"/>
            <a:ext cx="7662862" cy="584775"/>
          </a:xfrm>
          <a:prstGeom prst="rect">
            <a:avLst/>
          </a:prstGeom>
          <a:noFill/>
        </p:spPr>
        <p:txBody>
          <a:bodyPr wrap="square">
            <a:spAutoFit/>
          </a:bodyPr>
          <a:lstStyle/>
          <a:p>
            <a:r>
              <a:rPr lang="en-US" sz="3200" b="1" dirty="0"/>
              <a:t>FMI for Co-Simulation (CS)</a:t>
            </a:r>
          </a:p>
        </p:txBody>
      </p:sp>
      <p:pic>
        <p:nvPicPr>
          <p:cNvPr id="6" name="Picture 5">
            <a:extLst>
              <a:ext uri="{FF2B5EF4-FFF2-40B4-BE49-F238E27FC236}">
                <a16:creationId xmlns:a16="http://schemas.microsoft.com/office/drawing/2014/main" id="{EDCA5C99-2F0A-431D-88C6-A23858709DC3}"/>
              </a:ext>
            </a:extLst>
          </p:cNvPr>
          <p:cNvPicPr>
            <a:picLocks noChangeAspect="1"/>
          </p:cNvPicPr>
          <p:nvPr/>
        </p:nvPicPr>
        <p:blipFill>
          <a:blip r:embed="rId2"/>
          <a:stretch>
            <a:fillRect/>
          </a:stretch>
        </p:blipFill>
        <p:spPr>
          <a:xfrm>
            <a:off x="6747562" y="1076324"/>
            <a:ext cx="4381500" cy="5400675"/>
          </a:xfrm>
          <a:prstGeom prst="rect">
            <a:avLst/>
          </a:prstGeom>
        </p:spPr>
      </p:pic>
    </p:spTree>
    <p:extLst>
      <p:ext uri="{BB962C8B-B14F-4D97-AF65-F5344CB8AC3E}">
        <p14:creationId xmlns:p14="http://schemas.microsoft.com/office/powerpoint/2010/main" val="3674433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6DDCAA-F0BE-47FA-B2C1-155D988A94E2}"/>
              </a:ext>
            </a:extLst>
          </p:cNvPr>
          <p:cNvPicPr>
            <a:picLocks noChangeAspect="1"/>
          </p:cNvPicPr>
          <p:nvPr/>
        </p:nvPicPr>
        <p:blipFill>
          <a:blip r:embed="rId2"/>
          <a:stretch>
            <a:fillRect/>
          </a:stretch>
        </p:blipFill>
        <p:spPr>
          <a:xfrm>
            <a:off x="6781799" y="1304921"/>
            <a:ext cx="4543425" cy="4572036"/>
          </a:xfrm>
          <a:prstGeom prst="rect">
            <a:avLst/>
          </a:prstGeom>
        </p:spPr>
      </p:pic>
      <p:sp>
        <p:nvSpPr>
          <p:cNvPr id="9" name="TextBox 8">
            <a:extLst>
              <a:ext uri="{FF2B5EF4-FFF2-40B4-BE49-F238E27FC236}">
                <a16:creationId xmlns:a16="http://schemas.microsoft.com/office/drawing/2014/main" id="{DB050481-CE4F-46D1-84DD-9861B4B7847D}"/>
              </a:ext>
            </a:extLst>
          </p:cNvPr>
          <p:cNvSpPr txBox="1"/>
          <p:nvPr/>
        </p:nvSpPr>
        <p:spPr>
          <a:xfrm>
            <a:off x="609600" y="1905000"/>
            <a:ext cx="5486400" cy="3962400"/>
          </a:xfrm>
          <a:prstGeom prst="rect">
            <a:avLst/>
          </a:prstGeom>
          <a:solidFill>
            <a:schemeClr val="tx2"/>
          </a:solidFill>
        </p:spPr>
        <p:txBody>
          <a:bodyPr vert="horz" lIns="365760" tIns="365760" rIns="365760" bIns="365760" rtlCol="0">
            <a:normAutofit/>
          </a:bodyPr>
          <a:lstStyle/>
          <a:p>
            <a:pPr>
              <a:lnSpc>
                <a:spcPct val="90000"/>
              </a:lnSpc>
              <a:spcBef>
                <a:spcPts val="600"/>
              </a:spcBef>
            </a:pPr>
            <a:r>
              <a:rPr lang="en-US" sz="2000" b="0" i="0" dirty="0">
                <a:solidFill>
                  <a:schemeClr val="bg1"/>
                </a:solidFill>
                <a:effectLst/>
              </a:rPr>
              <a:t>The Scheduled Execution interface exposes individual </a:t>
            </a:r>
            <a:r>
              <a:rPr lang="en-US" sz="2000" b="0" i="0" u="none" strike="noStrike" dirty="0">
                <a:solidFill>
                  <a:schemeClr val="bg1"/>
                </a:solidFill>
                <a:effectLst/>
              </a:rPr>
              <a:t>model partitions</a:t>
            </a:r>
            <a:r>
              <a:rPr lang="en-US" sz="2000" b="0" i="0" dirty="0">
                <a:solidFill>
                  <a:schemeClr val="bg1"/>
                </a:solidFill>
                <a:effectLst/>
              </a:rPr>
              <a:t>. A scheduler provided by the </a:t>
            </a:r>
            <a:r>
              <a:rPr lang="en-US" sz="2000" b="0" i="0" u="none" strike="noStrike" dirty="0">
                <a:solidFill>
                  <a:schemeClr val="bg1"/>
                </a:solidFill>
                <a:effectLst/>
              </a:rPr>
              <a:t>importer</a:t>
            </a:r>
            <a:r>
              <a:rPr lang="en-US" sz="2000" b="0" i="0" dirty="0">
                <a:solidFill>
                  <a:schemeClr val="bg1"/>
                </a:solidFill>
                <a:effectLst/>
              </a:rPr>
              <a:t> can control the execution of each model partition separately</a:t>
            </a:r>
            <a:r>
              <a:rPr lang="en-US" sz="2000" b="0" i="0" dirty="0">
                <a:effectLst/>
              </a:rPr>
              <a:t>.</a:t>
            </a:r>
            <a:endParaRPr lang="en-US" sz="2000" b="0" kern="1200" baseline="0" dirty="0">
              <a:solidFill>
                <a:schemeClr val="bg1"/>
              </a:solidFill>
              <a:ea typeface="+mn-ea"/>
              <a:cs typeface="+mn-cs"/>
            </a:endParaRPr>
          </a:p>
        </p:txBody>
      </p:sp>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dirty="0">
                <a:latin typeface="+mj-lt"/>
                <a:ea typeface="+mj-ea"/>
                <a:cs typeface="+mj-cs"/>
              </a:rPr>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8"/>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9"/>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23</a:t>
            </a:fld>
            <a:endParaRPr lang="en-US"/>
          </a:p>
        </p:txBody>
      </p:sp>
      <p:sp>
        <p:nvSpPr>
          <p:cNvPr id="14" name="TextBox 13">
            <a:extLst>
              <a:ext uri="{FF2B5EF4-FFF2-40B4-BE49-F238E27FC236}">
                <a16:creationId xmlns:a16="http://schemas.microsoft.com/office/drawing/2014/main" id="{5460851F-7EF6-4977-840A-369D5AEF2401}"/>
              </a:ext>
            </a:extLst>
          </p:cNvPr>
          <p:cNvSpPr txBox="1"/>
          <p:nvPr/>
        </p:nvSpPr>
        <p:spPr>
          <a:xfrm>
            <a:off x="500269" y="1167788"/>
            <a:ext cx="7662862" cy="584775"/>
          </a:xfrm>
          <a:prstGeom prst="rect">
            <a:avLst/>
          </a:prstGeom>
          <a:noFill/>
        </p:spPr>
        <p:txBody>
          <a:bodyPr wrap="square">
            <a:spAutoFit/>
          </a:bodyPr>
          <a:lstStyle/>
          <a:p>
            <a:r>
              <a:rPr lang="en-US" sz="3200" b="1" dirty="0"/>
              <a:t>FMI for </a:t>
            </a:r>
            <a:r>
              <a:rPr lang="en-US" sz="3200" b="1" dirty="0">
                <a:cs typeface="Calibri" panose="020F0502020204030204" pitchFamily="34" charset="0"/>
              </a:rPr>
              <a:t>Scheduled Execution (SE) </a:t>
            </a:r>
            <a:endParaRPr lang="en-US" sz="3200" b="1" dirty="0"/>
          </a:p>
        </p:txBody>
      </p:sp>
    </p:spTree>
    <p:extLst>
      <p:ext uri="{BB962C8B-B14F-4D97-AF65-F5344CB8AC3E}">
        <p14:creationId xmlns:p14="http://schemas.microsoft.com/office/powerpoint/2010/main" val="2771361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dirty="0">
                <a:latin typeface="+mj-lt"/>
                <a:ea typeface="+mj-ea"/>
                <a:cs typeface="+mj-cs"/>
              </a:rPr>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8"/>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9"/>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24</a:t>
            </a:fld>
            <a:endParaRPr lang="en-US"/>
          </a:p>
        </p:txBody>
      </p:sp>
      <p:sp>
        <p:nvSpPr>
          <p:cNvPr id="11" name="TextBox 10">
            <a:extLst>
              <a:ext uri="{FF2B5EF4-FFF2-40B4-BE49-F238E27FC236}">
                <a16:creationId xmlns:a16="http://schemas.microsoft.com/office/drawing/2014/main" id="{A9C04AFE-8981-47C3-BCB1-32FF09EA1FA1}"/>
              </a:ext>
            </a:extLst>
          </p:cNvPr>
          <p:cNvSpPr txBox="1"/>
          <p:nvPr/>
        </p:nvSpPr>
        <p:spPr>
          <a:xfrm>
            <a:off x="518826" y="1120255"/>
            <a:ext cx="7658100" cy="584775"/>
          </a:xfrm>
          <a:prstGeom prst="rect">
            <a:avLst/>
          </a:prstGeom>
          <a:noFill/>
        </p:spPr>
        <p:txBody>
          <a:bodyPr wrap="square">
            <a:spAutoFit/>
          </a:bodyPr>
          <a:lstStyle/>
          <a:p>
            <a:r>
              <a:rPr lang="en-US" sz="3200" b="1" dirty="0"/>
              <a:t>FMI - Distribution of Model</a:t>
            </a:r>
          </a:p>
        </p:txBody>
      </p:sp>
      <p:pic>
        <p:nvPicPr>
          <p:cNvPr id="17" name="Picture 16">
            <a:extLst>
              <a:ext uri="{FF2B5EF4-FFF2-40B4-BE49-F238E27FC236}">
                <a16:creationId xmlns:a16="http://schemas.microsoft.com/office/drawing/2014/main" id="{E9002422-EBC5-4C65-B743-1594762CE09A}"/>
              </a:ext>
            </a:extLst>
          </p:cNvPr>
          <p:cNvPicPr>
            <a:picLocks noChangeAspect="1"/>
          </p:cNvPicPr>
          <p:nvPr/>
        </p:nvPicPr>
        <p:blipFill>
          <a:blip r:embed="rId2"/>
          <a:stretch>
            <a:fillRect/>
          </a:stretch>
        </p:blipFill>
        <p:spPr>
          <a:xfrm>
            <a:off x="2512822" y="2334295"/>
            <a:ext cx="7162800" cy="3943350"/>
          </a:xfrm>
          <a:prstGeom prst="rect">
            <a:avLst/>
          </a:prstGeom>
        </p:spPr>
      </p:pic>
      <p:pic>
        <p:nvPicPr>
          <p:cNvPr id="20" name="Picture 19" descr="Text, whiteboard&#10;&#10;Description automatically generated">
            <a:extLst>
              <a:ext uri="{FF2B5EF4-FFF2-40B4-BE49-F238E27FC236}">
                <a16:creationId xmlns:a16="http://schemas.microsoft.com/office/drawing/2014/main" id="{0AE5DF86-94AA-473E-B927-014DFA841625}"/>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09599" y="1745511"/>
            <a:ext cx="624550" cy="714329"/>
          </a:xfrm>
          <a:prstGeom prst="rect">
            <a:avLst/>
          </a:prstGeom>
        </p:spPr>
      </p:pic>
      <p:sp>
        <p:nvSpPr>
          <p:cNvPr id="21" name="TextBox 20">
            <a:extLst>
              <a:ext uri="{FF2B5EF4-FFF2-40B4-BE49-F238E27FC236}">
                <a16:creationId xmlns:a16="http://schemas.microsoft.com/office/drawing/2014/main" id="{D02B6879-3A13-4DC7-9F20-F9F2521A839B}"/>
              </a:ext>
            </a:extLst>
          </p:cNvPr>
          <p:cNvSpPr txBox="1"/>
          <p:nvPr/>
        </p:nvSpPr>
        <p:spPr>
          <a:xfrm>
            <a:off x="3097967" y="6858000"/>
            <a:ext cx="5996065" cy="230832"/>
          </a:xfrm>
          <a:prstGeom prst="rect">
            <a:avLst/>
          </a:prstGeom>
          <a:noFill/>
        </p:spPr>
        <p:txBody>
          <a:bodyPr wrap="square" rtlCol="0">
            <a:spAutoFit/>
          </a:bodyPr>
          <a:lstStyle/>
          <a:p>
            <a:r>
              <a:rPr lang="en-US" sz="900">
                <a:hlinkClick r:id="rId4" tooltip="https://askleo.com/why-spammers-love-zip-files-and-how-you-need-to-stay-safe/"/>
              </a:rPr>
              <a:t>This Photo</a:t>
            </a:r>
            <a:r>
              <a:rPr lang="en-US" sz="900"/>
              <a:t> by Unknown Author is licensed under </a:t>
            </a:r>
            <a:r>
              <a:rPr lang="en-US" sz="900">
                <a:hlinkClick r:id="rId5" tooltip="https://creativecommons.org/licenses/by-nc-nd/3.0/"/>
              </a:rPr>
              <a:t>CC BY-NC-ND</a:t>
            </a:r>
            <a:endParaRPr lang="en-US" sz="900"/>
          </a:p>
        </p:txBody>
      </p:sp>
      <p:sp>
        <p:nvSpPr>
          <p:cNvPr id="22" name="TextBox 21">
            <a:extLst>
              <a:ext uri="{FF2B5EF4-FFF2-40B4-BE49-F238E27FC236}">
                <a16:creationId xmlns:a16="http://schemas.microsoft.com/office/drawing/2014/main" id="{A9916B6B-87CA-4151-A0D3-25EA30031CA1}"/>
              </a:ext>
            </a:extLst>
          </p:cNvPr>
          <p:cNvSpPr txBox="1"/>
          <p:nvPr/>
        </p:nvSpPr>
        <p:spPr>
          <a:xfrm>
            <a:off x="1297474" y="1918009"/>
            <a:ext cx="1877437" cy="369332"/>
          </a:xfrm>
          <a:prstGeom prst="rect">
            <a:avLst/>
          </a:prstGeom>
          <a:noFill/>
        </p:spPr>
        <p:txBody>
          <a:bodyPr wrap="none" rtlCol="0">
            <a:spAutoFit/>
          </a:bodyPr>
          <a:lstStyle/>
          <a:p>
            <a:r>
              <a:rPr lang="en-US" dirty="0"/>
              <a:t>SenorModel.fmu</a:t>
            </a:r>
          </a:p>
        </p:txBody>
      </p:sp>
      <p:cxnSp>
        <p:nvCxnSpPr>
          <p:cNvPr id="24" name="Straight Connector 23">
            <a:extLst>
              <a:ext uri="{FF2B5EF4-FFF2-40B4-BE49-F238E27FC236}">
                <a16:creationId xmlns:a16="http://schemas.microsoft.com/office/drawing/2014/main" id="{4AEE4B88-65BE-455A-9EE5-EE3E446F2283}"/>
              </a:ext>
            </a:extLst>
          </p:cNvPr>
          <p:cNvCxnSpPr>
            <a:cxnSpLocks/>
          </p:cNvCxnSpPr>
          <p:nvPr/>
        </p:nvCxnSpPr>
        <p:spPr>
          <a:xfrm>
            <a:off x="1925372" y="2373590"/>
            <a:ext cx="3685" cy="3864759"/>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FD7A668-BC27-491E-B2B8-740FBDEEC8FC}"/>
              </a:ext>
            </a:extLst>
          </p:cNvPr>
          <p:cNvCxnSpPr/>
          <p:nvPr/>
        </p:nvCxnSpPr>
        <p:spPr>
          <a:xfrm>
            <a:off x="1929057" y="2459840"/>
            <a:ext cx="74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9263E33-735B-421B-84AF-B8C892F993B9}"/>
              </a:ext>
            </a:extLst>
          </p:cNvPr>
          <p:cNvCxnSpPr/>
          <p:nvPr/>
        </p:nvCxnSpPr>
        <p:spPr>
          <a:xfrm>
            <a:off x="1929057" y="2612240"/>
            <a:ext cx="74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2D0F001-98C4-4F98-BF42-67AD452C1A1E}"/>
              </a:ext>
            </a:extLst>
          </p:cNvPr>
          <p:cNvCxnSpPr/>
          <p:nvPr/>
        </p:nvCxnSpPr>
        <p:spPr>
          <a:xfrm>
            <a:off x="1929057" y="2830901"/>
            <a:ext cx="74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E74530C-5E33-486E-B262-1E106CFC8039}"/>
              </a:ext>
            </a:extLst>
          </p:cNvPr>
          <p:cNvCxnSpPr/>
          <p:nvPr/>
        </p:nvCxnSpPr>
        <p:spPr>
          <a:xfrm>
            <a:off x="1925372" y="3546518"/>
            <a:ext cx="74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47E3515-33C7-4BEB-933D-3ABA847C3EE6}"/>
              </a:ext>
            </a:extLst>
          </p:cNvPr>
          <p:cNvCxnSpPr/>
          <p:nvPr/>
        </p:nvCxnSpPr>
        <p:spPr>
          <a:xfrm>
            <a:off x="1929057" y="4083231"/>
            <a:ext cx="74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F20EDD2-A5E6-426C-94C7-364C0DBA5FAA}"/>
              </a:ext>
            </a:extLst>
          </p:cNvPr>
          <p:cNvCxnSpPr/>
          <p:nvPr/>
        </p:nvCxnSpPr>
        <p:spPr>
          <a:xfrm>
            <a:off x="1972014" y="5882214"/>
            <a:ext cx="744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1D1F594-17A9-4F41-AA46-1AC33B84B489}"/>
              </a:ext>
            </a:extLst>
          </p:cNvPr>
          <p:cNvCxnSpPr>
            <a:cxnSpLocks/>
          </p:cNvCxnSpPr>
          <p:nvPr/>
        </p:nvCxnSpPr>
        <p:spPr>
          <a:xfrm>
            <a:off x="2894003" y="3082882"/>
            <a:ext cx="0" cy="346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CB59F45-A31C-4A11-9909-3163E77C0AE4}"/>
              </a:ext>
            </a:extLst>
          </p:cNvPr>
          <p:cNvCxnSpPr>
            <a:cxnSpLocks/>
          </p:cNvCxnSpPr>
          <p:nvPr/>
        </p:nvCxnSpPr>
        <p:spPr>
          <a:xfrm>
            <a:off x="2894003" y="3652726"/>
            <a:ext cx="0" cy="346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52183FD-5D83-4601-AC0B-62150C62F9A1}"/>
              </a:ext>
            </a:extLst>
          </p:cNvPr>
          <p:cNvCxnSpPr>
            <a:cxnSpLocks/>
          </p:cNvCxnSpPr>
          <p:nvPr/>
        </p:nvCxnSpPr>
        <p:spPr>
          <a:xfrm>
            <a:off x="2879154" y="4132910"/>
            <a:ext cx="0" cy="1542333"/>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D41B629-FCDF-4610-92DD-EA18D5B998F6}"/>
              </a:ext>
            </a:extLst>
          </p:cNvPr>
          <p:cNvCxnSpPr>
            <a:cxnSpLocks/>
          </p:cNvCxnSpPr>
          <p:nvPr/>
        </p:nvCxnSpPr>
        <p:spPr>
          <a:xfrm>
            <a:off x="2879154" y="4305969"/>
            <a:ext cx="943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F3D3C9E-77DB-48CE-A080-EFD3FE67E927}"/>
              </a:ext>
            </a:extLst>
          </p:cNvPr>
          <p:cNvCxnSpPr>
            <a:cxnSpLocks/>
          </p:cNvCxnSpPr>
          <p:nvPr/>
        </p:nvCxnSpPr>
        <p:spPr>
          <a:xfrm>
            <a:off x="2894003" y="5193864"/>
            <a:ext cx="795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DA80E51-28F0-49D1-96EC-C0BD6CF9F432}"/>
              </a:ext>
            </a:extLst>
          </p:cNvPr>
          <p:cNvCxnSpPr>
            <a:cxnSpLocks/>
          </p:cNvCxnSpPr>
          <p:nvPr/>
        </p:nvCxnSpPr>
        <p:spPr>
          <a:xfrm>
            <a:off x="2894003" y="5541734"/>
            <a:ext cx="795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5271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dirty="0">
                <a:latin typeface="+mj-lt"/>
                <a:ea typeface="+mj-ea"/>
                <a:cs typeface="+mj-cs"/>
              </a:rPr>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8"/>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9"/>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25</a:t>
            </a:fld>
            <a:endParaRPr lang="en-US"/>
          </a:p>
        </p:txBody>
      </p:sp>
      <p:sp>
        <p:nvSpPr>
          <p:cNvPr id="11" name="TextBox 10">
            <a:extLst>
              <a:ext uri="{FF2B5EF4-FFF2-40B4-BE49-F238E27FC236}">
                <a16:creationId xmlns:a16="http://schemas.microsoft.com/office/drawing/2014/main" id="{A9C04AFE-8981-47C3-BCB1-32FF09EA1FA1}"/>
              </a:ext>
            </a:extLst>
          </p:cNvPr>
          <p:cNvSpPr txBox="1"/>
          <p:nvPr/>
        </p:nvSpPr>
        <p:spPr>
          <a:xfrm>
            <a:off x="518826" y="1120255"/>
            <a:ext cx="7658100" cy="584775"/>
          </a:xfrm>
          <a:prstGeom prst="rect">
            <a:avLst/>
          </a:prstGeom>
          <a:noFill/>
        </p:spPr>
        <p:txBody>
          <a:bodyPr wrap="square">
            <a:spAutoFit/>
          </a:bodyPr>
          <a:lstStyle/>
          <a:p>
            <a:r>
              <a:rPr lang="en-US" sz="3200" dirty="0">
                <a:cs typeface="Calibri" panose="020F0502020204030204" pitchFamily="34" charset="0"/>
              </a:rPr>
              <a:t>Sample FMI Description Schema (XML)</a:t>
            </a:r>
          </a:p>
        </p:txBody>
      </p:sp>
      <p:graphicFrame>
        <p:nvGraphicFramePr>
          <p:cNvPr id="5" name="Object 4">
            <a:extLst>
              <a:ext uri="{FF2B5EF4-FFF2-40B4-BE49-F238E27FC236}">
                <a16:creationId xmlns:a16="http://schemas.microsoft.com/office/drawing/2014/main" id="{44D44927-90ED-4F54-A361-C828A581C29C}"/>
              </a:ext>
            </a:extLst>
          </p:cNvPr>
          <p:cNvGraphicFramePr>
            <a:graphicFrameLocks noChangeAspect="1"/>
          </p:cNvGraphicFramePr>
          <p:nvPr>
            <p:extLst>
              <p:ext uri="{D42A27DB-BD31-4B8C-83A1-F6EECF244321}">
                <p14:modId xmlns:p14="http://schemas.microsoft.com/office/powerpoint/2010/main" val="2528756672"/>
              </p:ext>
            </p:extLst>
          </p:nvPr>
        </p:nvGraphicFramePr>
        <p:xfrm>
          <a:off x="609599" y="2044175"/>
          <a:ext cx="1390650" cy="481013"/>
        </p:xfrm>
        <a:graphic>
          <a:graphicData uri="http://schemas.openxmlformats.org/presentationml/2006/ole">
            <mc:AlternateContent xmlns:mc="http://schemas.openxmlformats.org/markup-compatibility/2006">
              <mc:Choice xmlns:v="urn:schemas-microsoft-com:vml" Requires="v">
                <p:oleObj name="Packager Shell Object" showAsIcon="1" r:id="rId2" imgW="1390680" imgH="481320" progId="Package">
                  <p:embed/>
                </p:oleObj>
              </mc:Choice>
              <mc:Fallback>
                <p:oleObj name="Packager Shell Object" showAsIcon="1" r:id="rId2" imgW="1390680" imgH="481320" progId="Package">
                  <p:embed/>
                  <p:pic>
                    <p:nvPicPr>
                      <p:cNvPr id="0" name=""/>
                      <p:cNvPicPr/>
                      <p:nvPr/>
                    </p:nvPicPr>
                    <p:blipFill>
                      <a:blip r:embed="rId3"/>
                      <a:stretch>
                        <a:fillRect/>
                      </a:stretch>
                    </p:blipFill>
                    <p:spPr>
                      <a:xfrm>
                        <a:off x="609599" y="2044175"/>
                        <a:ext cx="1390650" cy="481013"/>
                      </a:xfrm>
                      <a:prstGeom prst="rect">
                        <a:avLst/>
                      </a:prstGeom>
                    </p:spPr>
                  </p:pic>
                </p:oleObj>
              </mc:Fallback>
            </mc:AlternateContent>
          </a:graphicData>
        </a:graphic>
      </p:graphicFrame>
    </p:spTree>
    <p:extLst>
      <p:ext uri="{BB962C8B-B14F-4D97-AF65-F5344CB8AC3E}">
        <p14:creationId xmlns:p14="http://schemas.microsoft.com/office/powerpoint/2010/main" val="1199925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dirty="0">
                <a:latin typeface="+mj-lt"/>
                <a:ea typeface="+mj-ea"/>
                <a:cs typeface="+mj-cs"/>
              </a:rPr>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8"/>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9"/>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26</a:t>
            </a:fld>
            <a:endParaRPr lang="en-US"/>
          </a:p>
        </p:txBody>
      </p:sp>
      <p:sp>
        <p:nvSpPr>
          <p:cNvPr id="11" name="TextBox 10">
            <a:extLst>
              <a:ext uri="{FF2B5EF4-FFF2-40B4-BE49-F238E27FC236}">
                <a16:creationId xmlns:a16="http://schemas.microsoft.com/office/drawing/2014/main" id="{A9C04AFE-8981-47C3-BCB1-32FF09EA1FA1}"/>
              </a:ext>
            </a:extLst>
          </p:cNvPr>
          <p:cNvSpPr txBox="1"/>
          <p:nvPr/>
        </p:nvSpPr>
        <p:spPr>
          <a:xfrm>
            <a:off x="518826" y="1120255"/>
            <a:ext cx="7658100" cy="584775"/>
          </a:xfrm>
          <a:prstGeom prst="rect">
            <a:avLst/>
          </a:prstGeom>
          <a:noFill/>
        </p:spPr>
        <p:txBody>
          <a:bodyPr wrap="square">
            <a:spAutoFit/>
          </a:bodyPr>
          <a:lstStyle/>
          <a:p>
            <a:r>
              <a:rPr lang="en-US" sz="3200" dirty="0">
                <a:cs typeface="Calibri" panose="020F0502020204030204" pitchFamily="34" charset="0"/>
              </a:rPr>
              <a:t>Common Concept </a:t>
            </a:r>
          </a:p>
        </p:txBody>
      </p:sp>
      <p:sp>
        <p:nvSpPr>
          <p:cNvPr id="7" name="TextBox 6">
            <a:extLst>
              <a:ext uri="{FF2B5EF4-FFF2-40B4-BE49-F238E27FC236}">
                <a16:creationId xmlns:a16="http://schemas.microsoft.com/office/drawing/2014/main" id="{FCABFAE4-8680-43FA-9BBA-27255FA01EA3}"/>
              </a:ext>
            </a:extLst>
          </p:cNvPr>
          <p:cNvSpPr txBox="1"/>
          <p:nvPr/>
        </p:nvSpPr>
        <p:spPr>
          <a:xfrm>
            <a:off x="518826" y="1859509"/>
            <a:ext cx="7658100" cy="1754326"/>
          </a:xfrm>
          <a:prstGeom prst="rect">
            <a:avLst/>
          </a:prstGeom>
          <a:noFill/>
        </p:spPr>
        <p:txBody>
          <a:bodyPr wrap="square">
            <a:spAutoFit/>
          </a:bodyPr>
          <a:lstStyle/>
          <a:p>
            <a:pPr algn="l" rtl="0"/>
            <a:r>
              <a:rPr lang="en-US" b="0" i="0" dirty="0">
                <a:effectLst/>
              </a:rPr>
              <a:t>Requirements for Implementations of the C-API</a:t>
            </a:r>
          </a:p>
          <a:p>
            <a:pPr marL="285750" indent="-285750" algn="l" rtl="0">
              <a:buFont typeface="Arial" panose="020B0604020202020204" pitchFamily="34" charset="0"/>
              <a:buChar char="•"/>
            </a:pPr>
            <a:r>
              <a:rPr lang="en-US" dirty="0"/>
              <a:t>Need not be thread safe</a:t>
            </a:r>
          </a:p>
          <a:p>
            <a:pPr marL="285750" indent="-285750" algn="l" rtl="0">
              <a:buFont typeface="Arial" panose="020B0604020202020204" pitchFamily="34" charset="0"/>
              <a:buChar char="•"/>
            </a:pPr>
            <a:r>
              <a:rPr lang="en-US" b="0" i="0" dirty="0">
                <a:effectLst/>
              </a:rPr>
              <a:t>Callback functions passed sho</a:t>
            </a:r>
            <a:r>
              <a:rPr lang="en-US" dirty="0"/>
              <a:t>uld not be from other FMU</a:t>
            </a:r>
          </a:p>
          <a:p>
            <a:pPr marL="285750" indent="-285750" algn="l" rtl="0">
              <a:buFont typeface="Arial" panose="020B0604020202020204" pitchFamily="34" charset="0"/>
              <a:buChar char="•"/>
            </a:pPr>
            <a:r>
              <a:rPr lang="en-US" dirty="0"/>
              <a:t>Function should not change global settings/other thread objects</a:t>
            </a:r>
          </a:p>
          <a:p>
            <a:pPr marL="285750" indent="-285750" algn="l" rtl="0">
              <a:buFont typeface="Arial" panose="020B0604020202020204" pitchFamily="34" charset="0"/>
              <a:buChar char="•"/>
            </a:pPr>
            <a:r>
              <a:rPr lang="en-US" b="0" i="0" dirty="0">
                <a:effectLst/>
              </a:rPr>
              <a:t>Function argument should not be NULL until specified</a:t>
            </a:r>
          </a:p>
          <a:p>
            <a:pPr marL="285750" indent="-285750" algn="l" rtl="0">
              <a:buFont typeface="Arial" panose="020B0604020202020204" pitchFamily="34" charset="0"/>
              <a:buChar char="•"/>
            </a:pPr>
            <a:r>
              <a:rPr lang="en-US" dirty="0"/>
              <a:t>Standard as such doesn’t provide any options for portability.</a:t>
            </a:r>
            <a:endParaRPr lang="en-US" b="0" i="0" dirty="0">
              <a:effectLst/>
            </a:endParaRPr>
          </a:p>
        </p:txBody>
      </p:sp>
      <p:grpSp>
        <p:nvGrpSpPr>
          <p:cNvPr id="20" name="Group 19">
            <a:extLst>
              <a:ext uri="{FF2B5EF4-FFF2-40B4-BE49-F238E27FC236}">
                <a16:creationId xmlns:a16="http://schemas.microsoft.com/office/drawing/2014/main" id="{31D66351-EF43-49B2-96F5-FA4376702BF1}"/>
              </a:ext>
            </a:extLst>
          </p:cNvPr>
          <p:cNvGrpSpPr/>
          <p:nvPr/>
        </p:nvGrpSpPr>
        <p:grpSpPr>
          <a:xfrm>
            <a:off x="498658" y="3735637"/>
            <a:ext cx="11428009" cy="2064002"/>
            <a:chOff x="449252" y="3768314"/>
            <a:chExt cx="11428009" cy="2064002"/>
          </a:xfrm>
        </p:grpSpPr>
        <p:sp>
          <p:nvSpPr>
            <p:cNvPr id="9" name="TextBox 8">
              <a:extLst>
                <a:ext uri="{FF2B5EF4-FFF2-40B4-BE49-F238E27FC236}">
                  <a16:creationId xmlns:a16="http://schemas.microsoft.com/office/drawing/2014/main" id="{899BE573-4D29-4DCF-A08A-7C40477CAC4F}"/>
                </a:ext>
              </a:extLst>
            </p:cNvPr>
            <p:cNvSpPr txBox="1"/>
            <p:nvPr/>
          </p:nvSpPr>
          <p:spPr>
            <a:xfrm>
              <a:off x="449252" y="3768314"/>
              <a:ext cx="7658100" cy="2031325"/>
            </a:xfrm>
            <a:prstGeom prst="rect">
              <a:avLst/>
            </a:prstGeom>
            <a:noFill/>
          </p:spPr>
          <p:txBody>
            <a:bodyPr wrap="square">
              <a:spAutoFit/>
            </a:bodyPr>
            <a:lstStyle/>
            <a:p>
              <a:pPr algn="l" rtl="0"/>
              <a:r>
                <a:rPr lang="en-US" b="0" i="0" dirty="0">
                  <a:effectLst/>
                </a:rPr>
                <a:t>Header Files and Naming of Functions</a:t>
              </a:r>
            </a:p>
            <a:p>
              <a:pPr marL="285750" indent="-285750" algn="l" rtl="0">
                <a:buFont typeface="Arial" panose="020B0604020202020204" pitchFamily="34" charset="0"/>
                <a:buChar char="•"/>
              </a:pPr>
              <a:r>
                <a:rPr lang="en-US" b="0" i="0" dirty="0">
                  <a:effectLst/>
                </a:rPr>
                <a:t>The FMI C-API is defined by three C99 header files</a:t>
              </a:r>
              <a:endParaRPr lang="en-US" dirty="0"/>
            </a:p>
            <a:p>
              <a:pPr marL="285750" indent="-285750">
                <a:buFont typeface="Arial" panose="020B0604020202020204" pitchFamily="34" charset="0"/>
                <a:buChar char="•"/>
              </a:pPr>
              <a:r>
                <a:rPr kumimoji="0" lang="en-US" altLang="en-US" b="0" i="0" u="none" strike="noStrike" cap="none" normalizeH="0" baseline="0" dirty="0">
                  <a:ln>
                    <a:noFill/>
                  </a:ln>
                  <a:solidFill>
                    <a:schemeClr val="tx1"/>
                  </a:solidFill>
                  <a:effectLst/>
                  <a:ea typeface="-apple-system"/>
                </a:rPr>
                <a:t>All function declarations and type definitions in these header files have the prefix </a:t>
              </a:r>
              <a:r>
                <a:rPr kumimoji="0" lang="en-US" altLang="en-US" b="0" i="0" u="none" strike="noStrike" cap="none" normalizeH="0" baseline="0" dirty="0">
                  <a:ln>
                    <a:noFill/>
                  </a:ln>
                  <a:solidFill>
                    <a:schemeClr val="tx1"/>
                  </a:solidFill>
                  <a:effectLst/>
                  <a:ea typeface="Droid Sans Mono"/>
                </a:rPr>
                <a:t>fmi3.</a:t>
              </a:r>
            </a:p>
            <a:p>
              <a:pPr marL="285750" indent="-285750">
                <a:buFont typeface="Arial" panose="020B0604020202020204" pitchFamily="34" charset="0"/>
                <a:buChar char="•"/>
              </a:pPr>
              <a:r>
                <a:rPr lang="en-US" b="0" i="0" dirty="0">
                  <a:effectLst/>
                  <a:latin typeface="Droid Sans Mono"/>
                </a:rPr>
                <a:t>fmi3PlatformTypes.h</a:t>
              </a:r>
              <a:r>
                <a:rPr lang="en-US" dirty="0">
                  <a:latin typeface="Droid Sans Mono"/>
                </a:rPr>
                <a:t> -&gt; </a:t>
              </a:r>
              <a:endParaRPr lang="en-US" b="0" i="0" dirty="0">
                <a:effectLst/>
                <a:latin typeface="Droid Sans Mono"/>
              </a:endParaRPr>
            </a:p>
            <a:p>
              <a:pPr marL="285750" indent="-285750">
                <a:buFont typeface="Arial" panose="020B0604020202020204" pitchFamily="34" charset="0"/>
                <a:buChar char="•"/>
              </a:pPr>
              <a:r>
                <a:rPr lang="en-US" b="0" i="0" dirty="0">
                  <a:effectLst/>
                  <a:latin typeface="Droid Sans Mono"/>
                </a:rPr>
                <a:t>fmi3FunctionTypes.h -&gt; </a:t>
              </a:r>
              <a:endParaRPr kumimoji="0" lang="en-US" altLang="en-US" b="0" i="0" u="none" strike="noStrike" cap="none" normalizeH="0" baseline="0" dirty="0">
                <a:ln>
                  <a:noFill/>
                </a:ln>
                <a:solidFill>
                  <a:schemeClr val="tx1"/>
                </a:solidFill>
                <a:effectLst/>
              </a:endParaRPr>
            </a:p>
            <a:p>
              <a:pPr marL="285750" indent="-285750" algn="l" rtl="0">
                <a:buFont typeface="Arial" panose="020B0604020202020204" pitchFamily="34" charset="0"/>
                <a:buChar char="•"/>
              </a:pPr>
              <a:r>
                <a:rPr lang="en-US" b="0" i="0" dirty="0">
                  <a:effectLst/>
                  <a:latin typeface="Droid Sans Mono"/>
                </a:rPr>
                <a:t>fmi3Functions.h -&gt; </a:t>
              </a:r>
              <a:endParaRPr lang="en-US" b="0" i="0" dirty="0">
                <a:effectLst/>
              </a:endParaRPr>
            </a:p>
          </p:txBody>
        </p:sp>
        <p:sp>
          <p:nvSpPr>
            <p:cNvPr id="16" name="TextBox 15">
              <a:extLst>
                <a:ext uri="{FF2B5EF4-FFF2-40B4-BE49-F238E27FC236}">
                  <a16:creationId xmlns:a16="http://schemas.microsoft.com/office/drawing/2014/main" id="{95A29C41-BDB1-4B5B-90BF-CB4CA2520939}"/>
                </a:ext>
              </a:extLst>
            </p:cNvPr>
            <p:cNvSpPr txBox="1"/>
            <p:nvPr/>
          </p:nvSpPr>
          <p:spPr>
            <a:xfrm>
              <a:off x="3250096" y="4841236"/>
              <a:ext cx="3150414" cy="338554"/>
            </a:xfrm>
            <a:prstGeom prst="rect">
              <a:avLst/>
            </a:prstGeom>
            <a:noFill/>
            <a:ln>
              <a:solidFill>
                <a:schemeClr val="tx1"/>
              </a:solidFill>
            </a:ln>
          </p:spPr>
          <p:txBody>
            <a:bodyPr wrap="square" rtlCol="0">
              <a:spAutoFit/>
            </a:bodyPr>
            <a:lstStyle/>
            <a:p>
              <a:r>
                <a:rPr lang="en-US" sz="1600" b="1" i="0" dirty="0">
                  <a:solidFill>
                    <a:srgbClr val="333333"/>
                  </a:solidFill>
                  <a:effectLst/>
                </a:rPr>
                <a:t>typedef</a:t>
              </a:r>
              <a:r>
                <a:rPr lang="en-US" sz="1600" b="0" i="0" dirty="0">
                  <a:solidFill>
                    <a:srgbClr val="333333"/>
                  </a:solidFill>
                  <a:effectLst/>
                </a:rPr>
                <a:t> </a:t>
              </a:r>
              <a:r>
                <a:rPr lang="en-US" sz="1600" b="1" i="0" dirty="0">
                  <a:solidFill>
                    <a:srgbClr val="333333"/>
                  </a:solidFill>
                  <a:effectLst/>
                </a:rPr>
                <a:t>double</a:t>
              </a:r>
              <a:r>
                <a:rPr lang="en-US" sz="1600" b="0" i="0" dirty="0">
                  <a:solidFill>
                    <a:srgbClr val="333333"/>
                  </a:solidFill>
                  <a:effectLst/>
                </a:rPr>
                <a:t> fmi3Float64;</a:t>
              </a:r>
            </a:p>
          </p:txBody>
        </p:sp>
        <p:sp>
          <p:nvSpPr>
            <p:cNvPr id="17" name="TextBox 16">
              <a:extLst>
                <a:ext uri="{FF2B5EF4-FFF2-40B4-BE49-F238E27FC236}">
                  <a16:creationId xmlns:a16="http://schemas.microsoft.com/office/drawing/2014/main" id="{1E5BE2DE-FCEC-498A-BF49-81CE77983376}"/>
                </a:ext>
              </a:extLst>
            </p:cNvPr>
            <p:cNvSpPr txBox="1"/>
            <p:nvPr/>
          </p:nvSpPr>
          <p:spPr>
            <a:xfrm>
              <a:off x="3250096" y="5179790"/>
              <a:ext cx="8627165" cy="338554"/>
            </a:xfrm>
            <a:prstGeom prst="rect">
              <a:avLst/>
            </a:prstGeom>
            <a:noFill/>
            <a:ln>
              <a:solidFill>
                <a:schemeClr val="tx1"/>
              </a:solidFill>
            </a:ln>
          </p:spPr>
          <p:txBody>
            <a:bodyPr wrap="square" rtlCol="0">
              <a:spAutoFit/>
            </a:bodyPr>
            <a:lstStyle/>
            <a:p>
              <a:r>
                <a:rPr lang="en-US" sz="1600" b="1" i="0" dirty="0">
                  <a:effectLst/>
                </a:rPr>
                <a:t>typedef</a:t>
              </a:r>
              <a:r>
                <a:rPr lang="en-US" sz="1600" b="0" i="0" dirty="0">
                  <a:effectLst/>
                </a:rPr>
                <a:t> fmi3Status </a:t>
              </a:r>
              <a:r>
                <a:rPr lang="en-US" sz="1600" b="1" i="0" dirty="0">
                  <a:effectLst/>
                </a:rPr>
                <a:t>fmi3SetTimeTYPE</a:t>
              </a:r>
              <a:r>
                <a:rPr lang="en-US" sz="1600" b="0" i="0" dirty="0">
                  <a:effectLst/>
                </a:rPr>
                <a:t>(fmi3Instance instance, fmi3Float64 time);</a:t>
              </a:r>
            </a:p>
          </p:txBody>
        </p:sp>
        <p:sp>
          <p:nvSpPr>
            <p:cNvPr id="19" name="TextBox 18">
              <a:extLst>
                <a:ext uri="{FF2B5EF4-FFF2-40B4-BE49-F238E27FC236}">
                  <a16:creationId xmlns:a16="http://schemas.microsoft.com/office/drawing/2014/main" id="{C1D770C7-A29D-48E1-A47B-A5CE197FE3B3}"/>
                </a:ext>
              </a:extLst>
            </p:cNvPr>
            <p:cNvSpPr txBox="1"/>
            <p:nvPr/>
          </p:nvSpPr>
          <p:spPr>
            <a:xfrm>
              <a:off x="3250096" y="5493762"/>
              <a:ext cx="4353243" cy="338554"/>
            </a:xfrm>
            <a:prstGeom prst="rect">
              <a:avLst/>
            </a:prstGeom>
            <a:noFill/>
            <a:ln>
              <a:solidFill>
                <a:schemeClr val="tx1"/>
              </a:solidFill>
            </a:ln>
          </p:spPr>
          <p:txBody>
            <a:bodyPr wrap="none" rtlCol="0">
              <a:spAutoFit/>
            </a:bodyPr>
            <a:lstStyle/>
            <a:p>
              <a:r>
                <a:rPr lang="en-US" sz="1600" b="0" i="0" dirty="0">
                  <a:solidFill>
                    <a:srgbClr val="333333"/>
                  </a:solidFill>
                  <a:effectLst/>
                </a:rPr>
                <a:t>FMI3_Export fmi3SetTimeTYPE fmi3SetTime;</a:t>
              </a:r>
              <a:endParaRPr lang="en-US" sz="1600" dirty="0"/>
            </a:p>
          </p:txBody>
        </p:sp>
      </p:grpSp>
    </p:spTree>
    <p:extLst>
      <p:ext uri="{BB962C8B-B14F-4D97-AF65-F5344CB8AC3E}">
        <p14:creationId xmlns:p14="http://schemas.microsoft.com/office/powerpoint/2010/main" val="2809744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dirty="0">
                <a:latin typeface="+mj-lt"/>
                <a:ea typeface="+mj-ea"/>
                <a:cs typeface="+mj-cs"/>
              </a:rPr>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8"/>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9"/>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27</a:t>
            </a:fld>
            <a:endParaRPr lang="en-US"/>
          </a:p>
        </p:txBody>
      </p:sp>
      <p:sp>
        <p:nvSpPr>
          <p:cNvPr id="11" name="TextBox 10">
            <a:extLst>
              <a:ext uri="{FF2B5EF4-FFF2-40B4-BE49-F238E27FC236}">
                <a16:creationId xmlns:a16="http://schemas.microsoft.com/office/drawing/2014/main" id="{A9C04AFE-8981-47C3-BCB1-32FF09EA1FA1}"/>
              </a:ext>
            </a:extLst>
          </p:cNvPr>
          <p:cNvSpPr txBox="1"/>
          <p:nvPr/>
        </p:nvSpPr>
        <p:spPr>
          <a:xfrm>
            <a:off x="518826" y="1120255"/>
            <a:ext cx="7658100" cy="584775"/>
          </a:xfrm>
          <a:prstGeom prst="rect">
            <a:avLst/>
          </a:prstGeom>
          <a:noFill/>
        </p:spPr>
        <p:txBody>
          <a:bodyPr wrap="square">
            <a:spAutoFit/>
          </a:bodyPr>
          <a:lstStyle/>
          <a:p>
            <a:r>
              <a:rPr lang="en-US" sz="3200" dirty="0">
                <a:cs typeface="Calibri" panose="020F0502020204030204" pitchFamily="34" charset="0"/>
              </a:rPr>
              <a:t>Common Concept </a:t>
            </a:r>
          </a:p>
        </p:txBody>
      </p:sp>
      <p:sp>
        <p:nvSpPr>
          <p:cNvPr id="5" name="TextBox 4">
            <a:extLst>
              <a:ext uri="{FF2B5EF4-FFF2-40B4-BE49-F238E27FC236}">
                <a16:creationId xmlns:a16="http://schemas.microsoft.com/office/drawing/2014/main" id="{E1D74090-F58F-4D3B-848B-4537E1C75B8A}"/>
              </a:ext>
            </a:extLst>
          </p:cNvPr>
          <p:cNvSpPr txBox="1"/>
          <p:nvPr/>
        </p:nvSpPr>
        <p:spPr>
          <a:xfrm>
            <a:off x="613284" y="1829383"/>
            <a:ext cx="8816009" cy="5078313"/>
          </a:xfrm>
          <a:prstGeom prst="rect">
            <a:avLst/>
          </a:prstGeom>
          <a:noFill/>
        </p:spPr>
        <p:txBody>
          <a:bodyPr wrap="square" rtlCol="0">
            <a:spAutoFit/>
          </a:bodyPr>
          <a:lstStyle/>
          <a:p>
            <a:r>
              <a:rPr lang="en-US" b="0" i="0" dirty="0">
                <a:effectLst/>
              </a:rPr>
              <a:t>Status Returned by Functions</a:t>
            </a:r>
          </a:p>
          <a:p>
            <a:pPr marL="285750" indent="-285750">
              <a:buFont typeface="Arial" panose="020B0604020202020204" pitchFamily="34" charset="0"/>
              <a:buChar char="•"/>
            </a:pPr>
            <a:r>
              <a:rPr lang="en-US" b="0" i="0" dirty="0">
                <a:solidFill>
                  <a:srgbClr val="333333"/>
                </a:solidFill>
                <a:effectLst/>
              </a:rPr>
              <a:t>fmi3OK,</a:t>
            </a:r>
          </a:p>
          <a:p>
            <a:pPr marL="285750" indent="-285750">
              <a:buFont typeface="Arial" panose="020B0604020202020204" pitchFamily="34" charset="0"/>
              <a:buChar char="•"/>
            </a:pPr>
            <a:r>
              <a:rPr lang="en-US" b="0" i="0" dirty="0">
                <a:solidFill>
                  <a:srgbClr val="333333"/>
                </a:solidFill>
                <a:effectLst/>
              </a:rPr>
              <a:t>fmi3Warning, </a:t>
            </a:r>
          </a:p>
          <a:p>
            <a:pPr marL="285750" indent="-285750">
              <a:buFont typeface="Arial" panose="020B0604020202020204" pitchFamily="34" charset="0"/>
              <a:buChar char="•"/>
            </a:pPr>
            <a:r>
              <a:rPr lang="en-US" b="0" i="0" dirty="0">
                <a:solidFill>
                  <a:srgbClr val="333333"/>
                </a:solidFill>
                <a:effectLst/>
              </a:rPr>
              <a:t>fmi3Discard, </a:t>
            </a:r>
          </a:p>
          <a:p>
            <a:pPr marL="285750" indent="-285750">
              <a:buFont typeface="Arial" panose="020B0604020202020204" pitchFamily="34" charset="0"/>
              <a:buChar char="•"/>
            </a:pPr>
            <a:r>
              <a:rPr lang="en-US" b="0" i="0" dirty="0">
                <a:solidFill>
                  <a:srgbClr val="333333"/>
                </a:solidFill>
                <a:effectLst/>
              </a:rPr>
              <a:t>fmi3Error, </a:t>
            </a:r>
          </a:p>
          <a:p>
            <a:pPr marL="285750" indent="-285750">
              <a:buFont typeface="Arial" panose="020B0604020202020204" pitchFamily="34" charset="0"/>
              <a:buChar char="•"/>
            </a:pPr>
            <a:r>
              <a:rPr lang="en-US" b="0" i="0" dirty="0">
                <a:solidFill>
                  <a:srgbClr val="333333"/>
                </a:solidFill>
                <a:effectLst/>
              </a:rPr>
              <a:t>fmi3Fatal,</a:t>
            </a:r>
          </a:p>
          <a:p>
            <a:endParaRPr lang="en-US" b="0" i="0" dirty="0">
              <a:solidFill>
                <a:srgbClr val="333333"/>
              </a:solidFill>
              <a:effectLst/>
            </a:endParaRPr>
          </a:p>
          <a:p>
            <a:r>
              <a:rPr lang="en-US" b="0" i="0" dirty="0">
                <a:effectLst/>
              </a:rPr>
              <a:t>Advancing Time</a:t>
            </a:r>
          </a:p>
          <a:p>
            <a:pPr marL="285750" indent="-285750">
              <a:buFont typeface="Arial" panose="020B0604020202020204" pitchFamily="34" charset="0"/>
              <a:buChar char="•"/>
            </a:pPr>
            <a:r>
              <a:rPr kumimoji="0" lang="en-US" altLang="en-US" b="0" i="0" strike="noStrike" cap="none" normalizeH="0" baseline="0" dirty="0">
                <a:ln>
                  <a:noFill/>
                </a:ln>
                <a:effectLst/>
                <a:ea typeface="-apple-system"/>
              </a:rPr>
              <a:t>In Model Exchange, time is under the sole control of the importer and its integration algorithm. The model itself receives the current time to be used in its computation with </a:t>
            </a:r>
            <a:r>
              <a:rPr kumimoji="0" lang="en-US" altLang="en-US" b="0" i="0" strike="noStrike" cap="none" normalizeH="0" baseline="0" dirty="0">
                <a:ln>
                  <a:noFill/>
                </a:ln>
                <a:effectLst/>
                <a:ea typeface="Droid Sans Mono"/>
              </a:rPr>
              <a:t>fmi3SetTime</a:t>
            </a:r>
            <a:r>
              <a:rPr lang="en-US" altLang="en-US" dirty="0">
                <a:ea typeface="Droid Sans Mono"/>
              </a:rPr>
              <a:t>.</a:t>
            </a:r>
          </a:p>
          <a:p>
            <a:pPr marL="285750" indent="-285750">
              <a:buFont typeface="Arial" panose="020B0604020202020204" pitchFamily="34" charset="0"/>
              <a:buChar char="•"/>
            </a:pPr>
            <a:r>
              <a:rPr lang="en-US" b="0" i="0" dirty="0">
                <a:effectLst/>
              </a:rPr>
              <a:t>In Co-Simulation, time advances in (possibly variable) steps negotiated between the co-simulation algorithm of the importer and the FMU</a:t>
            </a:r>
            <a:endParaRPr kumimoji="0" lang="en-US" altLang="en-US" b="0" i="0" strike="noStrike" cap="none" normalizeH="0" baseline="0" dirty="0">
              <a:ln>
                <a:noFill/>
              </a:ln>
              <a:effectLst/>
            </a:endParaRPr>
          </a:p>
          <a:p>
            <a:pPr marL="285750" indent="-285750">
              <a:buFont typeface="Arial" panose="020B0604020202020204" pitchFamily="34" charset="0"/>
              <a:buChar char="•"/>
            </a:pPr>
            <a:r>
              <a:rPr lang="en-US" b="0" i="0" dirty="0">
                <a:effectLst/>
              </a:rPr>
              <a:t>In Scheduled Execution, just like in Model Exchange, time is under the sole control of the importer i.e. its scheduler</a:t>
            </a:r>
          </a:p>
          <a:p>
            <a:pPr marL="285750" indent="-285750">
              <a:buFont typeface="Arial" panose="020B0604020202020204" pitchFamily="34" charset="0"/>
              <a:buChar char="•"/>
            </a:pPr>
            <a:endParaRPr lang="en-US" b="0" i="0" dirty="0">
              <a:effectLst/>
            </a:endParaRPr>
          </a:p>
          <a:p>
            <a:endParaRPr lang="en-US" b="0" i="0" dirty="0">
              <a:effectLst/>
            </a:endParaRPr>
          </a:p>
          <a:p>
            <a:endParaRPr lang="en-US" dirty="0"/>
          </a:p>
        </p:txBody>
      </p:sp>
    </p:spTree>
    <p:extLst>
      <p:ext uri="{BB962C8B-B14F-4D97-AF65-F5344CB8AC3E}">
        <p14:creationId xmlns:p14="http://schemas.microsoft.com/office/powerpoint/2010/main" val="2770575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dirty="0">
                <a:latin typeface="+mj-lt"/>
                <a:ea typeface="+mj-ea"/>
                <a:cs typeface="+mj-cs"/>
              </a:rPr>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8"/>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9"/>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28</a:t>
            </a:fld>
            <a:endParaRPr lang="en-US"/>
          </a:p>
        </p:txBody>
      </p:sp>
      <p:sp>
        <p:nvSpPr>
          <p:cNvPr id="11" name="TextBox 10">
            <a:extLst>
              <a:ext uri="{FF2B5EF4-FFF2-40B4-BE49-F238E27FC236}">
                <a16:creationId xmlns:a16="http://schemas.microsoft.com/office/drawing/2014/main" id="{A9C04AFE-8981-47C3-BCB1-32FF09EA1FA1}"/>
              </a:ext>
            </a:extLst>
          </p:cNvPr>
          <p:cNvSpPr txBox="1"/>
          <p:nvPr/>
        </p:nvSpPr>
        <p:spPr>
          <a:xfrm>
            <a:off x="518826" y="1120255"/>
            <a:ext cx="7658100" cy="584775"/>
          </a:xfrm>
          <a:prstGeom prst="rect">
            <a:avLst/>
          </a:prstGeom>
          <a:noFill/>
        </p:spPr>
        <p:txBody>
          <a:bodyPr wrap="square">
            <a:spAutoFit/>
          </a:bodyPr>
          <a:lstStyle/>
          <a:p>
            <a:r>
              <a:rPr lang="en-US" sz="3200" dirty="0">
                <a:cs typeface="Calibri" panose="020F0502020204030204" pitchFamily="34" charset="0"/>
              </a:rPr>
              <a:t>Common Concept </a:t>
            </a:r>
          </a:p>
        </p:txBody>
      </p:sp>
      <p:sp>
        <p:nvSpPr>
          <p:cNvPr id="5" name="TextBox 4">
            <a:extLst>
              <a:ext uri="{FF2B5EF4-FFF2-40B4-BE49-F238E27FC236}">
                <a16:creationId xmlns:a16="http://schemas.microsoft.com/office/drawing/2014/main" id="{E1D74090-F58F-4D3B-848B-4537E1C75B8A}"/>
              </a:ext>
            </a:extLst>
          </p:cNvPr>
          <p:cNvSpPr txBox="1"/>
          <p:nvPr/>
        </p:nvSpPr>
        <p:spPr>
          <a:xfrm>
            <a:off x="613284" y="1829383"/>
            <a:ext cx="11373308" cy="4524315"/>
          </a:xfrm>
          <a:prstGeom prst="rect">
            <a:avLst/>
          </a:prstGeom>
          <a:noFill/>
        </p:spPr>
        <p:txBody>
          <a:bodyPr wrap="square" rtlCol="0">
            <a:spAutoFit/>
          </a:bodyPr>
          <a:lstStyle/>
          <a:p>
            <a:pPr algn="l" rtl="0"/>
            <a:r>
              <a:rPr lang="en-US" b="0" i="0" dirty="0">
                <a:effectLst/>
              </a:rPr>
              <a:t>Variables</a:t>
            </a:r>
          </a:p>
          <a:p>
            <a:pPr marL="285750" indent="-285750">
              <a:buFont typeface="Arial" panose="020B0604020202020204" pitchFamily="34" charset="0"/>
              <a:buChar char="•"/>
            </a:pPr>
            <a:r>
              <a:rPr kumimoji="0" lang="en-US" altLang="en-US" b="0" i="0" u="none" strike="noStrike" cap="none" normalizeH="0" baseline="0" dirty="0">
                <a:ln>
                  <a:noFill/>
                </a:ln>
                <a:effectLst/>
                <a:ea typeface="-apple-system"/>
              </a:rPr>
              <a:t>FMU and importer use variables to exchange information. All variables are listed in </a:t>
            </a:r>
            <a:r>
              <a:rPr kumimoji="0" lang="en-US" altLang="en-US" b="0" i="0" u="none" strike="noStrike" cap="none" normalizeH="0" baseline="0" dirty="0">
                <a:ln>
                  <a:noFill/>
                </a:ln>
                <a:effectLst/>
                <a:ea typeface="Droid Sans Mono"/>
              </a:rPr>
              <a:t>modelDescription.xml</a:t>
            </a:r>
            <a:r>
              <a:rPr kumimoji="0" lang="en-US" altLang="en-US" b="0" i="0" u="none" strike="noStrike" cap="none" normalizeH="0" baseline="0" dirty="0">
                <a:ln>
                  <a:noFill/>
                </a:ln>
                <a:effectLst/>
                <a:ea typeface="-apple-system"/>
              </a:rPr>
              <a:t> as elements of </a:t>
            </a:r>
            <a:r>
              <a:rPr kumimoji="0" lang="en-US" altLang="en-US" b="0" i="0" u="none" strike="noStrike" cap="none" normalizeH="0" baseline="0" dirty="0">
                <a:ln>
                  <a:noFill/>
                </a:ln>
                <a:effectLst/>
                <a:ea typeface="Droid Sans Mono"/>
              </a:rPr>
              <a:t>&lt;</a:t>
            </a:r>
            <a:r>
              <a:rPr kumimoji="0" lang="en-US" altLang="en-US" b="0" i="0" u="none" strike="noStrike" cap="none" normalizeH="0" baseline="0" dirty="0" err="1">
                <a:ln>
                  <a:noFill/>
                </a:ln>
                <a:effectLst/>
                <a:ea typeface="Droid Sans Mono"/>
              </a:rPr>
              <a:t>fmiModelDescription</a:t>
            </a:r>
            <a:r>
              <a:rPr kumimoji="0" lang="en-US" altLang="en-US" b="0" i="0" u="none" strike="noStrike" cap="none" normalizeH="0" baseline="0" dirty="0">
                <a:ln>
                  <a:noFill/>
                </a:ln>
                <a:effectLst/>
                <a:ea typeface="Droid Sans Mono"/>
              </a:rPr>
              <a:t>&gt;&lt;</a:t>
            </a:r>
            <a:r>
              <a:rPr kumimoji="0" lang="en-US" altLang="en-US" b="0" i="0" u="none" strike="noStrike" cap="none" normalizeH="0" baseline="0" dirty="0" err="1">
                <a:ln>
                  <a:noFill/>
                </a:ln>
                <a:effectLst/>
                <a:ea typeface="Droid Sans Mono"/>
              </a:rPr>
              <a:t>ModelVariables</a:t>
            </a:r>
            <a:r>
              <a:rPr kumimoji="0" lang="en-US" altLang="en-US" b="0" i="0" u="none" strike="noStrike" cap="none" normalizeH="0" baseline="0" dirty="0">
                <a:ln>
                  <a:noFill/>
                </a:ln>
                <a:effectLst/>
                <a:ea typeface="Droid Sans Mono"/>
              </a:rPr>
              <a:t>&gt;</a:t>
            </a:r>
            <a:r>
              <a:rPr kumimoji="0" lang="en-US" altLang="en-US" b="0" i="0" u="none" strike="noStrike" cap="none" normalizeH="0" baseline="0" dirty="0">
                <a:ln>
                  <a:noFill/>
                </a:ln>
                <a:effectLst/>
                <a:ea typeface="-apple-system"/>
              </a:rPr>
              <a:t>.</a:t>
            </a:r>
            <a:r>
              <a:rPr kumimoji="0" lang="en-US" altLang="en-US" b="0" i="0" u="none" strike="noStrike" cap="none" normalizeH="0" baseline="0" dirty="0">
                <a:ln>
                  <a:noFill/>
                </a:ln>
                <a:effectLst/>
              </a:rPr>
              <a:t>  </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endParaRPr kumimoji="0" lang="en-US" altLang="en-US" b="0" i="0" u="none" strike="noStrike" cap="none" normalizeH="0" baseline="0" dirty="0">
              <a:ln>
                <a:noFill/>
              </a:ln>
              <a:effectLst/>
            </a:endParaRP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endParaRPr kumimoji="0" lang="en-US" altLang="en-US" b="0" i="0" u="none" strike="noStrike" cap="none" normalizeH="0" baseline="0" dirty="0">
              <a:ln>
                <a:noFill/>
              </a:ln>
              <a:effectLst/>
            </a:endParaRPr>
          </a:p>
          <a:p>
            <a:pPr marL="285750" indent="-285750">
              <a:buFont typeface="Arial" panose="020B0604020202020204" pitchFamily="34" charset="0"/>
              <a:buChar char="•"/>
            </a:pPr>
            <a:endParaRPr kumimoji="0" lang="en-US" altLang="en-US" b="0" i="0" u="none" strike="noStrike" cap="none" normalizeH="0" baseline="0" dirty="0">
              <a:ln>
                <a:noFill/>
              </a:ln>
              <a:effectLst/>
            </a:endParaRPr>
          </a:p>
          <a:p>
            <a:pPr marL="285750" indent="-285750">
              <a:buFont typeface="Arial" panose="020B0604020202020204" pitchFamily="34" charset="0"/>
              <a:buChar char="•"/>
            </a:pPr>
            <a:r>
              <a:rPr lang="en-US" b="0" i="0" dirty="0">
                <a:effectLst/>
              </a:rPr>
              <a:t>Getting and Setting Variable Values -array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b="0" i="0" dirty="0">
              <a:effectLst/>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b="0" i="0" dirty="0">
              <a:effectLst/>
            </a:endParaRPr>
          </a:p>
          <a:p>
            <a:pPr marL="285750" indent="-285750">
              <a:buFont typeface="Arial" panose="020B0604020202020204" pitchFamily="34" charset="0"/>
              <a:buChar char="•"/>
            </a:pPr>
            <a:endParaRPr kumimoji="0" lang="en-US" altLang="en-US" b="0" i="0" u="none" strike="noStrike" cap="none" normalizeH="0" baseline="0" dirty="0">
              <a:ln>
                <a:noFill/>
              </a:ln>
              <a:effectLst/>
            </a:endParaRPr>
          </a:p>
          <a:p>
            <a:pPr marL="285750" indent="-285750" algn="l" rtl="0">
              <a:buFont typeface="Arial" panose="020B0604020202020204" pitchFamily="34" charset="0"/>
              <a:buChar char="•"/>
            </a:pPr>
            <a:endParaRPr lang="en-US" b="0" i="0" dirty="0">
              <a:effectLst/>
            </a:endParaRPr>
          </a:p>
          <a:p>
            <a:pPr marL="285750" indent="-285750" algn="l" rtl="0">
              <a:buFont typeface="Arial" panose="020B0604020202020204" pitchFamily="34" charset="0"/>
              <a:buChar char="•"/>
            </a:pPr>
            <a:endParaRPr lang="en-US" b="0" i="0" dirty="0">
              <a:effectLst/>
            </a:endParaRPr>
          </a:p>
        </p:txBody>
      </p:sp>
      <p:sp>
        <p:nvSpPr>
          <p:cNvPr id="7" name="TextBox 6">
            <a:extLst>
              <a:ext uri="{FF2B5EF4-FFF2-40B4-BE49-F238E27FC236}">
                <a16:creationId xmlns:a16="http://schemas.microsoft.com/office/drawing/2014/main" id="{2902A93F-C857-4BFC-9840-323409AD640E}"/>
              </a:ext>
            </a:extLst>
          </p:cNvPr>
          <p:cNvSpPr txBox="1"/>
          <p:nvPr/>
        </p:nvSpPr>
        <p:spPr>
          <a:xfrm>
            <a:off x="1527157" y="4425712"/>
            <a:ext cx="5862502" cy="938719"/>
          </a:xfrm>
          <a:prstGeom prst="rect">
            <a:avLst/>
          </a:prstGeom>
          <a:noFill/>
          <a:ln>
            <a:solidFill>
              <a:schemeClr val="tx1"/>
            </a:solidFill>
          </a:ln>
        </p:spPr>
        <p:txBody>
          <a:bodyPr wrap="none" rtlCol="0">
            <a:spAutoFit/>
          </a:bodyPr>
          <a:lstStyle/>
          <a:p>
            <a:r>
              <a:rPr lang="en-US" sz="1100" b="1" i="0" dirty="0">
                <a:effectLst/>
              </a:rPr>
              <a:t>typedef</a:t>
            </a:r>
            <a:r>
              <a:rPr lang="en-US" sz="1100" b="0" i="0" dirty="0">
                <a:effectLst/>
              </a:rPr>
              <a:t> fmi3Status </a:t>
            </a:r>
            <a:r>
              <a:rPr lang="en-US" sz="1100" b="1" i="0" dirty="0">
                <a:effectLst/>
              </a:rPr>
              <a:t>fmi3</a:t>
            </a:r>
            <a:r>
              <a:rPr lang="en-US" sz="1100" b="1" i="0" dirty="0">
                <a:effectLst/>
                <a:highlight>
                  <a:srgbClr val="FFFF00"/>
                </a:highlight>
              </a:rPr>
              <a:t>Set/Get</a:t>
            </a:r>
            <a:r>
              <a:rPr lang="en-US" sz="1100" b="1" i="0" dirty="0">
                <a:effectLst/>
              </a:rPr>
              <a:t>Float32TYPE</a:t>
            </a:r>
            <a:r>
              <a:rPr lang="en-US" sz="1100" b="0" i="0" dirty="0">
                <a:effectLst/>
              </a:rPr>
              <a:t>(fmi3Instance instance, </a:t>
            </a:r>
          </a:p>
          <a:p>
            <a:pPr lvl="6"/>
            <a:r>
              <a:rPr lang="en-US" sz="1100" b="1" i="0" dirty="0">
                <a:effectLst/>
              </a:rPr>
              <a:t>const</a:t>
            </a:r>
            <a:r>
              <a:rPr lang="en-US" sz="1100" b="0" i="0" dirty="0">
                <a:effectLst/>
              </a:rPr>
              <a:t> fmi3ValueReference </a:t>
            </a:r>
            <a:r>
              <a:rPr lang="en-US" sz="1100" b="0" i="0" dirty="0" err="1">
                <a:effectLst/>
              </a:rPr>
              <a:t>valueReferences</a:t>
            </a:r>
            <a:r>
              <a:rPr lang="en-US" sz="1100" b="0" i="0" dirty="0">
                <a:effectLst/>
              </a:rPr>
              <a:t>[],</a:t>
            </a:r>
          </a:p>
          <a:p>
            <a:pPr lvl="6"/>
            <a:r>
              <a:rPr lang="en-US" sz="1100" b="0" i="0" dirty="0">
                <a:effectLst/>
              </a:rPr>
              <a:t> </a:t>
            </a:r>
            <a:r>
              <a:rPr lang="en-US" sz="1100" b="1" i="0" dirty="0" err="1">
                <a:effectLst/>
              </a:rPr>
              <a:t>size_t</a:t>
            </a:r>
            <a:r>
              <a:rPr lang="en-US" sz="1100" b="0" i="0" dirty="0">
                <a:effectLst/>
              </a:rPr>
              <a:t> </a:t>
            </a:r>
            <a:r>
              <a:rPr lang="en-US" sz="1100" b="0" i="0" dirty="0" err="1">
                <a:effectLst/>
              </a:rPr>
              <a:t>nValueReferences</a:t>
            </a:r>
            <a:r>
              <a:rPr lang="en-US" sz="1100" b="0" i="0" dirty="0">
                <a:effectLst/>
              </a:rPr>
              <a:t>, </a:t>
            </a:r>
          </a:p>
          <a:p>
            <a:pPr lvl="6"/>
            <a:r>
              <a:rPr lang="en-US" sz="1100" b="0" i="0" dirty="0">
                <a:effectLst/>
              </a:rPr>
              <a:t>fmi3Float32 values[],</a:t>
            </a:r>
          </a:p>
          <a:p>
            <a:pPr lvl="6"/>
            <a:r>
              <a:rPr lang="en-US" sz="1100" b="0" i="0" dirty="0">
                <a:effectLst/>
              </a:rPr>
              <a:t> </a:t>
            </a:r>
            <a:r>
              <a:rPr lang="en-US" sz="1100" b="1" i="0" dirty="0" err="1">
                <a:effectLst/>
              </a:rPr>
              <a:t>size_t</a:t>
            </a:r>
            <a:r>
              <a:rPr lang="en-US" sz="1100" b="0" i="0" dirty="0">
                <a:effectLst/>
              </a:rPr>
              <a:t> </a:t>
            </a:r>
            <a:r>
              <a:rPr lang="en-US" sz="1100" b="0" i="0" dirty="0" err="1">
                <a:effectLst/>
              </a:rPr>
              <a:t>nValues</a:t>
            </a:r>
            <a:r>
              <a:rPr lang="en-US" sz="1100" b="0" i="0" dirty="0">
                <a:effectLst/>
              </a:rPr>
              <a:t>);</a:t>
            </a:r>
            <a:endParaRPr lang="en-US" sz="1100" dirty="0"/>
          </a:p>
        </p:txBody>
      </p:sp>
      <p:sp>
        <p:nvSpPr>
          <p:cNvPr id="6" name="TextBox 5">
            <a:extLst>
              <a:ext uri="{FF2B5EF4-FFF2-40B4-BE49-F238E27FC236}">
                <a16:creationId xmlns:a16="http://schemas.microsoft.com/office/drawing/2014/main" id="{A4A8C919-3F9E-49E4-8443-1141048CA34D}"/>
              </a:ext>
            </a:extLst>
          </p:cNvPr>
          <p:cNvSpPr txBox="1"/>
          <p:nvPr/>
        </p:nvSpPr>
        <p:spPr>
          <a:xfrm>
            <a:off x="1527157" y="2967335"/>
            <a:ext cx="9545562" cy="923330"/>
          </a:xfrm>
          <a:prstGeom prst="rect">
            <a:avLst/>
          </a:prstGeom>
          <a:noFill/>
          <a:ln>
            <a:solidFill>
              <a:schemeClr val="tx1"/>
            </a:solidFill>
          </a:ln>
        </p:spPr>
        <p:txBody>
          <a:bodyPr wrap="none" rtlCol="0">
            <a:spAutoFit/>
          </a:bodyPr>
          <a:lstStyle/>
          <a:p>
            <a:r>
              <a:rPr lang="en-US" b="0" i="0" dirty="0">
                <a:solidFill>
                  <a:srgbClr val="000080"/>
                </a:solidFill>
                <a:effectLst/>
                <a:latin typeface="Droid Sans Mono"/>
              </a:rPr>
              <a:t>&lt;Float64 </a:t>
            </a:r>
            <a:r>
              <a:rPr lang="en-US" b="0" i="0" dirty="0">
                <a:solidFill>
                  <a:srgbClr val="008080"/>
                </a:solidFill>
                <a:effectLst/>
                <a:latin typeface="Droid Sans Mono"/>
              </a:rPr>
              <a:t>name</a:t>
            </a:r>
            <a:r>
              <a:rPr lang="en-US" b="0" i="0" dirty="0">
                <a:solidFill>
                  <a:srgbClr val="000080"/>
                </a:solidFill>
                <a:effectLst/>
                <a:latin typeface="Droid Sans Mono"/>
              </a:rPr>
              <a:t>=</a:t>
            </a:r>
            <a:r>
              <a:rPr lang="en-US" b="0" i="0" dirty="0">
                <a:solidFill>
                  <a:srgbClr val="DD1144"/>
                </a:solidFill>
                <a:effectLst/>
                <a:latin typeface="Droid Sans Mono"/>
              </a:rPr>
              <a:t>"A"</a:t>
            </a:r>
            <a:r>
              <a:rPr lang="en-US" b="0" i="0" dirty="0">
                <a:solidFill>
                  <a:srgbClr val="000080"/>
                </a:solidFill>
                <a:effectLst/>
                <a:latin typeface="Droid Sans Mono"/>
              </a:rPr>
              <a:t> </a:t>
            </a:r>
            <a:r>
              <a:rPr lang="en-US" b="0" i="0" dirty="0" err="1">
                <a:solidFill>
                  <a:srgbClr val="008080"/>
                </a:solidFill>
                <a:effectLst/>
                <a:latin typeface="Droid Sans Mono"/>
              </a:rPr>
              <a:t>valueReference</a:t>
            </a:r>
            <a:r>
              <a:rPr lang="en-US" b="0" i="0" dirty="0">
                <a:solidFill>
                  <a:srgbClr val="000080"/>
                </a:solidFill>
                <a:effectLst/>
                <a:latin typeface="Droid Sans Mono"/>
              </a:rPr>
              <a:t>=</a:t>
            </a:r>
            <a:r>
              <a:rPr lang="en-US" b="0" i="0" dirty="0">
                <a:solidFill>
                  <a:srgbClr val="DD1144"/>
                </a:solidFill>
                <a:effectLst/>
                <a:latin typeface="Droid Sans Mono"/>
              </a:rPr>
              <a:t>"2"</a:t>
            </a:r>
            <a:r>
              <a:rPr lang="en-US" b="0" i="0" dirty="0">
                <a:solidFill>
                  <a:srgbClr val="000080"/>
                </a:solidFill>
                <a:effectLst/>
                <a:latin typeface="Droid Sans Mono"/>
              </a:rPr>
              <a:t> </a:t>
            </a:r>
            <a:r>
              <a:rPr lang="en-US" b="0" i="0" dirty="0">
                <a:solidFill>
                  <a:srgbClr val="008080"/>
                </a:solidFill>
                <a:effectLst/>
                <a:latin typeface="Droid Sans Mono"/>
              </a:rPr>
              <a:t>causality</a:t>
            </a:r>
            <a:r>
              <a:rPr lang="en-US" b="0" i="0" dirty="0">
                <a:solidFill>
                  <a:srgbClr val="000080"/>
                </a:solidFill>
                <a:effectLst/>
                <a:latin typeface="Droid Sans Mono"/>
              </a:rPr>
              <a:t>=</a:t>
            </a:r>
            <a:r>
              <a:rPr lang="en-US" b="0" i="0" dirty="0">
                <a:solidFill>
                  <a:srgbClr val="DD1144"/>
                </a:solidFill>
                <a:effectLst/>
                <a:latin typeface="Droid Sans Mono"/>
              </a:rPr>
              <a:t>"parameter"</a:t>
            </a:r>
            <a:r>
              <a:rPr lang="en-US" b="0" i="0" dirty="0">
                <a:solidFill>
                  <a:srgbClr val="000080"/>
                </a:solidFill>
                <a:effectLst/>
                <a:latin typeface="Droid Sans Mono"/>
              </a:rPr>
              <a:t> </a:t>
            </a:r>
            <a:r>
              <a:rPr lang="en-US" b="0" i="0" dirty="0">
                <a:solidFill>
                  <a:srgbClr val="008080"/>
                </a:solidFill>
                <a:effectLst/>
                <a:latin typeface="Droid Sans Mono"/>
              </a:rPr>
              <a:t>variability</a:t>
            </a:r>
            <a:r>
              <a:rPr lang="en-US" b="0" i="0" dirty="0">
                <a:solidFill>
                  <a:srgbClr val="000080"/>
                </a:solidFill>
                <a:effectLst/>
                <a:latin typeface="Droid Sans Mono"/>
              </a:rPr>
              <a:t>=</a:t>
            </a:r>
            <a:r>
              <a:rPr lang="en-US" b="0" i="0" dirty="0">
                <a:solidFill>
                  <a:srgbClr val="DD1144"/>
                </a:solidFill>
                <a:effectLst/>
                <a:latin typeface="Droid Sans Mono"/>
              </a:rPr>
              <a:t>"tunable"</a:t>
            </a:r>
            <a:r>
              <a:rPr lang="en-US" b="0" i="0" dirty="0">
                <a:solidFill>
                  <a:srgbClr val="000080"/>
                </a:solidFill>
                <a:effectLst/>
                <a:latin typeface="Droid Sans Mono"/>
              </a:rPr>
              <a:t> </a:t>
            </a:r>
          </a:p>
          <a:p>
            <a:r>
              <a:rPr lang="en-US" b="0" i="0" dirty="0">
                <a:solidFill>
                  <a:srgbClr val="008080"/>
                </a:solidFill>
                <a:effectLst/>
                <a:latin typeface="Droid Sans Mono"/>
              </a:rPr>
              <a:t>start</a:t>
            </a:r>
            <a:r>
              <a:rPr lang="en-US" b="0" i="0" dirty="0">
                <a:solidFill>
                  <a:srgbClr val="000080"/>
                </a:solidFill>
                <a:effectLst/>
                <a:latin typeface="Droid Sans Mono"/>
              </a:rPr>
              <a:t>=</a:t>
            </a:r>
            <a:r>
              <a:rPr lang="en-US" b="0" i="0" dirty="0">
                <a:solidFill>
                  <a:srgbClr val="DD1144"/>
                </a:solidFill>
                <a:effectLst/>
                <a:latin typeface="Droid Sans Mono"/>
              </a:rPr>
              <a:t>"0.0 0.1 1.0 1.1 2.0 2.1"</a:t>
            </a:r>
            <a:r>
              <a:rPr lang="en-US" b="0" i="0" dirty="0">
                <a:solidFill>
                  <a:srgbClr val="000080"/>
                </a:solidFill>
                <a:effectLst/>
                <a:latin typeface="Droid Sans Mono"/>
              </a:rPr>
              <a:t>&gt;</a:t>
            </a:r>
            <a:r>
              <a:rPr lang="en-US" b="0" i="0" dirty="0">
                <a:solidFill>
                  <a:srgbClr val="333333"/>
                </a:solidFill>
                <a:effectLst/>
                <a:latin typeface="Droid Sans Mono"/>
              </a:rPr>
              <a:t> </a:t>
            </a:r>
            <a:r>
              <a:rPr lang="en-US" b="0" i="0" dirty="0">
                <a:solidFill>
                  <a:srgbClr val="000080"/>
                </a:solidFill>
                <a:effectLst/>
                <a:latin typeface="Droid Sans Mono"/>
              </a:rPr>
              <a:t>&lt;Dimension </a:t>
            </a:r>
            <a:r>
              <a:rPr lang="en-US" b="0" i="0" dirty="0">
                <a:solidFill>
                  <a:srgbClr val="008080"/>
                </a:solidFill>
                <a:effectLst/>
                <a:latin typeface="Droid Sans Mono"/>
              </a:rPr>
              <a:t>start</a:t>
            </a:r>
            <a:r>
              <a:rPr lang="en-US" b="0" i="0" dirty="0">
                <a:solidFill>
                  <a:srgbClr val="000080"/>
                </a:solidFill>
                <a:effectLst/>
                <a:latin typeface="Droid Sans Mono"/>
              </a:rPr>
              <a:t>=</a:t>
            </a:r>
            <a:r>
              <a:rPr lang="en-US" b="0" i="0" dirty="0">
                <a:solidFill>
                  <a:srgbClr val="DD1144"/>
                </a:solidFill>
                <a:effectLst/>
                <a:latin typeface="Droid Sans Mono"/>
              </a:rPr>
              <a:t>"3"</a:t>
            </a:r>
            <a:r>
              <a:rPr lang="en-US" b="0" i="0" dirty="0">
                <a:solidFill>
                  <a:srgbClr val="000080"/>
                </a:solidFill>
                <a:effectLst/>
                <a:latin typeface="Droid Sans Mono"/>
              </a:rPr>
              <a:t>/&gt;</a:t>
            </a:r>
            <a:r>
              <a:rPr lang="en-US" b="0" i="0" dirty="0">
                <a:solidFill>
                  <a:srgbClr val="333333"/>
                </a:solidFill>
                <a:effectLst/>
                <a:latin typeface="Droid Sans Mono"/>
              </a:rPr>
              <a:t> </a:t>
            </a:r>
            <a:r>
              <a:rPr lang="en-US" b="0" i="0" dirty="0">
                <a:solidFill>
                  <a:srgbClr val="000080"/>
                </a:solidFill>
                <a:effectLst/>
                <a:latin typeface="Droid Sans Mono"/>
              </a:rPr>
              <a:t>&lt;Dimension </a:t>
            </a:r>
            <a:r>
              <a:rPr lang="en-US" b="0" i="0" dirty="0">
                <a:solidFill>
                  <a:srgbClr val="008080"/>
                </a:solidFill>
                <a:effectLst/>
                <a:latin typeface="Droid Sans Mono"/>
              </a:rPr>
              <a:t>start</a:t>
            </a:r>
            <a:r>
              <a:rPr lang="en-US" b="0" i="0" dirty="0">
                <a:solidFill>
                  <a:srgbClr val="000080"/>
                </a:solidFill>
                <a:effectLst/>
                <a:latin typeface="Droid Sans Mono"/>
              </a:rPr>
              <a:t>=</a:t>
            </a:r>
            <a:r>
              <a:rPr lang="en-US" b="0" i="0" dirty="0">
                <a:solidFill>
                  <a:srgbClr val="DD1144"/>
                </a:solidFill>
                <a:effectLst/>
                <a:latin typeface="Droid Sans Mono"/>
              </a:rPr>
              <a:t>"2"</a:t>
            </a:r>
            <a:r>
              <a:rPr lang="en-US" b="0" i="0" dirty="0">
                <a:solidFill>
                  <a:srgbClr val="000080"/>
                </a:solidFill>
                <a:effectLst/>
                <a:latin typeface="Droid Sans Mono"/>
              </a:rPr>
              <a:t>/&gt;</a:t>
            </a:r>
            <a:r>
              <a:rPr lang="en-US" b="0" i="0" dirty="0">
                <a:solidFill>
                  <a:srgbClr val="333333"/>
                </a:solidFill>
                <a:effectLst/>
                <a:latin typeface="Droid Sans Mono"/>
              </a:rPr>
              <a:t> </a:t>
            </a:r>
            <a:r>
              <a:rPr lang="en-US" b="0" i="0" dirty="0">
                <a:solidFill>
                  <a:srgbClr val="000080"/>
                </a:solidFill>
                <a:effectLst/>
                <a:latin typeface="Droid Sans Mono"/>
              </a:rPr>
              <a:t>&lt;/Float64&gt;</a:t>
            </a:r>
            <a:endParaRPr lang="en-US" b="0" i="0" dirty="0">
              <a:effectLst/>
            </a:endParaRPr>
          </a:p>
          <a:p>
            <a:endParaRPr lang="en-US" dirty="0"/>
          </a:p>
        </p:txBody>
      </p:sp>
    </p:spTree>
    <p:extLst>
      <p:ext uri="{BB962C8B-B14F-4D97-AF65-F5344CB8AC3E}">
        <p14:creationId xmlns:p14="http://schemas.microsoft.com/office/powerpoint/2010/main" val="39329737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dirty="0">
                <a:latin typeface="+mj-lt"/>
                <a:ea typeface="+mj-ea"/>
                <a:cs typeface="+mj-cs"/>
              </a:rPr>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8"/>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9"/>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29</a:t>
            </a:fld>
            <a:endParaRPr lang="en-US"/>
          </a:p>
        </p:txBody>
      </p:sp>
      <p:sp>
        <p:nvSpPr>
          <p:cNvPr id="11" name="TextBox 10">
            <a:extLst>
              <a:ext uri="{FF2B5EF4-FFF2-40B4-BE49-F238E27FC236}">
                <a16:creationId xmlns:a16="http://schemas.microsoft.com/office/drawing/2014/main" id="{A9C04AFE-8981-47C3-BCB1-32FF09EA1FA1}"/>
              </a:ext>
            </a:extLst>
          </p:cNvPr>
          <p:cNvSpPr txBox="1"/>
          <p:nvPr/>
        </p:nvSpPr>
        <p:spPr>
          <a:xfrm>
            <a:off x="518826" y="937375"/>
            <a:ext cx="9752934" cy="584775"/>
          </a:xfrm>
          <a:prstGeom prst="rect">
            <a:avLst/>
          </a:prstGeom>
          <a:noFill/>
        </p:spPr>
        <p:txBody>
          <a:bodyPr wrap="square">
            <a:spAutoFit/>
          </a:bodyPr>
          <a:lstStyle/>
          <a:p>
            <a:r>
              <a:rPr lang="en-US" sz="3200" dirty="0"/>
              <a:t>Model Exchange -Call Sequence State Machine</a:t>
            </a:r>
            <a:endParaRPr lang="en-US" sz="3200" dirty="0">
              <a:cs typeface="Calibri" panose="020F0502020204030204" pitchFamily="34" charset="0"/>
            </a:endParaRPr>
          </a:p>
        </p:txBody>
      </p:sp>
      <p:pic>
        <p:nvPicPr>
          <p:cNvPr id="10" name="Picture 9">
            <a:extLst>
              <a:ext uri="{FF2B5EF4-FFF2-40B4-BE49-F238E27FC236}">
                <a16:creationId xmlns:a16="http://schemas.microsoft.com/office/drawing/2014/main" id="{40CF0C4A-9D9F-4CD6-A3F9-92E2A8A44E52}"/>
              </a:ext>
            </a:extLst>
          </p:cNvPr>
          <p:cNvPicPr>
            <a:picLocks noChangeAspect="1"/>
          </p:cNvPicPr>
          <p:nvPr/>
        </p:nvPicPr>
        <p:blipFill>
          <a:blip r:embed="rId2"/>
          <a:stretch>
            <a:fillRect/>
          </a:stretch>
        </p:blipFill>
        <p:spPr>
          <a:xfrm>
            <a:off x="2628648" y="1412642"/>
            <a:ext cx="5410200" cy="4949338"/>
          </a:xfrm>
          <a:prstGeom prst="rect">
            <a:avLst/>
          </a:prstGeom>
        </p:spPr>
      </p:pic>
    </p:spTree>
    <p:extLst>
      <p:ext uri="{BB962C8B-B14F-4D97-AF65-F5344CB8AC3E}">
        <p14:creationId xmlns:p14="http://schemas.microsoft.com/office/powerpoint/2010/main" val="3436091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dirty="0">
                <a:latin typeface="+mj-lt"/>
                <a:ea typeface="+mj-ea"/>
                <a:cs typeface="+mj-cs"/>
              </a:rPr>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8"/>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9"/>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30</a:t>
            </a:fld>
            <a:endParaRPr lang="en-US"/>
          </a:p>
        </p:txBody>
      </p:sp>
      <p:sp>
        <p:nvSpPr>
          <p:cNvPr id="11" name="TextBox 10">
            <a:extLst>
              <a:ext uri="{FF2B5EF4-FFF2-40B4-BE49-F238E27FC236}">
                <a16:creationId xmlns:a16="http://schemas.microsoft.com/office/drawing/2014/main" id="{A9C04AFE-8981-47C3-BCB1-32FF09EA1FA1}"/>
              </a:ext>
            </a:extLst>
          </p:cNvPr>
          <p:cNvSpPr txBox="1"/>
          <p:nvPr/>
        </p:nvSpPr>
        <p:spPr>
          <a:xfrm>
            <a:off x="518826" y="937375"/>
            <a:ext cx="9752934" cy="584775"/>
          </a:xfrm>
          <a:prstGeom prst="rect">
            <a:avLst/>
          </a:prstGeom>
          <a:noFill/>
        </p:spPr>
        <p:txBody>
          <a:bodyPr wrap="square">
            <a:spAutoFit/>
          </a:bodyPr>
          <a:lstStyle/>
          <a:p>
            <a:r>
              <a:rPr lang="en-US" sz="3200" dirty="0"/>
              <a:t>Co Simulation-Call Sequence State Machine</a:t>
            </a:r>
            <a:endParaRPr lang="en-US" sz="3200" dirty="0">
              <a:cs typeface="Calibri" panose="020F0502020204030204" pitchFamily="34" charset="0"/>
            </a:endParaRPr>
          </a:p>
        </p:txBody>
      </p:sp>
      <p:pic>
        <p:nvPicPr>
          <p:cNvPr id="6" name="Picture 5">
            <a:extLst>
              <a:ext uri="{FF2B5EF4-FFF2-40B4-BE49-F238E27FC236}">
                <a16:creationId xmlns:a16="http://schemas.microsoft.com/office/drawing/2014/main" id="{A8BB3A54-DDF4-4823-8EE6-C42510B2A2AB}"/>
              </a:ext>
            </a:extLst>
          </p:cNvPr>
          <p:cNvPicPr>
            <a:picLocks noChangeAspect="1"/>
          </p:cNvPicPr>
          <p:nvPr/>
        </p:nvPicPr>
        <p:blipFill>
          <a:blip r:embed="rId2"/>
          <a:stretch>
            <a:fillRect/>
          </a:stretch>
        </p:blipFill>
        <p:spPr>
          <a:xfrm>
            <a:off x="1962278" y="1522150"/>
            <a:ext cx="5514975" cy="4436576"/>
          </a:xfrm>
          <a:prstGeom prst="rect">
            <a:avLst/>
          </a:prstGeom>
        </p:spPr>
      </p:pic>
    </p:spTree>
    <p:extLst>
      <p:ext uri="{BB962C8B-B14F-4D97-AF65-F5344CB8AC3E}">
        <p14:creationId xmlns:p14="http://schemas.microsoft.com/office/powerpoint/2010/main" val="29552273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F076-9B5B-40C5-9A4E-6AB0BC68C4D7}"/>
              </a:ext>
            </a:extLst>
          </p:cNvPr>
          <p:cNvSpPr>
            <a:spLocks noGrp="1"/>
          </p:cNvSpPr>
          <p:nvPr>
            <p:ph type="title"/>
          </p:nvPr>
        </p:nvSpPr>
        <p:spPr>
          <a:xfrm>
            <a:off x="609599" y="381001"/>
            <a:ext cx="10969247" cy="923920"/>
          </a:xfrm>
        </p:spPr>
        <p:txBody>
          <a:bodyPr vert="horz" lIns="0" tIns="0" rIns="0" bIns="0" rtlCol="0" anchor="t">
            <a:normAutofit/>
          </a:bodyPr>
          <a:lstStyle/>
          <a:p>
            <a:r>
              <a:rPr lang="en-US" b="1" kern="1200" dirty="0">
                <a:latin typeface="+mj-lt"/>
                <a:ea typeface="+mj-ea"/>
                <a:cs typeface="+mj-cs"/>
              </a:rPr>
              <a:t>Functional Mock-Up Interface - FMI</a:t>
            </a:r>
          </a:p>
        </p:txBody>
      </p:sp>
      <p:sp>
        <p:nvSpPr>
          <p:cNvPr id="3" name="Footer Placeholder 2">
            <a:extLst>
              <a:ext uri="{FF2B5EF4-FFF2-40B4-BE49-F238E27FC236}">
                <a16:creationId xmlns:a16="http://schemas.microsoft.com/office/drawing/2014/main" id="{8DF5B5E6-4546-4AA6-AB13-156C54D71452}"/>
              </a:ext>
            </a:extLst>
          </p:cNvPr>
          <p:cNvSpPr>
            <a:spLocks noGrp="1"/>
          </p:cNvSpPr>
          <p:nvPr>
            <p:ph type="ftr" sz="quarter" idx="18"/>
          </p:nvPr>
        </p:nvSpPr>
        <p:spPr>
          <a:xfrm>
            <a:off x="1227266" y="6324599"/>
            <a:ext cx="3492500" cy="304801"/>
          </a:xfrm>
        </p:spPr>
        <p:txBody>
          <a:bodyPr vert="horz" lIns="0" tIns="0" rIns="0" bIns="0" rtlCol="0" anchor="ctr">
            <a:normAutofit/>
          </a:bodyPr>
          <a:lstStyle/>
          <a:p>
            <a:pPr>
              <a:spcAft>
                <a:spcPts val="600"/>
              </a:spcAft>
            </a:pPr>
            <a:r>
              <a:rPr lang="en-US" i="1" kern="1200">
                <a:latin typeface="+mn-lt"/>
                <a:ea typeface="+mn-ea"/>
                <a:cs typeface="+mn-cs"/>
              </a:rPr>
              <a:t>Presentation Title | Date | Aptiv Confidential</a:t>
            </a:r>
          </a:p>
        </p:txBody>
      </p:sp>
      <p:sp>
        <p:nvSpPr>
          <p:cNvPr id="4" name="Slide Number Placeholder 3">
            <a:extLst>
              <a:ext uri="{FF2B5EF4-FFF2-40B4-BE49-F238E27FC236}">
                <a16:creationId xmlns:a16="http://schemas.microsoft.com/office/drawing/2014/main" id="{758F500A-150F-4285-9927-B575087CBFB9}"/>
              </a:ext>
            </a:extLst>
          </p:cNvPr>
          <p:cNvSpPr>
            <a:spLocks noGrp="1"/>
          </p:cNvSpPr>
          <p:nvPr>
            <p:ph type="sldNum" sz="quarter" idx="19"/>
          </p:nvPr>
        </p:nvSpPr>
        <p:spPr>
          <a:xfrm>
            <a:off x="613284" y="6324599"/>
            <a:ext cx="624550" cy="304802"/>
          </a:xfrm>
        </p:spPr>
        <p:txBody>
          <a:bodyPr vert="horz" lIns="0" tIns="0" rIns="0" bIns="0" rtlCol="0" anchor="ctr">
            <a:normAutofit/>
          </a:bodyPr>
          <a:lstStyle/>
          <a:p>
            <a:pPr>
              <a:spcAft>
                <a:spcPts val="600"/>
              </a:spcAft>
            </a:pPr>
            <a:fld id="{B6D1532F-61F1-B941-ACDF-6BC65E0B4055}" type="slidenum">
              <a:rPr lang="en-US" smtClean="0"/>
              <a:pPr>
                <a:spcAft>
                  <a:spcPts val="600"/>
                </a:spcAft>
              </a:pPr>
              <a:t>31</a:t>
            </a:fld>
            <a:endParaRPr lang="en-US"/>
          </a:p>
        </p:txBody>
      </p:sp>
      <p:sp>
        <p:nvSpPr>
          <p:cNvPr id="11" name="TextBox 10">
            <a:extLst>
              <a:ext uri="{FF2B5EF4-FFF2-40B4-BE49-F238E27FC236}">
                <a16:creationId xmlns:a16="http://schemas.microsoft.com/office/drawing/2014/main" id="{A9C04AFE-8981-47C3-BCB1-32FF09EA1FA1}"/>
              </a:ext>
            </a:extLst>
          </p:cNvPr>
          <p:cNvSpPr txBox="1"/>
          <p:nvPr/>
        </p:nvSpPr>
        <p:spPr>
          <a:xfrm>
            <a:off x="518826" y="1120255"/>
            <a:ext cx="7658100" cy="584775"/>
          </a:xfrm>
          <a:prstGeom prst="rect">
            <a:avLst/>
          </a:prstGeom>
          <a:noFill/>
        </p:spPr>
        <p:txBody>
          <a:bodyPr wrap="square">
            <a:spAutoFit/>
          </a:bodyPr>
          <a:lstStyle/>
          <a:p>
            <a:r>
              <a:rPr lang="en-US" sz="3200" dirty="0">
                <a:cs typeface="Calibri" panose="020F0502020204030204" pitchFamily="34" charset="0"/>
              </a:rPr>
              <a:t>Common Concept </a:t>
            </a:r>
          </a:p>
        </p:txBody>
      </p:sp>
      <p:sp>
        <p:nvSpPr>
          <p:cNvPr id="5" name="TextBox 4">
            <a:extLst>
              <a:ext uri="{FF2B5EF4-FFF2-40B4-BE49-F238E27FC236}">
                <a16:creationId xmlns:a16="http://schemas.microsoft.com/office/drawing/2014/main" id="{E1D74090-F58F-4D3B-848B-4537E1C75B8A}"/>
              </a:ext>
            </a:extLst>
          </p:cNvPr>
          <p:cNvSpPr txBox="1"/>
          <p:nvPr/>
        </p:nvSpPr>
        <p:spPr>
          <a:xfrm>
            <a:off x="613284" y="1829383"/>
            <a:ext cx="11373308" cy="2862322"/>
          </a:xfrm>
          <a:prstGeom prst="rect">
            <a:avLst/>
          </a:prstGeom>
          <a:noFill/>
        </p:spPr>
        <p:txBody>
          <a:bodyPr wrap="square" rtlCol="0">
            <a:spAutoFit/>
          </a:bodyPr>
          <a:lstStyle/>
          <a:p>
            <a:pPr marL="285750" indent="-285750">
              <a:buFont typeface="Arial" panose="020B0604020202020204" pitchFamily="34" charset="0"/>
              <a:buChar char="•"/>
            </a:pPr>
            <a:endParaRPr lang="en-US" b="0" i="0" dirty="0">
              <a:effectLst/>
              <a:hlinkClick r:id="rId2"/>
            </a:endParaRPr>
          </a:p>
          <a:p>
            <a:pPr marL="285750" indent="-285750">
              <a:buFont typeface="Arial" panose="020B0604020202020204" pitchFamily="34" charset="0"/>
              <a:buChar char="•"/>
            </a:pPr>
            <a:r>
              <a:rPr lang="en-US" b="0" i="0" dirty="0">
                <a:effectLst/>
                <a:hlinkClick r:id="rId3"/>
              </a:rPr>
              <a:t>https://fmi-standard.org/docs/3.0/#table-subscripts</a:t>
            </a:r>
            <a:endParaRPr lang="en-US" b="0" i="0" dirty="0">
              <a:effectLst/>
            </a:endParaRPr>
          </a:p>
          <a:p>
            <a:pPr marL="285750" indent="-285750">
              <a:buFont typeface="Arial" panose="020B0604020202020204" pitchFamily="34" charset="0"/>
              <a:buChar char="•"/>
            </a:pPr>
            <a:endParaRPr lang="en-US" dirty="0">
              <a:hlinkClick r:id="rId2"/>
            </a:endParaRPr>
          </a:p>
          <a:p>
            <a:pPr marL="285750" indent="-285750">
              <a:buFont typeface="Arial" panose="020B0604020202020204" pitchFamily="34" charset="0"/>
              <a:buChar char="•"/>
            </a:pPr>
            <a:r>
              <a:rPr lang="en-US" b="0" i="0" dirty="0">
                <a:effectLst/>
                <a:hlinkClick r:id="rId2"/>
              </a:rPr>
              <a:t>https://fmi-standard.org/docs/3.0/#fmi-for-model-exchange</a:t>
            </a:r>
            <a:endParaRPr lang="en-US" b="0" i="0" dirty="0">
              <a:effectLst/>
            </a:endParaRPr>
          </a:p>
          <a:p>
            <a:endParaRPr kumimoji="0" lang="en-US" altLang="en-US" b="0" i="0" u="none" strike="noStrike" cap="none" normalizeH="0" baseline="0" dirty="0">
              <a:ln>
                <a:noFill/>
              </a:ln>
              <a:effectLst/>
            </a:endParaRPr>
          </a:p>
          <a:p>
            <a:pPr marL="285750" indent="-285750" algn="l" rtl="0">
              <a:buFont typeface="Arial" panose="020B0604020202020204" pitchFamily="34" charset="0"/>
              <a:buChar char="•"/>
            </a:pPr>
            <a:r>
              <a:rPr lang="en-US" b="0" i="0" dirty="0">
                <a:effectLst/>
                <a:hlinkClick r:id="rId4"/>
              </a:rPr>
              <a:t>https://fmi-standard.org/docs/3.0/#fmi-for-co-simulation</a:t>
            </a:r>
            <a:endParaRPr lang="en-US" b="0" i="0" dirty="0">
              <a:effectLst/>
            </a:endParaRPr>
          </a:p>
          <a:p>
            <a:pPr marL="285750" indent="-285750" algn="l" rtl="0">
              <a:buFont typeface="Arial" panose="020B0604020202020204" pitchFamily="34" charset="0"/>
              <a:buChar char="•"/>
            </a:pPr>
            <a:endParaRPr lang="en-US" dirty="0"/>
          </a:p>
          <a:p>
            <a:pPr marL="285750" indent="-285750" algn="l" rtl="0">
              <a:buFont typeface="Arial" panose="020B0604020202020204" pitchFamily="34" charset="0"/>
              <a:buChar char="•"/>
            </a:pPr>
            <a:r>
              <a:rPr lang="en-US" b="0" i="0" dirty="0">
                <a:effectLst/>
                <a:hlinkClick r:id="rId5"/>
              </a:rPr>
              <a:t>https://fmi-standard.org/docs/3.0/#fmi-for-scheduled-execution</a:t>
            </a:r>
            <a:endParaRPr lang="en-US" b="0" i="0" dirty="0">
              <a:effectLst/>
            </a:endParaRPr>
          </a:p>
          <a:p>
            <a:pPr marL="285750" indent="-285750" algn="l" rtl="0">
              <a:buFont typeface="Arial" panose="020B0604020202020204" pitchFamily="34" charset="0"/>
              <a:buChar char="•"/>
            </a:pPr>
            <a:endParaRPr lang="en-US" b="0" i="0" dirty="0">
              <a:effectLst/>
            </a:endParaRPr>
          </a:p>
          <a:p>
            <a:pPr marL="285750" indent="-285750" algn="l" rtl="0">
              <a:buFont typeface="Arial" panose="020B0604020202020204" pitchFamily="34" charset="0"/>
              <a:buChar char="•"/>
            </a:pPr>
            <a:endParaRPr lang="en-US" b="0" i="0" dirty="0">
              <a:effectLst/>
            </a:endParaRPr>
          </a:p>
        </p:txBody>
      </p:sp>
    </p:spTree>
    <p:extLst>
      <p:ext uri="{BB962C8B-B14F-4D97-AF65-F5344CB8AC3E}">
        <p14:creationId xmlns:p14="http://schemas.microsoft.com/office/powerpoint/2010/main" val="847572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4B0A-1EF4-3C7B-F42C-DE2B6A7460B3}"/>
              </a:ext>
            </a:extLst>
          </p:cNvPr>
          <p:cNvSpPr>
            <a:spLocks noGrp="1"/>
          </p:cNvSpPr>
          <p:nvPr>
            <p:ph type="title"/>
          </p:nvPr>
        </p:nvSpPr>
        <p:spPr/>
        <p:txBody>
          <a:bodyPr/>
          <a:lstStyle/>
          <a:p>
            <a:r>
              <a:rPr lang="en-US" dirty="0"/>
              <a:t>ZMQ - Introduction </a:t>
            </a:r>
          </a:p>
        </p:txBody>
      </p:sp>
      <p:sp>
        <p:nvSpPr>
          <p:cNvPr id="3" name="Footer Placeholder 2">
            <a:extLst>
              <a:ext uri="{FF2B5EF4-FFF2-40B4-BE49-F238E27FC236}">
                <a16:creationId xmlns:a16="http://schemas.microsoft.com/office/drawing/2014/main" id="{2EE5541A-3472-193A-0B1C-71C00672A7D0}"/>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E5B0AB8B-487D-95D3-9F41-1BF246293746}"/>
              </a:ext>
            </a:extLst>
          </p:cNvPr>
          <p:cNvSpPr>
            <a:spLocks noGrp="1"/>
          </p:cNvSpPr>
          <p:nvPr>
            <p:ph type="sldNum" sz="quarter" idx="11"/>
          </p:nvPr>
        </p:nvSpPr>
        <p:spPr/>
        <p:txBody>
          <a:bodyPr/>
          <a:lstStyle/>
          <a:p>
            <a:fld id="{B6D1532F-61F1-B941-ACDF-6BC65E0B4055}" type="slidenum">
              <a:rPr lang="en-US" smtClean="0"/>
              <a:pPr/>
              <a:t>32</a:t>
            </a:fld>
            <a:endParaRPr lang="en-US" dirty="0"/>
          </a:p>
        </p:txBody>
      </p:sp>
      <p:sp>
        <p:nvSpPr>
          <p:cNvPr id="8" name="TextBox 7">
            <a:extLst>
              <a:ext uri="{FF2B5EF4-FFF2-40B4-BE49-F238E27FC236}">
                <a16:creationId xmlns:a16="http://schemas.microsoft.com/office/drawing/2014/main" id="{EEFD7E7F-6635-E423-98E4-2842F7832DD2}"/>
              </a:ext>
            </a:extLst>
          </p:cNvPr>
          <p:cNvSpPr txBox="1"/>
          <p:nvPr/>
        </p:nvSpPr>
        <p:spPr>
          <a:xfrm>
            <a:off x="609598" y="1518566"/>
            <a:ext cx="9927365" cy="2862322"/>
          </a:xfrm>
          <a:prstGeom prst="rect">
            <a:avLst/>
          </a:prstGeom>
          <a:noFill/>
        </p:spPr>
        <p:txBody>
          <a:bodyPr wrap="square">
            <a:spAutoFit/>
          </a:bodyPr>
          <a:lstStyle/>
          <a:p>
            <a:pPr marL="285750" indent="-285750">
              <a:buFont typeface="Arial" panose="020B0604020202020204" pitchFamily="34" charset="0"/>
              <a:buChar char="•"/>
            </a:pPr>
            <a:r>
              <a:rPr lang="en-US" dirty="0" err="1"/>
              <a:t>ZeroMQ</a:t>
            </a:r>
            <a:r>
              <a:rPr lang="en-US" dirty="0"/>
              <a:t> (also spelled ØMQ, 0MQ or ZMQ) is a high-performance asynchronous messaging library, aimed at use in distributed or concurrent applications</a:t>
            </a:r>
          </a:p>
          <a:p>
            <a:endParaRPr lang="en-US" dirty="0"/>
          </a:p>
          <a:p>
            <a:pPr marL="285750" indent="-285750">
              <a:buFont typeface="Arial" panose="020B0604020202020204" pitchFamily="34" charset="0"/>
              <a:buChar char="•"/>
            </a:pPr>
            <a:r>
              <a:rPr lang="en-US" dirty="0" err="1"/>
              <a:t>ZeroMQ</a:t>
            </a:r>
            <a:r>
              <a:rPr lang="en-US" dirty="0"/>
              <a:t> supports common messaging patterns (pub/sub, request/reply, client/server and others) over a variety of transports (TCP, in-process, inter-process, multicast, WebSocket and more), making inter-process messaging as simple as inter-thread messaging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Why needed ??? One, to solve the general problem of “how to connect any code to any code, anywhere”. Two, to wrap that up in the simplest possible building blocks that people could understand and use easily.</a:t>
            </a:r>
          </a:p>
        </p:txBody>
      </p:sp>
    </p:spTree>
    <p:extLst>
      <p:ext uri="{BB962C8B-B14F-4D97-AF65-F5344CB8AC3E}">
        <p14:creationId xmlns:p14="http://schemas.microsoft.com/office/powerpoint/2010/main" val="2909829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4B0A-1EF4-3C7B-F42C-DE2B6A7460B3}"/>
              </a:ext>
            </a:extLst>
          </p:cNvPr>
          <p:cNvSpPr>
            <a:spLocks noGrp="1"/>
          </p:cNvSpPr>
          <p:nvPr>
            <p:ph type="title"/>
          </p:nvPr>
        </p:nvSpPr>
        <p:spPr/>
        <p:txBody>
          <a:bodyPr/>
          <a:lstStyle/>
          <a:p>
            <a:r>
              <a:rPr lang="en-US" dirty="0"/>
              <a:t>ZMQ – where does ZMQ fit in OSI model? </a:t>
            </a:r>
          </a:p>
        </p:txBody>
      </p:sp>
      <p:sp>
        <p:nvSpPr>
          <p:cNvPr id="3" name="Footer Placeholder 2">
            <a:extLst>
              <a:ext uri="{FF2B5EF4-FFF2-40B4-BE49-F238E27FC236}">
                <a16:creationId xmlns:a16="http://schemas.microsoft.com/office/drawing/2014/main" id="{2EE5541A-3472-193A-0B1C-71C00672A7D0}"/>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E5B0AB8B-487D-95D3-9F41-1BF246293746}"/>
              </a:ext>
            </a:extLst>
          </p:cNvPr>
          <p:cNvSpPr>
            <a:spLocks noGrp="1"/>
          </p:cNvSpPr>
          <p:nvPr>
            <p:ph type="sldNum" sz="quarter" idx="11"/>
          </p:nvPr>
        </p:nvSpPr>
        <p:spPr/>
        <p:txBody>
          <a:bodyPr/>
          <a:lstStyle/>
          <a:p>
            <a:fld id="{B6D1532F-61F1-B941-ACDF-6BC65E0B4055}" type="slidenum">
              <a:rPr lang="en-US" smtClean="0"/>
              <a:pPr/>
              <a:t>33</a:t>
            </a:fld>
            <a:endParaRPr lang="en-US" dirty="0"/>
          </a:p>
        </p:txBody>
      </p:sp>
      <p:pic>
        <p:nvPicPr>
          <p:cNvPr id="6" name="Picture 5">
            <a:extLst>
              <a:ext uri="{FF2B5EF4-FFF2-40B4-BE49-F238E27FC236}">
                <a16:creationId xmlns:a16="http://schemas.microsoft.com/office/drawing/2014/main" id="{C3D440DF-E0E1-63C2-5722-5432748318B4}"/>
              </a:ext>
            </a:extLst>
          </p:cNvPr>
          <p:cNvPicPr>
            <a:picLocks noChangeAspect="1"/>
          </p:cNvPicPr>
          <p:nvPr/>
        </p:nvPicPr>
        <p:blipFill>
          <a:blip r:embed="rId2"/>
          <a:stretch>
            <a:fillRect/>
          </a:stretch>
        </p:blipFill>
        <p:spPr>
          <a:xfrm>
            <a:off x="613284" y="1491463"/>
            <a:ext cx="8058150" cy="3362325"/>
          </a:xfrm>
          <a:prstGeom prst="rect">
            <a:avLst/>
          </a:prstGeom>
        </p:spPr>
      </p:pic>
      <p:grpSp>
        <p:nvGrpSpPr>
          <p:cNvPr id="14" name="Group 13">
            <a:extLst>
              <a:ext uri="{FF2B5EF4-FFF2-40B4-BE49-F238E27FC236}">
                <a16:creationId xmlns:a16="http://schemas.microsoft.com/office/drawing/2014/main" id="{11BB37EA-0BED-383F-C60A-34C81011FED1}"/>
              </a:ext>
            </a:extLst>
          </p:cNvPr>
          <p:cNvGrpSpPr/>
          <p:nvPr/>
        </p:nvGrpSpPr>
        <p:grpSpPr>
          <a:xfrm>
            <a:off x="4563455" y="3179038"/>
            <a:ext cx="897308" cy="354357"/>
            <a:chOff x="9357645" y="2225558"/>
            <a:chExt cx="940037" cy="850930"/>
          </a:xfrm>
        </p:grpSpPr>
        <p:sp>
          <p:nvSpPr>
            <p:cNvPr id="11" name="Rectangle 10">
              <a:extLst>
                <a:ext uri="{FF2B5EF4-FFF2-40B4-BE49-F238E27FC236}">
                  <a16:creationId xmlns:a16="http://schemas.microsoft.com/office/drawing/2014/main" id="{8D5BEDDB-6840-46F4-017A-726E32118C02}"/>
                </a:ext>
              </a:extLst>
            </p:cNvPr>
            <p:cNvSpPr/>
            <p:nvPr/>
          </p:nvSpPr>
          <p:spPr>
            <a:xfrm>
              <a:off x="9357645" y="2225558"/>
              <a:ext cx="940037" cy="8509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t>ZMTP</a:t>
              </a:r>
            </a:p>
            <a:p>
              <a:endParaRPr lang="en-US" sz="800" dirty="0"/>
            </a:p>
            <a:p>
              <a:endParaRPr lang="en-US" sz="800" dirty="0"/>
            </a:p>
          </p:txBody>
        </p:sp>
        <p:sp>
          <p:nvSpPr>
            <p:cNvPr id="12" name="Rectangle: Rounded Corners 11">
              <a:extLst>
                <a:ext uri="{FF2B5EF4-FFF2-40B4-BE49-F238E27FC236}">
                  <a16:creationId xmlns:a16="http://schemas.microsoft.com/office/drawing/2014/main" id="{9A097E71-4A83-4E15-617E-75F368371605}"/>
                </a:ext>
              </a:extLst>
            </p:cNvPr>
            <p:cNvSpPr/>
            <p:nvPr/>
          </p:nvSpPr>
          <p:spPr>
            <a:xfrm>
              <a:off x="9571290" y="2657742"/>
              <a:ext cx="598205" cy="299103"/>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100" dirty="0"/>
                <a:t>TCP</a:t>
              </a:r>
            </a:p>
          </p:txBody>
        </p:sp>
      </p:grpSp>
      <p:cxnSp>
        <p:nvCxnSpPr>
          <p:cNvPr id="16" name="Straight Arrow Connector 15">
            <a:extLst>
              <a:ext uri="{FF2B5EF4-FFF2-40B4-BE49-F238E27FC236}">
                <a16:creationId xmlns:a16="http://schemas.microsoft.com/office/drawing/2014/main" id="{0B9CE648-C28A-52F5-7658-C35E1FEDB938}"/>
              </a:ext>
            </a:extLst>
          </p:cNvPr>
          <p:cNvCxnSpPr>
            <a:cxnSpLocks/>
            <a:endCxn id="17" idx="1"/>
          </p:cNvCxnSpPr>
          <p:nvPr/>
        </p:nvCxnSpPr>
        <p:spPr>
          <a:xfrm flipV="1">
            <a:off x="5588950" y="2506278"/>
            <a:ext cx="3269763" cy="852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52337B0-17E8-A93B-5A49-ABA681BEA810}"/>
              </a:ext>
            </a:extLst>
          </p:cNvPr>
          <p:cNvSpPr txBox="1"/>
          <p:nvPr/>
        </p:nvSpPr>
        <p:spPr>
          <a:xfrm>
            <a:off x="8858713" y="1867641"/>
            <a:ext cx="2190999" cy="1277273"/>
          </a:xfrm>
          <a:prstGeom prst="rect">
            <a:avLst/>
          </a:prstGeom>
          <a:noFill/>
        </p:spPr>
        <p:txBody>
          <a:bodyPr wrap="square" rtlCol="0">
            <a:spAutoFit/>
          </a:bodyPr>
          <a:lstStyle/>
          <a:p>
            <a:r>
              <a:rPr lang="en-US" sz="1100" dirty="0"/>
              <a:t>Implemented by libZMQ</a:t>
            </a:r>
          </a:p>
          <a:p>
            <a:endParaRPr lang="en-US" sz="1100" dirty="0"/>
          </a:p>
          <a:p>
            <a:r>
              <a:rPr lang="en-US" sz="1100" dirty="0"/>
              <a:t>All connected nodes must be ZMQ</a:t>
            </a:r>
          </a:p>
          <a:p>
            <a:r>
              <a:rPr lang="en-US" sz="1100" dirty="0"/>
              <a:t>We cannot use normal TCP socket to connect to ZMQ socket</a:t>
            </a:r>
          </a:p>
        </p:txBody>
      </p:sp>
    </p:spTree>
    <p:extLst>
      <p:ext uri="{BB962C8B-B14F-4D97-AF65-F5344CB8AC3E}">
        <p14:creationId xmlns:p14="http://schemas.microsoft.com/office/powerpoint/2010/main" val="2762765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4B0A-1EF4-3C7B-F42C-DE2B6A7460B3}"/>
              </a:ext>
            </a:extLst>
          </p:cNvPr>
          <p:cNvSpPr>
            <a:spLocks noGrp="1"/>
          </p:cNvSpPr>
          <p:nvPr>
            <p:ph type="title"/>
          </p:nvPr>
        </p:nvSpPr>
        <p:spPr/>
        <p:txBody>
          <a:bodyPr/>
          <a:lstStyle/>
          <a:p>
            <a:r>
              <a:rPr lang="en-US" dirty="0"/>
              <a:t>ZMQ – Different Socket </a:t>
            </a:r>
          </a:p>
        </p:txBody>
      </p:sp>
      <p:sp>
        <p:nvSpPr>
          <p:cNvPr id="3" name="Footer Placeholder 2">
            <a:extLst>
              <a:ext uri="{FF2B5EF4-FFF2-40B4-BE49-F238E27FC236}">
                <a16:creationId xmlns:a16="http://schemas.microsoft.com/office/drawing/2014/main" id="{2EE5541A-3472-193A-0B1C-71C00672A7D0}"/>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E5B0AB8B-487D-95D3-9F41-1BF246293746}"/>
              </a:ext>
            </a:extLst>
          </p:cNvPr>
          <p:cNvSpPr>
            <a:spLocks noGrp="1"/>
          </p:cNvSpPr>
          <p:nvPr>
            <p:ph type="sldNum" sz="quarter" idx="11"/>
          </p:nvPr>
        </p:nvSpPr>
        <p:spPr/>
        <p:txBody>
          <a:bodyPr/>
          <a:lstStyle/>
          <a:p>
            <a:fld id="{B6D1532F-61F1-B941-ACDF-6BC65E0B4055}" type="slidenum">
              <a:rPr lang="en-US" smtClean="0"/>
              <a:pPr/>
              <a:t>34</a:t>
            </a:fld>
            <a:endParaRPr lang="en-US" dirty="0"/>
          </a:p>
        </p:txBody>
      </p:sp>
      <p:sp>
        <p:nvSpPr>
          <p:cNvPr id="13" name="TextBox 12">
            <a:extLst>
              <a:ext uri="{FF2B5EF4-FFF2-40B4-BE49-F238E27FC236}">
                <a16:creationId xmlns:a16="http://schemas.microsoft.com/office/drawing/2014/main" id="{6B9C0451-E6CF-EFB2-F8F6-0FA6C82A2D8E}"/>
              </a:ext>
            </a:extLst>
          </p:cNvPr>
          <p:cNvSpPr txBox="1"/>
          <p:nvPr/>
        </p:nvSpPr>
        <p:spPr>
          <a:xfrm>
            <a:off x="529840" y="1285719"/>
            <a:ext cx="10178040" cy="4185761"/>
          </a:xfrm>
          <a:prstGeom prst="rect">
            <a:avLst/>
          </a:prstGeom>
          <a:noFill/>
        </p:spPr>
        <p:txBody>
          <a:bodyPr wrap="square">
            <a:spAutoFit/>
          </a:bodyPr>
          <a:lstStyle/>
          <a:p>
            <a:r>
              <a:rPr lang="en-US" sz="1400" dirty="0" err="1"/>
              <a:t>ZeroMQ</a:t>
            </a:r>
            <a:r>
              <a:rPr lang="en-US" sz="1400" dirty="0"/>
              <a:t> differs in the way its sockets work. Unlike the synchronous way the regular sockets work, </a:t>
            </a:r>
            <a:r>
              <a:rPr lang="en-US" sz="1400" dirty="0" err="1"/>
              <a:t>ZeroMQ’s</a:t>
            </a:r>
            <a:r>
              <a:rPr lang="en-US" sz="1400" dirty="0"/>
              <a:t> socket implementation “present an abstraction of an asynchronous message queue”.</a:t>
            </a:r>
          </a:p>
          <a:p>
            <a:endParaRPr lang="en-US" sz="1400" dirty="0"/>
          </a:p>
          <a:p>
            <a:r>
              <a:rPr lang="en-US" sz="1400" dirty="0"/>
              <a:t>The way these sockets work depend on the type of socket chosen. And flow of messages being sent depend on the chosen patterns, of which there are four:</a:t>
            </a:r>
          </a:p>
          <a:p>
            <a:endParaRPr lang="en-US" sz="1400" dirty="0"/>
          </a:p>
          <a:p>
            <a:pPr marL="342900" indent="-342900">
              <a:buFont typeface="+mj-lt"/>
              <a:buAutoNum type="arabicPeriod"/>
            </a:pPr>
            <a:r>
              <a:rPr lang="en-US" sz="1400" b="1" dirty="0"/>
              <a:t>Request/Reply Pattern: </a:t>
            </a:r>
            <a:r>
              <a:rPr lang="en-US" sz="1400" dirty="0"/>
              <a:t>Used for sending a request and receiving subsequent replies for each one sent. </a:t>
            </a:r>
          </a:p>
          <a:p>
            <a:pPr marL="342900" indent="-342900">
              <a:buFont typeface="+mj-lt"/>
              <a:buAutoNum type="arabicPeriod"/>
            </a:pPr>
            <a:r>
              <a:rPr lang="en-US" sz="1400" b="1" dirty="0"/>
              <a:t>Publish/Subscribe Pattern: </a:t>
            </a:r>
            <a:r>
              <a:rPr lang="en-US" sz="1400" dirty="0"/>
              <a:t>Used for distributing data from a single process (e.g. publisher) to multiple recipients (e.g. subscribers). </a:t>
            </a:r>
          </a:p>
          <a:p>
            <a:pPr marL="342900" indent="-342900">
              <a:buFont typeface="+mj-lt"/>
              <a:buAutoNum type="arabicPeriod"/>
            </a:pPr>
            <a:r>
              <a:rPr lang="en-US" sz="1400" b="1" dirty="0"/>
              <a:t>Pipeline Pattern: </a:t>
            </a:r>
            <a:r>
              <a:rPr lang="en-US" sz="1400" dirty="0"/>
              <a:t>Used for distributing data to connected nodes. </a:t>
            </a:r>
          </a:p>
          <a:p>
            <a:pPr marL="342900" indent="-342900">
              <a:buFont typeface="+mj-lt"/>
              <a:buAutoNum type="arabicPeriod"/>
            </a:pPr>
            <a:r>
              <a:rPr lang="en-US" sz="1400" b="1" dirty="0"/>
              <a:t>Exclusive Pair Pattern: </a:t>
            </a:r>
            <a:r>
              <a:rPr lang="en-US" sz="1400" dirty="0"/>
              <a:t>Used for connecting two peers together, forming a pair.</a:t>
            </a:r>
          </a:p>
          <a:p>
            <a:pPr marL="342900" indent="-342900">
              <a:buFont typeface="+mj-lt"/>
              <a:buAutoNum type="arabicPeriod"/>
            </a:pPr>
            <a:endParaRPr lang="en-US" sz="1400" dirty="0"/>
          </a:p>
          <a:p>
            <a:pPr marL="342900" indent="-342900">
              <a:buFont typeface="+mj-lt"/>
              <a:buAutoNum type="arabicPeriod"/>
            </a:pPr>
            <a:endParaRPr lang="en-US" sz="1400" dirty="0"/>
          </a:p>
          <a:p>
            <a:r>
              <a:rPr lang="en-US" sz="1400" dirty="0" err="1"/>
              <a:t>ZeroMQ</a:t>
            </a:r>
            <a:r>
              <a:rPr lang="en-US" sz="1400" dirty="0"/>
              <a:t> offers four different types of transport for communication. These are:</a:t>
            </a:r>
          </a:p>
          <a:p>
            <a:endParaRPr lang="en-US" sz="1400" dirty="0"/>
          </a:p>
          <a:p>
            <a:pPr marL="342900" indent="-342900">
              <a:buFont typeface="+mj-lt"/>
              <a:buAutoNum type="arabicPeriod"/>
            </a:pPr>
            <a:r>
              <a:rPr lang="en-US" sz="1400" b="1" dirty="0"/>
              <a:t>In-Process (INPROC): </a:t>
            </a:r>
            <a:r>
              <a:rPr lang="en-US" sz="1400" dirty="0"/>
              <a:t>Local (in-process) communication transport.</a:t>
            </a:r>
          </a:p>
          <a:p>
            <a:pPr marL="342900" indent="-342900">
              <a:buFont typeface="+mj-lt"/>
              <a:buAutoNum type="arabicPeriod"/>
            </a:pPr>
            <a:r>
              <a:rPr lang="en-US" sz="1400" b="1" dirty="0"/>
              <a:t>Inter-Process (IPC): </a:t>
            </a:r>
            <a:r>
              <a:rPr lang="en-US" sz="1400" dirty="0"/>
              <a:t>Local (inter-process) communication transport.</a:t>
            </a:r>
          </a:p>
          <a:p>
            <a:pPr marL="342900" indent="-342900">
              <a:buFont typeface="+mj-lt"/>
              <a:buAutoNum type="arabicPeriod"/>
            </a:pPr>
            <a:r>
              <a:rPr lang="en-US" sz="1400" b="1" dirty="0"/>
              <a:t>TCP: </a:t>
            </a:r>
            <a:r>
              <a:rPr lang="en-US" sz="1400" dirty="0"/>
              <a:t>Unicast communication transport using TCP.</a:t>
            </a:r>
          </a:p>
          <a:p>
            <a:pPr marL="342900" indent="-342900">
              <a:buFont typeface="+mj-lt"/>
              <a:buAutoNum type="arabicPeriod"/>
            </a:pPr>
            <a:r>
              <a:rPr lang="en-US" sz="1400" b="1" dirty="0"/>
              <a:t>PGM: </a:t>
            </a:r>
            <a:r>
              <a:rPr lang="en-US" sz="1400" dirty="0"/>
              <a:t>Multicast communication transport using PGM.</a:t>
            </a:r>
          </a:p>
        </p:txBody>
      </p:sp>
    </p:spTree>
    <p:extLst>
      <p:ext uri="{BB962C8B-B14F-4D97-AF65-F5344CB8AC3E}">
        <p14:creationId xmlns:p14="http://schemas.microsoft.com/office/powerpoint/2010/main" val="3864199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4B0A-1EF4-3C7B-F42C-DE2B6A7460B3}"/>
              </a:ext>
            </a:extLst>
          </p:cNvPr>
          <p:cNvSpPr>
            <a:spLocks noGrp="1"/>
          </p:cNvSpPr>
          <p:nvPr>
            <p:ph type="title"/>
          </p:nvPr>
        </p:nvSpPr>
        <p:spPr/>
        <p:txBody>
          <a:bodyPr/>
          <a:lstStyle/>
          <a:p>
            <a:r>
              <a:rPr lang="en-US" dirty="0"/>
              <a:t>ZMQ – Communication Setup Example</a:t>
            </a:r>
          </a:p>
        </p:txBody>
      </p:sp>
      <p:sp>
        <p:nvSpPr>
          <p:cNvPr id="3" name="Footer Placeholder 2">
            <a:extLst>
              <a:ext uri="{FF2B5EF4-FFF2-40B4-BE49-F238E27FC236}">
                <a16:creationId xmlns:a16="http://schemas.microsoft.com/office/drawing/2014/main" id="{2EE5541A-3472-193A-0B1C-71C00672A7D0}"/>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E5B0AB8B-487D-95D3-9F41-1BF246293746}"/>
              </a:ext>
            </a:extLst>
          </p:cNvPr>
          <p:cNvSpPr>
            <a:spLocks noGrp="1"/>
          </p:cNvSpPr>
          <p:nvPr>
            <p:ph type="sldNum" sz="quarter" idx="11"/>
          </p:nvPr>
        </p:nvSpPr>
        <p:spPr/>
        <p:txBody>
          <a:bodyPr/>
          <a:lstStyle/>
          <a:p>
            <a:fld id="{B6D1532F-61F1-B941-ACDF-6BC65E0B4055}" type="slidenum">
              <a:rPr lang="en-US" smtClean="0"/>
              <a:pPr/>
              <a:t>35</a:t>
            </a:fld>
            <a:endParaRPr lang="en-US" dirty="0"/>
          </a:p>
        </p:txBody>
      </p:sp>
      <p:sp>
        <p:nvSpPr>
          <p:cNvPr id="6" name="TextBox 5">
            <a:extLst>
              <a:ext uri="{FF2B5EF4-FFF2-40B4-BE49-F238E27FC236}">
                <a16:creationId xmlns:a16="http://schemas.microsoft.com/office/drawing/2014/main" id="{874F721E-0C85-0A01-02CF-02AE90D449E3}"/>
              </a:ext>
            </a:extLst>
          </p:cNvPr>
          <p:cNvSpPr txBox="1"/>
          <p:nvPr/>
        </p:nvSpPr>
        <p:spPr>
          <a:xfrm>
            <a:off x="609599" y="1289966"/>
            <a:ext cx="7657030" cy="369332"/>
          </a:xfrm>
          <a:prstGeom prst="rect">
            <a:avLst/>
          </a:prstGeom>
          <a:noFill/>
        </p:spPr>
        <p:txBody>
          <a:bodyPr wrap="square">
            <a:spAutoFit/>
          </a:bodyPr>
          <a:lstStyle/>
          <a:p>
            <a:r>
              <a:rPr lang="en-US" sz="1800" b="1" dirty="0"/>
              <a:t>1. ZMQ</a:t>
            </a:r>
            <a:r>
              <a:rPr lang="en-US" b="1" dirty="0"/>
              <a:t> </a:t>
            </a:r>
            <a:r>
              <a:rPr lang="en-US" b="1" dirty="0" err="1"/>
              <a:t>tcp</a:t>
            </a:r>
            <a:r>
              <a:rPr lang="en-US" b="1" dirty="0"/>
              <a:t> socket with </a:t>
            </a:r>
            <a:r>
              <a:rPr lang="en-US" sz="1800" b="1" dirty="0"/>
              <a:t>Request/Reply Pattern</a:t>
            </a:r>
            <a:r>
              <a:rPr lang="en-US" b="1" dirty="0"/>
              <a:t> </a:t>
            </a:r>
            <a:endParaRPr lang="en-US" dirty="0"/>
          </a:p>
        </p:txBody>
      </p:sp>
      <p:sp>
        <p:nvSpPr>
          <p:cNvPr id="11" name="TextBox 10">
            <a:extLst>
              <a:ext uri="{FF2B5EF4-FFF2-40B4-BE49-F238E27FC236}">
                <a16:creationId xmlns:a16="http://schemas.microsoft.com/office/drawing/2014/main" id="{5E182445-CC04-14B1-F11E-6A6AE3D9701A}"/>
              </a:ext>
            </a:extLst>
          </p:cNvPr>
          <p:cNvSpPr txBox="1"/>
          <p:nvPr/>
        </p:nvSpPr>
        <p:spPr>
          <a:xfrm>
            <a:off x="925558" y="2143951"/>
            <a:ext cx="5073589" cy="3500958"/>
          </a:xfrm>
          <a:prstGeom prst="rect">
            <a:avLst/>
          </a:prstGeom>
          <a:noFill/>
        </p:spPr>
        <p:txBody>
          <a:bodyPr wrap="square">
            <a:spAutoFit/>
          </a:bodyPr>
          <a:lstStyle/>
          <a:p>
            <a:r>
              <a:rPr lang="en-US" sz="1200" b="1" i="1" u="sng" dirty="0"/>
              <a:t>Server code:</a:t>
            </a:r>
          </a:p>
          <a:p>
            <a:r>
              <a:rPr lang="en-US" sz="1200" dirty="0">
                <a:latin typeface="Source Code Pro Medium" panose="020B0509030403020204" pitchFamily="49" charset="0"/>
                <a:ea typeface="Source Code Pro Medium" panose="020B0509030403020204" pitchFamily="49" charset="0"/>
              </a:rPr>
              <a:t>import time</a:t>
            </a:r>
          </a:p>
          <a:p>
            <a:r>
              <a:rPr lang="en-US" sz="1200" dirty="0">
                <a:latin typeface="Source Code Pro Medium" panose="020B0509030403020204" pitchFamily="49" charset="0"/>
                <a:ea typeface="Source Code Pro Medium" panose="020B0509030403020204" pitchFamily="49" charset="0"/>
              </a:rPr>
              <a:t>import </a:t>
            </a:r>
            <a:r>
              <a:rPr lang="en-US" sz="1200" dirty="0" err="1">
                <a:latin typeface="Source Code Pro Medium" panose="020B0509030403020204" pitchFamily="49" charset="0"/>
                <a:ea typeface="Source Code Pro Medium" panose="020B0509030403020204" pitchFamily="49" charset="0"/>
              </a:rPr>
              <a:t>zmq</a:t>
            </a:r>
            <a:endParaRPr lang="en-US" sz="1200" dirty="0">
              <a:latin typeface="Source Code Pro Medium" panose="020B0509030403020204" pitchFamily="49" charset="0"/>
              <a:ea typeface="Source Code Pro Medium" panose="020B0509030403020204" pitchFamily="49" charset="0"/>
            </a:endParaRPr>
          </a:p>
          <a:p>
            <a:endParaRPr lang="en-US" sz="1200" dirty="0">
              <a:latin typeface="Source Code Pro Medium" panose="020B0509030403020204" pitchFamily="49" charset="0"/>
              <a:ea typeface="Source Code Pro Medium" panose="020B0509030403020204" pitchFamily="49" charset="0"/>
            </a:endParaRPr>
          </a:p>
          <a:p>
            <a:r>
              <a:rPr lang="en-US" sz="1200" dirty="0">
                <a:latin typeface="Source Code Pro Medium" panose="020B0509030403020204" pitchFamily="49" charset="0"/>
                <a:ea typeface="Source Code Pro Medium" panose="020B0509030403020204" pitchFamily="49" charset="0"/>
              </a:rPr>
              <a:t>context = </a:t>
            </a:r>
            <a:r>
              <a:rPr lang="en-US" sz="1200" dirty="0" err="1">
                <a:latin typeface="Source Code Pro Medium" panose="020B0509030403020204" pitchFamily="49" charset="0"/>
                <a:ea typeface="Source Code Pro Medium" panose="020B0509030403020204" pitchFamily="49" charset="0"/>
              </a:rPr>
              <a:t>zmq.Context</a:t>
            </a:r>
            <a:r>
              <a:rPr lang="en-US" sz="1200" dirty="0">
                <a:latin typeface="Source Code Pro Medium" panose="020B0509030403020204" pitchFamily="49" charset="0"/>
                <a:ea typeface="Source Code Pro Medium" panose="020B0509030403020204" pitchFamily="49" charset="0"/>
              </a:rPr>
              <a:t>()</a:t>
            </a:r>
          </a:p>
          <a:p>
            <a:r>
              <a:rPr lang="en-US" sz="1200" dirty="0">
                <a:latin typeface="Source Code Pro Medium" panose="020B0509030403020204" pitchFamily="49" charset="0"/>
                <a:ea typeface="Source Code Pro Medium" panose="020B0509030403020204" pitchFamily="49" charset="0"/>
              </a:rPr>
              <a:t>socket = </a:t>
            </a:r>
            <a:r>
              <a:rPr lang="en-US" sz="1200" dirty="0" err="1">
                <a:latin typeface="Source Code Pro Medium" panose="020B0509030403020204" pitchFamily="49" charset="0"/>
                <a:ea typeface="Source Code Pro Medium" panose="020B0509030403020204" pitchFamily="49" charset="0"/>
              </a:rPr>
              <a:t>context.socket</a:t>
            </a:r>
            <a:r>
              <a:rPr lang="en-US" sz="1200" dirty="0">
                <a:latin typeface="Source Code Pro Medium" panose="020B0509030403020204" pitchFamily="49" charset="0"/>
                <a:ea typeface="Source Code Pro Medium" panose="020B0509030403020204" pitchFamily="49" charset="0"/>
              </a:rPr>
              <a:t>(</a:t>
            </a:r>
            <a:r>
              <a:rPr lang="en-US" sz="1200" dirty="0" err="1">
                <a:latin typeface="Source Code Pro Medium" panose="020B0509030403020204" pitchFamily="49" charset="0"/>
                <a:ea typeface="Source Code Pro Medium" panose="020B0509030403020204" pitchFamily="49" charset="0"/>
              </a:rPr>
              <a:t>zmq.REP</a:t>
            </a:r>
            <a:r>
              <a:rPr lang="en-US" sz="1200" dirty="0">
                <a:latin typeface="Source Code Pro Medium" panose="020B0509030403020204" pitchFamily="49" charset="0"/>
                <a:ea typeface="Source Code Pro Medium" panose="020B0509030403020204" pitchFamily="49" charset="0"/>
              </a:rPr>
              <a:t>)</a:t>
            </a:r>
          </a:p>
          <a:p>
            <a:r>
              <a:rPr lang="en-US" sz="1200" dirty="0" err="1">
                <a:latin typeface="Source Code Pro Medium" panose="020B0509030403020204" pitchFamily="49" charset="0"/>
                <a:ea typeface="Source Code Pro Medium" panose="020B0509030403020204" pitchFamily="49" charset="0"/>
              </a:rPr>
              <a:t>socket.bind</a:t>
            </a:r>
            <a:r>
              <a:rPr lang="en-US" sz="1200" dirty="0">
                <a:latin typeface="Source Code Pro Medium" panose="020B0509030403020204" pitchFamily="49" charset="0"/>
                <a:ea typeface="Source Code Pro Medium" panose="020B0509030403020204" pitchFamily="49" charset="0"/>
              </a:rPr>
              <a:t>("</a:t>
            </a:r>
            <a:r>
              <a:rPr lang="en-US" sz="1200" dirty="0" err="1">
                <a:latin typeface="Source Code Pro Medium" panose="020B0509030403020204" pitchFamily="49" charset="0"/>
                <a:ea typeface="Source Code Pro Medium" panose="020B0509030403020204" pitchFamily="49" charset="0"/>
              </a:rPr>
              <a:t>tcp</a:t>
            </a:r>
            <a:r>
              <a:rPr lang="en-US" sz="1200" dirty="0">
                <a:latin typeface="Source Code Pro Medium" panose="020B0509030403020204" pitchFamily="49" charset="0"/>
                <a:ea typeface="Source Code Pro Medium" panose="020B0509030403020204" pitchFamily="49" charset="0"/>
              </a:rPr>
              <a:t>://*:5555")</a:t>
            </a:r>
          </a:p>
          <a:p>
            <a:endParaRPr lang="en-US" sz="1200" dirty="0">
              <a:latin typeface="Source Code Pro Medium" panose="020B0509030403020204" pitchFamily="49" charset="0"/>
              <a:ea typeface="Source Code Pro Medium" panose="020B0509030403020204" pitchFamily="49" charset="0"/>
            </a:endParaRPr>
          </a:p>
          <a:p>
            <a:r>
              <a:rPr lang="en-US" sz="1200" dirty="0">
                <a:latin typeface="Source Code Pro Medium" panose="020B0509030403020204" pitchFamily="49" charset="0"/>
                <a:ea typeface="Source Code Pro Medium" panose="020B0509030403020204" pitchFamily="49" charset="0"/>
              </a:rPr>
              <a:t>while True:</a:t>
            </a:r>
          </a:p>
          <a:p>
            <a:r>
              <a:rPr lang="en-US" sz="1050" dirty="0">
                <a:ea typeface="Source Code Pro Medium" panose="020B0509030403020204" pitchFamily="49" charset="0"/>
              </a:rPr>
              <a:t>    #  Wait for next request from client</a:t>
            </a:r>
          </a:p>
          <a:p>
            <a:r>
              <a:rPr lang="en-US" sz="1200" dirty="0">
                <a:latin typeface="Source Code Pro Medium" panose="020B0509030403020204" pitchFamily="49" charset="0"/>
                <a:ea typeface="Source Code Pro Medium" panose="020B0509030403020204" pitchFamily="49" charset="0"/>
              </a:rPr>
              <a:t>    message = </a:t>
            </a:r>
            <a:r>
              <a:rPr lang="en-US" sz="1200" dirty="0" err="1">
                <a:latin typeface="Source Code Pro Medium" panose="020B0509030403020204" pitchFamily="49" charset="0"/>
                <a:ea typeface="Source Code Pro Medium" panose="020B0509030403020204" pitchFamily="49" charset="0"/>
              </a:rPr>
              <a:t>socket.recv</a:t>
            </a:r>
            <a:r>
              <a:rPr lang="en-US" sz="1200" dirty="0">
                <a:latin typeface="Source Code Pro Medium" panose="020B0509030403020204" pitchFamily="49" charset="0"/>
                <a:ea typeface="Source Code Pro Medium" panose="020B0509030403020204" pitchFamily="49" charset="0"/>
              </a:rPr>
              <a:t>()</a:t>
            </a:r>
          </a:p>
          <a:p>
            <a:r>
              <a:rPr lang="en-US" sz="1200" dirty="0">
                <a:latin typeface="Source Code Pro Medium" panose="020B0509030403020204" pitchFamily="49" charset="0"/>
                <a:ea typeface="Source Code Pro Medium" panose="020B0509030403020204" pitchFamily="49" charset="0"/>
              </a:rPr>
              <a:t>    print("Received request: %s" % message)</a:t>
            </a:r>
          </a:p>
          <a:p>
            <a:endParaRPr lang="en-US" sz="1200" dirty="0">
              <a:latin typeface="Source Code Pro Medium" panose="020B0509030403020204" pitchFamily="49" charset="0"/>
              <a:ea typeface="Source Code Pro Medium" panose="020B0509030403020204" pitchFamily="49" charset="0"/>
            </a:endParaRPr>
          </a:p>
          <a:p>
            <a:r>
              <a:rPr lang="en-US" sz="1050" dirty="0">
                <a:ea typeface="Source Code Pro Medium" panose="020B0509030403020204" pitchFamily="49" charset="0"/>
              </a:rPr>
              <a:t>    #  Do some 'work'</a:t>
            </a:r>
          </a:p>
          <a:p>
            <a:r>
              <a:rPr lang="en-US" sz="1200" dirty="0">
                <a:latin typeface="Source Code Pro Medium" panose="020B0509030403020204" pitchFamily="49" charset="0"/>
                <a:ea typeface="Source Code Pro Medium" panose="020B0509030403020204" pitchFamily="49" charset="0"/>
              </a:rPr>
              <a:t>    </a:t>
            </a:r>
            <a:r>
              <a:rPr lang="en-US" sz="1200" dirty="0" err="1">
                <a:latin typeface="Source Code Pro Medium" panose="020B0509030403020204" pitchFamily="49" charset="0"/>
                <a:ea typeface="Source Code Pro Medium" panose="020B0509030403020204" pitchFamily="49" charset="0"/>
              </a:rPr>
              <a:t>time.sleep</a:t>
            </a:r>
            <a:r>
              <a:rPr lang="en-US" sz="1200" dirty="0">
                <a:latin typeface="Source Code Pro Medium" panose="020B0509030403020204" pitchFamily="49" charset="0"/>
                <a:ea typeface="Source Code Pro Medium" panose="020B0509030403020204" pitchFamily="49" charset="0"/>
              </a:rPr>
              <a:t>(1)</a:t>
            </a:r>
          </a:p>
          <a:p>
            <a:endParaRPr lang="en-US" sz="1200" dirty="0">
              <a:latin typeface="Source Code Pro Medium" panose="020B0509030403020204" pitchFamily="49" charset="0"/>
              <a:ea typeface="Source Code Pro Medium" panose="020B0509030403020204" pitchFamily="49" charset="0"/>
            </a:endParaRPr>
          </a:p>
          <a:p>
            <a:r>
              <a:rPr lang="en-US" sz="1200" dirty="0">
                <a:latin typeface="Source Code Pro Medium" panose="020B0509030403020204" pitchFamily="49" charset="0"/>
                <a:ea typeface="Source Code Pro Medium" panose="020B0509030403020204" pitchFamily="49" charset="0"/>
              </a:rPr>
              <a:t> </a:t>
            </a:r>
            <a:r>
              <a:rPr lang="en-US" sz="1100" dirty="0">
                <a:ea typeface="Source Code Pro Medium" panose="020B0509030403020204" pitchFamily="49" charset="0"/>
              </a:rPr>
              <a:t>#  Send reply back to client</a:t>
            </a:r>
          </a:p>
          <a:p>
            <a:r>
              <a:rPr lang="en-US" sz="1200" dirty="0">
                <a:latin typeface="Source Code Pro Medium" panose="020B0509030403020204" pitchFamily="49" charset="0"/>
                <a:ea typeface="Source Code Pro Medium" panose="020B0509030403020204" pitchFamily="49" charset="0"/>
              </a:rPr>
              <a:t>    </a:t>
            </a:r>
            <a:r>
              <a:rPr lang="en-US" sz="1200" dirty="0" err="1">
                <a:latin typeface="Source Code Pro Medium" panose="020B0509030403020204" pitchFamily="49" charset="0"/>
                <a:ea typeface="Source Code Pro Medium" panose="020B0509030403020204" pitchFamily="49" charset="0"/>
              </a:rPr>
              <a:t>socket.send</a:t>
            </a:r>
            <a:r>
              <a:rPr lang="en-US" sz="1200" dirty="0">
                <a:latin typeface="Source Code Pro Medium" panose="020B0509030403020204" pitchFamily="49" charset="0"/>
                <a:ea typeface="Source Code Pro Medium" panose="020B0509030403020204" pitchFamily="49" charset="0"/>
              </a:rPr>
              <a:t>(</a:t>
            </a:r>
            <a:r>
              <a:rPr lang="en-US" sz="1200" dirty="0" err="1">
                <a:latin typeface="Source Code Pro Medium" panose="020B0509030403020204" pitchFamily="49" charset="0"/>
                <a:ea typeface="Source Code Pro Medium" panose="020B0509030403020204" pitchFamily="49" charset="0"/>
              </a:rPr>
              <a:t>b"Hello</a:t>
            </a:r>
            <a:r>
              <a:rPr lang="en-US" sz="1200" dirty="0">
                <a:latin typeface="Source Code Pro Medium" panose="020B0509030403020204" pitchFamily="49" charset="0"/>
                <a:ea typeface="Source Code Pro Medium" panose="020B0509030403020204" pitchFamily="49" charset="0"/>
              </a:rPr>
              <a:t>")</a:t>
            </a:r>
          </a:p>
        </p:txBody>
      </p:sp>
      <p:sp>
        <p:nvSpPr>
          <p:cNvPr id="15" name="TextBox 14">
            <a:extLst>
              <a:ext uri="{FF2B5EF4-FFF2-40B4-BE49-F238E27FC236}">
                <a16:creationId xmlns:a16="http://schemas.microsoft.com/office/drawing/2014/main" id="{5E4035E5-879B-EB7E-EF25-3B8EF5163E78}"/>
              </a:ext>
            </a:extLst>
          </p:cNvPr>
          <p:cNvSpPr txBox="1"/>
          <p:nvPr/>
        </p:nvSpPr>
        <p:spPr>
          <a:xfrm>
            <a:off x="6094222" y="2159999"/>
            <a:ext cx="5879505" cy="3247043"/>
          </a:xfrm>
          <a:prstGeom prst="rect">
            <a:avLst/>
          </a:prstGeom>
          <a:noFill/>
        </p:spPr>
        <p:txBody>
          <a:bodyPr wrap="square">
            <a:spAutoFit/>
          </a:bodyPr>
          <a:lstStyle/>
          <a:p>
            <a:r>
              <a:rPr lang="en-US" sz="1200" b="1" i="1" u="sng" dirty="0"/>
              <a:t>Client code:</a:t>
            </a:r>
            <a:endParaRPr lang="en-US" sz="1200" dirty="0"/>
          </a:p>
          <a:p>
            <a:r>
              <a:rPr lang="en-US" sz="1200" dirty="0">
                <a:latin typeface="Source Code Pro Medium" panose="020B0509030403020204" pitchFamily="49" charset="0"/>
                <a:ea typeface="Source Code Pro Medium" panose="020B0509030403020204" pitchFamily="49" charset="0"/>
              </a:rPr>
              <a:t>import </a:t>
            </a:r>
            <a:r>
              <a:rPr lang="en-US" sz="1200" dirty="0" err="1">
                <a:latin typeface="Source Code Pro Medium" panose="020B0509030403020204" pitchFamily="49" charset="0"/>
                <a:ea typeface="Source Code Pro Medium" panose="020B0509030403020204" pitchFamily="49" charset="0"/>
              </a:rPr>
              <a:t>zmq</a:t>
            </a:r>
            <a:endParaRPr lang="en-US" sz="1200" dirty="0">
              <a:latin typeface="Source Code Pro Medium" panose="020B0509030403020204" pitchFamily="49" charset="0"/>
              <a:ea typeface="Source Code Pro Medium" panose="020B0509030403020204" pitchFamily="49" charset="0"/>
            </a:endParaRPr>
          </a:p>
          <a:p>
            <a:r>
              <a:rPr lang="en-US" sz="1200" dirty="0">
                <a:latin typeface="Source Code Pro Medium" panose="020B0509030403020204" pitchFamily="49" charset="0"/>
                <a:ea typeface="Source Code Pro Medium" panose="020B0509030403020204" pitchFamily="49" charset="0"/>
              </a:rPr>
              <a:t>context = </a:t>
            </a:r>
            <a:r>
              <a:rPr lang="en-US" sz="1200" dirty="0" err="1">
                <a:latin typeface="Source Code Pro Medium" panose="020B0509030403020204" pitchFamily="49" charset="0"/>
                <a:ea typeface="Source Code Pro Medium" panose="020B0509030403020204" pitchFamily="49" charset="0"/>
              </a:rPr>
              <a:t>zmq.Context</a:t>
            </a:r>
            <a:r>
              <a:rPr lang="en-US" sz="1200" dirty="0">
                <a:latin typeface="Source Code Pro Medium" panose="020B0509030403020204" pitchFamily="49" charset="0"/>
                <a:ea typeface="Source Code Pro Medium" panose="020B0509030403020204" pitchFamily="49" charset="0"/>
              </a:rPr>
              <a:t>()</a:t>
            </a:r>
          </a:p>
          <a:p>
            <a:endParaRPr lang="en-US" sz="1200" dirty="0">
              <a:latin typeface="Source Code Pro Medium" panose="020B0509030403020204" pitchFamily="49" charset="0"/>
              <a:ea typeface="Source Code Pro Medium" panose="020B0509030403020204" pitchFamily="49" charset="0"/>
            </a:endParaRPr>
          </a:p>
          <a:p>
            <a:r>
              <a:rPr lang="en-US" sz="1050" dirty="0">
                <a:ea typeface="Source Code Pro Medium" panose="020B0509030403020204" pitchFamily="49" charset="0"/>
              </a:rPr>
              <a:t>#  Socket to talk to server</a:t>
            </a:r>
          </a:p>
          <a:p>
            <a:r>
              <a:rPr lang="en-US" sz="1200" dirty="0">
                <a:latin typeface="Source Code Pro Medium" panose="020B0509030403020204" pitchFamily="49" charset="0"/>
                <a:ea typeface="Source Code Pro Medium" panose="020B0509030403020204" pitchFamily="49" charset="0"/>
              </a:rPr>
              <a:t>print("Connecting to hello world server…")</a:t>
            </a:r>
          </a:p>
          <a:p>
            <a:r>
              <a:rPr lang="en-US" sz="1200" dirty="0">
                <a:latin typeface="Source Code Pro Medium" panose="020B0509030403020204" pitchFamily="49" charset="0"/>
                <a:ea typeface="Source Code Pro Medium" panose="020B0509030403020204" pitchFamily="49" charset="0"/>
              </a:rPr>
              <a:t>socket = </a:t>
            </a:r>
            <a:r>
              <a:rPr lang="en-US" sz="1200" dirty="0" err="1">
                <a:latin typeface="Source Code Pro Medium" panose="020B0509030403020204" pitchFamily="49" charset="0"/>
                <a:ea typeface="Source Code Pro Medium" panose="020B0509030403020204" pitchFamily="49" charset="0"/>
              </a:rPr>
              <a:t>context.socket</a:t>
            </a:r>
            <a:r>
              <a:rPr lang="en-US" sz="1200" dirty="0">
                <a:latin typeface="Source Code Pro Medium" panose="020B0509030403020204" pitchFamily="49" charset="0"/>
                <a:ea typeface="Source Code Pro Medium" panose="020B0509030403020204" pitchFamily="49" charset="0"/>
              </a:rPr>
              <a:t>(</a:t>
            </a:r>
            <a:r>
              <a:rPr lang="en-US" sz="1200" dirty="0" err="1">
                <a:latin typeface="Source Code Pro Medium" panose="020B0509030403020204" pitchFamily="49" charset="0"/>
                <a:ea typeface="Source Code Pro Medium" panose="020B0509030403020204" pitchFamily="49" charset="0"/>
              </a:rPr>
              <a:t>zmq.REQ</a:t>
            </a:r>
            <a:r>
              <a:rPr lang="en-US" sz="1200" dirty="0">
                <a:latin typeface="Source Code Pro Medium" panose="020B0509030403020204" pitchFamily="49" charset="0"/>
                <a:ea typeface="Source Code Pro Medium" panose="020B0509030403020204" pitchFamily="49" charset="0"/>
              </a:rPr>
              <a:t>)</a:t>
            </a:r>
          </a:p>
          <a:p>
            <a:r>
              <a:rPr lang="en-US" sz="1200" dirty="0" err="1">
                <a:latin typeface="Source Code Pro Medium" panose="020B0509030403020204" pitchFamily="49" charset="0"/>
                <a:ea typeface="Source Code Pro Medium" panose="020B0509030403020204" pitchFamily="49" charset="0"/>
              </a:rPr>
              <a:t>socket.connect</a:t>
            </a:r>
            <a:r>
              <a:rPr lang="en-US" sz="1200" dirty="0">
                <a:latin typeface="Source Code Pro Medium" panose="020B0509030403020204" pitchFamily="49" charset="0"/>
                <a:ea typeface="Source Code Pro Medium" panose="020B0509030403020204" pitchFamily="49" charset="0"/>
              </a:rPr>
              <a:t>("</a:t>
            </a:r>
            <a:r>
              <a:rPr lang="en-US" sz="1200" dirty="0" err="1">
                <a:latin typeface="Source Code Pro Medium" panose="020B0509030403020204" pitchFamily="49" charset="0"/>
                <a:ea typeface="Source Code Pro Medium" panose="020B0509030403020204" pitchFamily="49" charset="0"/>
              </a:rPr>
              <a:t>tcp</a:t>
            </a:r>
            <a:r>
              <a:rPr lang="en-US" sz="1200" dirty="0">
                <a:latin typeface="Source Code Pro Medium" panose="020B0509030403020204" pitchFamily="49" charset="0"/>
                <a:ea typeface="Source Code Pro Medium" panose="020B0509030403020204" pitchFamily="49" charset="0"/>
              </a:rPr>
              <a:t>://localhost:5555")</a:t>
            </a:r>
          </a:p>
          <a:p>
            <a:endParaRPr lang="en-US" sz="1200" dirty="0">
              <a:latin typeface="Source Code Pro Medium" panose="020B0509030403020204" pitchFamily="49" charset="0"/>
              <a:ea typeface="Source Code Pro Medium" panose="020B0509030403020204" pitchFamily="49" charset="0"/>
            </a:endParaRPr>
          </a:p>
          <a:p>
            <a:r>
              <a:rPr lang="en-US" sz="1050" dirty="0">
                <a:latin typeface="Source Code Pro Medium" panose="020B0509030403020204" pitchFamily="49" charset="0"/>
                <a:ea typeface="Source Code Pro Medium" panose="020B0509030403020204" pitchFamily="49" charset="0"/>
              </a:rPr>
              <a:t>#  Do 10 requests, waiting each time for a response</a:t>
            </a:r>
          </a:p>
          <a:p>
            <a:r>
              <a:rPr lang="en-US" sz="1200" dirty="0">
                <a:latin typeface="Source Code Pro Medium" panose="020B0509030403020204" pitchFamily="49" charset="0"/>
                <a:ea typeface="Source Code Pro Medium" panose="020B0509030403020204" pitchFamily="49" charset="0"/>
              </a:rPr>
              <a:t>for request in range(10):</a:t>
            </a:r>
          </a:p>
          <a:p>
            <a:r>
              <a:rPr lang="en-US" sz="1200" dirty="0">
                <a:latin typeface="Source Code Pro Medium" panose="020B0509030403020204" pitchFamily="49" charset="0"/>
                <a:ea typeface="Source Code Pro Medium" panose="020B0509030403020204" pitchFamily="49" charset="0"/>
              </a:rPr>
              <a:t>    print("Sending request %s …" % request)</a:t>
            </a:r>
          </a:p>
          <a:p>
            <a:r>
              <a:rPr lang="en-US" sz="1200" dirty="0">
                <a:latin typeface="Source Code Pro Medium" panose="020B0509030403020204" pitchFamily="49" charset="0"/>
                <a:ea typeface="Source Code Pro Medium" panose="020B0509030403020204" pitchFamily="49" charset="0"/>
              </a:rPr>
              <a:t>    </a:t>
            </a:r>
            <a:r>
              <a:rPr lang="en-US" sz="1200" dirty="0" err="1">
                <a:latin typeface="Source Code Pro Medium" panose="020B0509030403020204" pitchFamily="49" charset="0"/>
                <a:ea typeface="Source Code Pro Medium" panose="020B0509030403020204" pitchFamily="49" charset="0"/>
              </a:rPr>
              <a:t>socket.send</a:t>
            </a:r>
            <a:r>
              <a:rPr lang="en-US" sz="1200" dirty="0">
                <a:latin typeface="Source Code Pro Medium" panose="020B0509030403020204" pitchFamily="49" charset="0"/>
                <a:ea typeface="Source Code Pro Medium" panose="020B0509030403020204" pitchFamily="49" charset="0"/>
              </a:rPr>
              <a:t>(</a:t>
            </a:r>
            <a:r>
              <a:rPr lang="en-US" sz="1200" dirty="0" err="1">
                <a:latin typeface="Source Code Pro Medium" panose="020B0509030403020204" pitchFamily="49" charset="0"/>
                <a:ea typeface="Source Code Pro Medium" panose="020B0509030403020204" pitchFamily="49" charset="0"/>
              </a:rPr>
              <a:t>b"Hello</a:t>
            </a:r>
            <a:r>
              <a:rPr lang="en-US" sz="1200" dirty="0">
                <a:latin typeface="Source Code Pro Medium" panose="020B0509030403020204" pitchFamily="49" charset="0"/>
                <a:ea typeface="Source Code Pro Medium" panose="020B0509030403020204" pitchFamily="49" charset="0"/>
              </a:rPr>
              <a:t>")</a:t>
            </a:r>
          </a:p>
          <a:p>
            <a:endParaRPr lang="en-US" sz="1200" dirty="0">
              <a:latin typeface="Source Code Pro Medium" panose="020B0509030403020204" pitchFamily="49" charset="0"/>
              <a:ea typeface="Source Code Pro Medium" panose="020B0509030403020204" pitchFamily="49" charset="0"/>
            </a:endParaRPr>
          </a:p>
          <a:p>
            <a:r>
              <a:rPr lang="en-US" sz="1200" dirty="0">
                <a:latin typeface="Source Code Pro Medium" panose="020B0509030403020204" pitchFamily="49" charset="0"/>
                <a:ea typeface="Source Code Pro Medium" panose="020B0509030403020204" pitchFamily="49" charset="0"/>
              </a:rPr>
              <a:t>    </a:t>
            </a:r>
            <a:r>
              <a:rPr lang="en-US" sz="1050" dirty="0">
                <a:ea typeface="Source Code Pro Medium" panose="020B0509030403020204" pitchFamily="49" charset="0"/>
              </a:rPr>
              <a:t>#  Get the reply.</a:t>
            </a:r>
          </a:p>
          <a:p>
            <a:r>
              <a:rPr lang="en-US" sz="1200" dirty="0">
                <a:latin typeface="Source Code Pro Medium" panose="020B0509030403020204" pitchFamily="49" charset="0"/>
                <a:ea typeface="Source Code Pro Medium" panose="020B0509030403020204" pitchFamily="49" charset="0"/>
              </a:rPr>
              <a:t>    message = </a:t>
            </a:r>
            <a:r>
              <a:rPr lang="en-US" sz="1200" dirty="0" err="1">
                <a:latin typeface="Source Code Pro Medium" panose="020B0509030403020204" pitchFamily="49" charset="0"/>
                <a:ea typeface="Source Code Pro Medium" panose="020B0509030403020204" pitchFamily="49" charset="0"/>
              </a:rPr>
              <a:t>socket.recv</a:t>
            </a:r>
            <a:r>
              <a:rPr lang="en-US" sz="1200" dirty="0">
                <a:latin typeface="Source Code Pro Medium" panose="020B0509030403020204" pitchFamily="49" charset="0"/>
                <a:ea typeface="Source Code Pro Medium" panose="020B0509030403020204" pitchFamily="49" charset="0"/>
              </a:rPr>
              <a:t>()</a:t>
            </a:r>
          </a:p>
          <a:p>
            <a:r>
              <a:rPr lang="en-US" sz="1200" dirty="0">
                <a:latin typeface="Source Code Pro Medium" panose="020B0509030403020204" pitchFamily="49" charset="0"/>
                <a:ea typeface="Source Code Pro Medium" panose="020B0509030403020204" pitchFamily="49" charset="0"/>
              </a:rPr>
              <a:t>    print("Received reply %s [ %s ]" % (request, message))</a:t>
            </a:r>
          </a:p>
        </p:txBody>
      </p:sp>
    </p:spTree>
    <p:extLst>
      <p:ext uri="{BB962C8B-B14F-4D97-AF65-F5344CB8AC3E}">
        <p14:creationId xmlns:p14="http://schemas.microsoft.com/office/powerpoint/2010/main" val="26776873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4B0A-1EF4-3C7B-F42C-DE2B6A7460B3}"/>
              </a:ext>
            </a:extLst>
          </p:cNvPr>
          <p:cNvSpPr>
            <a:spLocks noGrp="1"/>
          </p:cNvSpPr>
          <p:nvPr>
            <p:ph type="title"/>
          </p:nvPr>
        </p:nvSpPr>
        <p:spPr/>
        <p:txBody>
          <a:bodyPr/>
          <a:lstStyle/>
          <a:p>
            <a:r>
              <a:rPr lang="en-US" dirty="0"/>
              <a:t>ZMQ – Communication Setup Example</a:t>
            </a:r>
          </a:p>
        </p:txBody>
      </p:sp>
      <p:sp>
        <p:nvSpPr>
          <p:cNvPr id="3" name="Footer Placeholder 2">
            <a:extLst>
              <a:ext uri="{FF2B5EF4-FFF2-40B4-BE49-F238E27FC236}">
                <a16:creationId xmlns:a16="http://schemas.microsoft.com/office/drawing/2014/main" id="{2EE5541A-3472-193A-0B1C-71C00672A7D0}"/>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E5B0AB8B-487D-95D3-9F41-1BF246293746}"/>
              </a:ext>
            </a:extLst>
          </p:cNvPr>
          <p:cNvSpPr>
            <a:spLocks noGrp="1"/>
          </p:cNvSpPr>
          <p:nvPr>
            <p:ph type="sldNum" sz="quarter" idx="11"/>
          </p:nvPr>
        </p:nvSpPr>
        <p:spPr/>
        <p:txBody>
          <a:bodyPr/>
          <a:lstStyle/>
          <a:p>
            <a:fld id="{B6D1532F-61F1-B941-ACDF-6BC65E0B4055}" type="slidenum">
              <a:rPr lang="en-US" smtClean="0"/>
              <a:pPr/>
              <a:t>36</a:t>
            </a:fld>
            <a:endParaRPr lang="en-US" dirty="0"/>
          </a:p>
        </p:txBody>
      </p:sp>
      <p:sp>
        <p:nvSpPr>
          <p:cNvPr id="6" name="TextBox 5">
            <a:extLst>
              <a:ext uri="{FF2B5EF4-FFF2-40B4-BE49-F238E27FC236}">
                <a16:creationId xmlns:a16="http://schemas.microsoft.com/office/drawing/2014/main" id="{874F721E-0C85-0A01-02CF-02AE90D449E3}"/>
              </a:ext>
            </a:extLst>
          </p:cNvPr>
          <p:cNvSpPr txBox="1"/>
          <p:nvPr/>
        </p:nvSpPr>
        <p:spPr>
          <a:xfrm>
            <a:off x="609599" y="1289966"/>
            <a:ext cx="7657030" cy="369332"/>
          </a:xfrm>
          <a:prstGeom prst="rect">
            <a:avLst/>
          </a:prstGeom>
          <a:noFill/>
        </p:spPr>
        <p:txBody>
          <a:bodyPr wrap="square">
            <a:spAutoFit/>
          </a:bodyPr>
          <a:lstStyle/>
          <a:p>
            <a:r>
              <a:rPr lang="en-US" b="1" dirty="0"/>
              <a:t>2</a:t>
            </a:r>
            <a:r>
              <a:rPr lang="en-US" sz="1800" b="1" dirty="0"/>
              <a:t>. ZMQ</a:t>
            </a:r>
            <a:r>
              <a:rPr lang="en-US" b="1" dirty="0"/>
              <a:t> </a:t>
            </a:r>
            <a:r>
              <a:rPr lang="en-US" b="1" dirty="0" err="1"/>
              <a:t>tcp</a:t>
            </a:r>
            <a:r>
              <a:rPr lang="en-US" b="1" dirty="0"/>
              <a:t> socket with </a:t>
            </a:r>
            <a:r>
              <a:rPr lang="en-US" sz="1800" b="1" dirty="0"/>
              <a:t>Pub-Sub Pattern</a:t>
            </a:r>
            <a:r>
              <a:rPr lang="en-US" b="1" dirty="0"/>
              <a:t> </a:t>
            </a:r>
            <a:endParaRPr lang="en-US" dirty="0"/>
          </a:p>
        </p:txBody>
      </p:sp>
      <p:sp>
        <p:nvSpPr>
          <p:cNvPr id="11" name="TextBox 10">
            <a:extLst>
              <a:ext uri="{FF2B5EF4-FFF2-40B4-BE49-F238E27FC236}">
                <a16:creationId xmlns:a16="http://schemas.microsoft.com/office/drawing/2014/main" id="{5E182445-CC04-14B1-F11E-6A6AE3D9701A}"/>
              </a:ext>
            </a:extLst>
          </p:cNvPr>
          <p:cNvSpPr txBox="1"/>
          <p:nvPr/>
        </p:nvSpPr>
        <p:spPr>
          <a:xfrm>
            <a:off x="613284" y="1876794"/>
            <a:ext cx="5570317" cy="4093428"/>
          </a:xfrm>
          <a:prstGeom prst="rect">
            <a:avLst/>
          </a:prstGeom>
          <a:noFill/>
        </p:spPr>
        <p:txBody>
          <a:bodyPr wrap="square">
            <a:spAutoFit/>
          </a:bodyPr>
          <a:lstStyle/>
          <a:p>
            <a:r>
              <a:rPr lang="en-US" sz="1000" b="1" i="1" u="sng" dirty="0"/>
              <a:t>Publisher code:</a:t>
            </a:r>
          </a:p>
          <a:p>
            <a:r>
              <a:rPr lang="en-US" sz="1000" dirty="0">
                <a:latin typeface="Source Code Pro Medium" panose="020B0509030403020204" pitchFamily="49" charset="0"/>
                <a:ea typeface="Source Code Pro Medium" panose="020B0509030403020204" pitchFamily="49" charset="0"/>
              </a:rPr>
              <a:t>import </a:t>
            </a:r>
            <a:r>
              <a:rPr lang="en-US" sz="1000" dirty="0" err="1">
                <a:latin typeface="Source Code Pro Medium" panose="020B0509030403020204" pitchFamily="49" charset="0"/>
                <a:ea typeface="Source Code Pro Medium" panose="020B0509030403020204" pitchFamily="49" charset="0"/>
              </a:rPr>
              <a:t>zmq</a:t>
            </a:r>
            <a:endParaRPr lang="en-US" sz="1000" dirty="0">
              <a:latin typeface="Source Code Pro Medium" panose="020B0509030403020204" pitchFamily="49" charset="0"/>
              <a:ea typeface="Source Code Pro Medium" panose="020B0509030403020204" pitchFamily="49" charset="0"/>
            </a:endParaRPr>
          </a:p>
          <a:p>
            <a:r>
              <a:rPr lang="en-US" sz="1000" dirty="0">
                <a:latin typeface="Source Code Pro Medium" panose="020B0509030403020204" pitchFamily="49" charset="0"/>
                <a:ea typeface="Source Code Pro Medium" panose="020B0509030403020204" pitchFamily="49" charset="0"/>
              </a:rPr>
              <a:t>import time</a:t>
            </a:r>
          </a:p>
          <a:p>
            <a:endParaRPr lang="en-US" sz="1000" dirty="0">
              <a:latin typeface="Source Code Pro Medium" panose="020B0509030403020204" pitchFamily="49" charset="0"/>
              <a:ea typeface="Source Code Pro Medium" panose="020B0509030403020204" pitchFamily="49" charset="0"/>
            </a:endParaRPr>
          </a:p>
          <a:p>
            <a:r>
              <a:rPr lang="en-US" sz="1000" dirty="0">
                <a:latin typeface="Source Code Pro Medium" panose="020B0509030403020204" pitchFamily="49" charset="0"/>
                <a:ea typeface="Source Code Pro Medium" panose="020B0509030403020204" pitchFamily="49" charset="0"/>
              </a:rPr>
              <a:t># </a:t>
            </a:r>
            <a:r>
              <a:rPr lang="en-US" sz="1000" dirty="0" err="1">
                <a:latin typeface="Source Code Pro Medium" panose="020B0509030403020204" pitchFamily="49" charset="0"/>
                <a:ea typeface="Source Code Pro Medium" panose="020B0509030403020204" pitchFamily="49" charset="0"/>
              </a:rPr>
              <a:t>ZeroMQ</a:t>
            </a:r>
            <a:r>
              <a:rPr lang="en-US" sz="1000" dirty="0">
                <a:latin typeface="Source Code Pro Medium" panose="020B0509030403020204" pitchFamily="49" charset="0"/>
                <a:ea typeface="Source Code Pro Medium" panose="020B0509030403020204" pitchFamily="49" charset="0"/>
              </a:rPr>
              <a:t> Context</a:t>
            </a:r>
          </a:p>
          <a:p>
            <a:r>
              <a:rPr lang="en-US" sz="1000" dirty="0">
                <a:latin typeface="Source Code Pro Medium" panose="020B0509030403020204" pitchFamily="49" charset="0"/>
                <a:ea typeface="Source Code Pro Medium" panose="020B0509030403020204" pitchFamily="49" charset="0"/>
              </a:rPr>
              <a:t>context = </a:t>
            </a:r>
            <a:r>
              <a:rPr lang="en-US" sz="1000" dirty="0" err="1">
                <a:latin typeface="Source Code Pro Medium" panose="020B0509030403020204" pitchFamily="49" charset="0"/>
                <a:ea typeface="Source Code Pro Medium" panose="020B0509030403020204" pitchFamily="49" charset="0"/>
              </a:rPr>
              <a:t>zmq.Context</a:t>
            </a:r>
            <a:r>
              <a:rPr lang="en-US" sz="1000" dirty="0">
                <a:latin typeface="Source Code Pro Medium" panose="020B0509030403020204" pitchFamily="49" charset="0"/>
                <a:ea typeface="Source Code Pro Medium" panose="020B0509030403020204" pitchFamily="49" charset="0"/>
              </a:rPr>
              <a:t>()</a:t>
            </a:r>
          </a:p>
          <a:p>
            <a:endParaRPr lang="en-US" sz="1000" dirty="0">
              <a:latin typeface="Source Code Pro Medium" panose="020B0509030403020204" pitchFamily="49" charset="0"/>
              <a:ea typeface="Source Code Pro Medium" panose="020B0509030403020204" pitchFamily="49" charset="0"/>
            </a:endParaRPr>
          </a:p>
          <a:p>
            <a:r>
              <a:rPr lang="en-US" sz="1000" dirty="0">
                <a:latin typeface="Source Code Pro Medium" panose="020B0509030403020204" pitchFamily="49" charset="0"/>
                <a:ea typeface="Source Code Pro Medium" panose="020B0509030403020204" pitchFamily="49" charset="0"/>
              </a:rPr>
              <a:t># Define the socket using the "Context"</a:t>
            </a:r>
          </a:p>
          <a:p>
            <a:r>
              <a:rPr lang="en-US" sz="1000" dirty="0">
                <a:latin typeface="Source Code Pro Medium" panose="020B0509030403020204" pitchFamily="49" charset="0"/>
                <a:ea typeface="Source Code Pro Medium" panose="020B0509030403020204" pitchFamily="49" charset="0"/>
              </a:rPr>
              <a:t>sock = </a:t>
            </a:r>
            <a:r>
              <a:rPr lang="en-US" sz="1000" dirty="0" err="1">
                <a:latin typeface="Source Code Pro Medium" panose="020B0509030403020204" pitchFamily="49" charset="0"/>
                <a:ea typeface="Source Code Pro Medium" panose="020B0509030403020204" pitchFamily="49" charset="0"/>
              </a:rPr>
              <a:t>context.socket</a:t>
            </a:r>
            <a:r>
              <a:rPr lang="en-US" sz="1000" dirty="0">
                <a:latin typeface="Source Code Pro Medium" panose="020B0509030403020204" pitchFamily="49" charset="0"/>
                <a:ea typeface="Source Code Pro Medium" panose="020B0509030403020204" pitchFamily="49" charset="0"/>
              </a:rPr>
              <a:t>(zmq.PUB)</a:t>
            </a:r>
          </a:p>
          <a:p>
            <a:r>
              <a:rPr lang="en-US" sz="1000" dirty="0" err="1">
                <a:latin typeface="Source Code Pro Medium" panose="020B0509030403020204" pitchFamily="49" charset="0"/>
                <a:ea typeface="Source Code Pro Medium" panose="020B0509030403020204" pitchFamily="49" charset="0"/>
              </a:rPr>
              <a:t>sock.bind</a:t>
            </a:r>
            <a:r>
              <a:rPr lang="en-US" sz="1000" dirty="0">
                <a:latin typeface="Source Code Pro Medium" panose="020B0509030403020204" pitchFamily="49" charset="0"/>
                <a:ea typeface="Source Code Pro Medium" panose="020B0509030403020204" pitchFamily="49" charset="0"/>
              </a:rPr>
              <a:t>("</a:t>
            </a:r>
            <a:r>
              <a:rPr lang="en-US" sz="1000" dirty="0" err="1">
                <a:latin typeface="Source Code Pro Medium" panose="020B0509030403020204" pitchFamily="49" charset="0"/>
                <a:ea typeface="Source Code Pro Medium" panose="020B0509030403020204" pitchFamily="49" charset="0"/>
              </a:rPr>
              <a:t>tcp</a:t>
            </a:r>
            <a:r>
              <a:rPr lang="en-US" sz="1000" dirty="0">
                <a:latin typeface="Source Code Pro Medium" panose="020B0509030403020204" pitchFamily="49" charset="0"/>
                <a:ea typeface="Source Code Pro Medium" panose="020B0509030403020204" pitchFamily="49" charset="0"/>
              </a:rPr>
              <a:t>://127.0.0.1:5680")</a:t>
            </a:r>
          </a:p>
          <a:p>
            <a:endParaRPr lang="en-US" sz="1000" dirty="0">
              <a:latin typeface="Source Code Pro Medium" panose="020B0509030403020204" pitchFamily="49" charset="0"/>
              <a:ea typeface="Source Code Pro Medium" panose="020B0509030403020204" pitchFamily="49" charset="0"/>
            </a:endParaRPr>
          </a:p>
          <a:p>
            <a:r>
              <a:rPr lang="en-US" sz="1000" dirty="0">
                <a:latin typeface="Source Code Pro Medium" panose="020B0509030403020204" pitchFamily="49" charset="0"/>
                <a:ea typeface="Source Code Pro Medium" panose="020B0509030403020204" pitchFamily="49" charset="0"/>
              </a:rPr>
              <a:t>id = 0</a:t>
            </a:r>
          </a:p>
          <a:p>
            <a:endParaRPr lang="en-US" sz="1000" dirty="0">
              <a:latin typeface="Source Code Pro Medium" panose="020B0509030403020204" pitchFamily="49" charset="0"/>
              <a:ea typeface="Source Code Pro Medium" panose="020B0509030403020204" pitchFamily="49" charset="0"/>
            </a:endParaRPr>
          </a:p>
          <a:p>
            <a:r>
              <a:rPr lang="en-US" sz="1000" dirty="0">
                <a:latin typeface="Source Code Pro Medium" panose="020B0509030403020204" pitchFamily="49" charset="0"/>
                <a:ea typeface="Source Code Pro Medium" panose="020B0509030403020204" pitchFamily="49" charset="0"/>
              </a:rPr>
              <a:t>while True:</a:t>
            </a:r>
          </a:p>
          <a:p>
            <a:r>
              <a:rPr lang="en-US" sz="1000" dirty="0">
                <a:latin typeface="Source Code Pro Medium" panose="020B0509030403020204" pitchFamily="49" charset="0"/>
                <a:ea typeface="Source Code Pro Medium" panose="020B0509030403020204" pitchFamily="49" charset="0"/>
              </a:rPr>
              <a:t>    </a:t>
            </a:r>
            <a:r>
              <a:rPr lang="en-US" sz="1000" dirty="0" err="1">
                <a:latin typeface="Source Code Pro Medium" panose="020B0509030403020204" pitchFamily="49" charset="0"/>
                <a:ea typeface="Source Code Pro Medium" panose="020B0509030403020204" pitchFamily="49" charset="0"/>
              </a:rPr>
              <a:t>time.sleep</a:t>
            </a:r>
            <a:r>
              <a:rPr lang="en-US" sz="1000" dirty="0">
                <a:latin typeface="Source Code Pro Medium" panose="020B0509030403020204" pitchFamily="49" charset="0"/>
                <a:ea typeface="Source Code Pro Medium" panose="020B0509030403020204" pitchFamily="49" charset="0"/>
              </a:rPr>
              <a:t>(1)</a:t>
            </a:r>
          </a:p>
          <a:p>
            <a:r>
              <a:rPr lang="en-US" sz="1000" dirty="0">
                <a:latin typeface="Source Code Pro Medium" panose="020B0509030403020204" pitchFamily="49" charset="0"/>
                <a:ea typeface="Source Code Pro Medium" panose="020B0509030403020204" pitchFamily="49" charset="0"/>
              </a:rPr>
              <a:t>    id, now = id+1, </a:t>
            </a:r>
            <a:r>
              <a:rPr lang="en-US" sz="1000" dirty="0" err="1">
                <a:latin typeface="Source Code Pro Medium" panose="020B0509030403020204" pitchFamily="49" charset="0"/>
                <a:ea typeface="Source Code Pro Medium" panose="020B0509030403020204" pitchFamily="49" charset="0"/>
              </a:rPr>
              <a:t>time.ctime</a:t>
            </a:r>
            <a:r>
              <a:rPr lang="en-US" sz="1000" dirty="0">
                <a:latin typeface="Source Code Pro Medium" panose="020B0509030403020204" pitchFamily="49" charset="0"/>
                <a:ea typeface="Source Code Pro Medium" panose="020B0509030403020204" pitchFamily="49" charset="0"/>
              </a:rPr>
              <a:t>()</a:t>
            </a:r>
          </a:p>
          <a:p>
            <a:r>
              <a:rPr lang="en-US" sz="1000" dirty="0">
                <a:latin typeface="Source Code Pro Medium" panose="020B0509030403020204" pitchFamily="49" charset="0"/>
                <a:ea typeface="Source Code Pro Medium" panose="020B0509030403020204" pitchFamily="49" charset="0"/>
              </a:rPr>
              <a:t>    </a:t>
            </a:r>
          </a:p>
          <a:p>
            <a:r>
              <a:rPr lang="en-US" sz="1000" dirty="0">
                <a:latin typeface="Source Code Pro Medium" panose="020B0509030403020204" pitchFamily="49" charset="0"/>
                <a:ea typeface="Source Code Pro Medium" panose="020B0509030403020204" pitchFamily="49" charset="0"/>
              </a:rPr>
              <a:t>    # Message [prefix][message]</a:t>
            </a:r>
          </a:p>
          <a:p>
            <a:r>
              <a:rPr lang="en-US" sz="1000" dirty="0">
                <a:latin typeface="Source Code Pro Medium" panose="020B0509030403020204" pitchFamily="49" charset="0"/>
                <a:ea typeface="Source Code Pro Medium" panose="020B0509030403020204" pitchFamily="49" charset="0"/>
              </a:rPr>
              <a:t>    message = "1-Update! &gt;&gt; #{id} &gt;&gt; {time}".format(id=id, time=now)</a:t>
            </a:r>
          </a:p>
          <a:p>
            <a:r>
              <a:rPr lang="en-US" sz="1000" dirty="0">
                <a:latin typeface="Source Code Pro Medium" panose="020B0509030403020204" pitchFamily="49" charset="0"/>
                <a:ea typeface="Source Code Pro Medium" panose="020B0509030403020204" pitchFamily="49" charset="0"/>
              </a:rPr>
              <a:t>    </a:t>
            </a:r>
            <a:r>
              <a:rPr lang="en-US" sz="1000" dirty="0" err="1">
                <a:latin typeface="Source Code Pro Medium" panose="020B0509030403020204" pitchFamily="49" charset="0"/>
                <a:ea typeface="Source Code Pro Medium" panose="020B0509030403020204" pitchFamily="49" charset="0"/>
              </a:rPr>
              <a:t>sock.send</a:t>
            </a:r>
            <a:r>
              <a:rPr lang="en-US" sz="1000" dirty="0">
                <a:latin typeface="Source Code Pro Medium" panose="020B0509030403020204" pitchFamily="49" charset="0"/>
                <a:ea typeface="Source Code Pro Medium" panose="020B0509030403020204" pitchFamily="49" charset="0"/>
              </a:rPr>
              <a:t>(message)</a:t>
            </a:r>
          </a:p>
          <a:p>
            <a:r>
              <a:rPr lang="en-US" sz="1000" dirty="0">
                <a:latin typeface="Source Code Pro Medium" panose="020B0509030403020204" pitchFamily="49" charset="0"/>
                <a:ea typeface="Source Code Pro Medium" panose="020B0509030403020204" pitchFamily="49" charset="0"/>
              </a:rPr>
              <a:t>    </a:t>
            </a:r>
          </a:p>
          <a:p>
            <a:r>
              <a:rPr lang="en-US" sz="1000" dirty="0">
                <a:latin typeface="Source Code Pro Medium" panose="020B0509030403020204" pitchFamily="49" charset="0"/>
                <a:ea typeface="Source Code Pro Medium" panose="020B0509030403020204" pitchFamily="49" charset="0"/>
              </a:rPr>
              <a:t>    # Message [prefix][message]</a:t>
            </a:r>
          </a:p>
          <a:p>
            <a:r>
              <a:rPr lang="en-US" sz="1000" dirty="0">
                <a:latin typeface="Source Code Pro Medium" panose="020B0509030403020204" pitchFamily="49" charset="0"/>
                <a:ea typeface="Source Code Pro Medium" panose="020B0509030403020204" pitchFamily="49" charset="0"/>
              </a:rPr>
              <a:t>    message = "2-Update! &gt;&gt; #{id} &gt;&gt; {time}".format(id=id, time=now) </a:t>
            </a:r>
          </a:p>
          <a:p>
            <a:r>
              <a:rPr lang="en-US" sz="1000" dirty="0">
                <a:latin typeface="Source Code Pro Medium" panose="020B0509030403020204" pitchFamily="49" charset="0"/>
                <a:ea typeface="Source Code Pro Medium" panose="020B0509030403020204" pitchFamily="49" charset="0"/>
              </a:rPr>
              <a:t>    </a:t>
            </a:r>
            <a:r>
              <a:rPr lang="en-US" sz="1000" dirty="0" err="1">
                <a:latin typeface="Source Code Pro Medium" panose="020B0509030403020204" pitchFamily="49" charset="0"/>
                <a:ea typeface="Source Code Pro Medium" panose="020B0509030403020204" pitchFamily="49" charset="0"/>
              </a:rPr>
              <a:t>sock.send</a:t>
            </a:r>
            <a:r>
              <a:rPr lang="en-US" sz="1000" dirty="0">
                <a:latin typeface="Source Code Pro Medium" panose="020B0509030403020204" pitchFamily="49" charset="0"/>
                <a:ea typeface="Source Code Pro Medium" panose="020B0509030403020204" pitchFamily="49" charset="0"/>
              </a:rPr>
              <a:t>(message)</a:t>
            </a:r>
          </a:p>
          <a:p>
            <a:r>
              <a:rPr lang="en-US" sz="1000" dirty="0">
                <a:latin typeface="Source Code Pro Medium" panose="020B0509030403020204" pitchFamily="49" charset="0"/>
                <a:ea typeface="Source Code Pro Medium" panose="020B0509030403020204" pitchFamily="49" charset="0"/>
              </a:rPr>
              <a:t>    </a:t>
            </a:r>
          </a:p>
          <a:p>
            <a:r>
              <a:rPr lang="en-US" sz="1000" dirty="0">
                <a:latin typeface="Source Code Pro Medium" panose="020B0509030403020204" pitchFamily="49" charset="0"/>
                <a:ea typeface="Source Code Pro Medium" panose="020B0509030403020204" pitchFamily="49" charset="0"/>
              </a:rPr>
              <a:t>    id += 1</a:t>
            </a:r>
          </a:p>
        </p:txBody>
      </p:sp>
      <p:sp>
        <p:nvSpPr>
          <p:cNvPr id="15" name="TextBox 14">
            <a:extLst>
              <a:ext uri="{FF2B5EF4-FFF2-40B4-BE49-F238E27FC236}">
                <a16:creationId xmlns:a16="http://schemas.microsoft.com/office/drawing/2014/main" id="{5E4035E5-879B-EB7E-EF25-3B8EF5163E78}"/>
              </a:ext>
            </a:extLst>
          </p:cNvPr>
          <p:cNvSpPr txBox="1"/>
          <p:nvPr/>
        </p:nvSpPr>
        <p:spPr>
          <a:xfrm>
            <a:off x="6315341" y="1805478"/>
            <a:ext cx="5170207" cy="2970044"/>
          </a:xfrm>
          <a:prstGeom prst="rect">
            <a:avLst/>
          </a:prstGeom>
          <a:noFill/>
        </p:spPr>
        <p:txBody>
          <a:bodyPr wrap="square">
            <a:spAutoFit/>
          </a:bodyPr>
          <a:lstStyle/>
          <a:p>
            <a:r>
              <a:rPr lang="en-US" sz="1100" b="1" i="1" u="sng" dirty="0"/>
              <a:t>Subscriber code:</a:t>
            </a:r>
          </a:p>
          <a:p>
            <a:endParaRPr lang="en-US" sz="1100" dirty="0"/>
          </a:p>
          <a:p>
            <a:r>
              <a:rPr lang="en-US" sz="1100" dirty="0">
                <a:latin typeface="Source Code Pro Medium" panose="020B0509030403020204" pitchFamily="49" charset="0"/>
                <a:ea typeface="Source Code Pro Medium" panose="020B0509030403020204" pitchFamily="49" charset="0"/>
              </a:rPr>
              <a:t>import </a:t>
            </a:r>
            <a:r>
              <a:rPr lang="en-US" sz="1100" dirty="0" err="1">
                <a:latin typeface="Source Code Pro Medium" panose="020B0509030403020204" pitchFamily="49" charset="0"/>
                <a:ea typeface="Source Code Pro Medium" panose="020B0509030403020204" pitchFamily="49" charset="0"/>
              </a:rPr>
              <a:t>zmq</a:t>
            </a:r>
            <a:endParaRPr lang="en-US" sz="1100" dirty="0">
              <a:latin typeface="Source Code Pro Medium" panose="020B0509030403020204" pitchFamily="49" charset="0"/>
              <a:ea typeface="Source Code Pro Medium" panose="020B0509030403020204" pitchFamily="49" charset="0"/>
            </a:endParaRPr>
          </a:p>
          <a:p>
            <a:endParaRPr lang="en-US" sz="1100" dirty="0">
              <a:latin typeface="Source Code Pro Medium" panose="020B0509030403020204" pitchFamily="49" charset="0"/>
              <a:ea typeface="Source Code Pro Medium" panose="020B0509030403020204" pitchFamily="49" charset="0"/>
            </a:endParaRPr>
          </a:p>
          <a:p>
            <a:r>
              <a:rPr lang="en-US" sz="1100" dirty="0">
                <a:latin typeface="Source Code Pro Medium" panose="020B0509030403020204" pitchFamily="49" charset="0"/>
                <a:ea typeface="Source Code Pro Medium" panose="020B0509030403020204" pitchFamily="49" charset="0"/>
              </a:rPr>
              <a:t># </a:t>
            </a:r>
            <a:r>
              <a:rPr lang="en-US" sz="1100" dirty="0" err="1">
                <a:latin typeface="Source Code Pro Medium" panose="020B0509030403020204" pitchFamily="49" charset="0"/>
                <a:ea typeface="Source Code Pro Medium" panose="020B0509030403020204" pitchFamily="49" charset="0"/>
              </a:rPr>
              <a:t>ZeroMQ</a:t>
            </a:r>
            <a:r>
              <a:rPr lang="en-US" sz="1100" dirty="0">
                <a:latin typeface="Source Code Pro Medium" panose="020B0509030403020204" pitchFamily="49" charset="0"/>
                <a:ea typeface="Source Code Pro Medium" panose="020B0509030403020204" pitchFamily="49" charset="0"/>
              </a:rPr>
              <a:t> Context</a:t>
            </a:r>
          </a:p>
          <a:p>
            <a:r>
              <a:rPr lang="en-US" sz="1100" dirty="0">
                <a:latin typeface="Source Code Pro Medium" panose="020B0509030403020204" pitchFamily="49" charset="0"/>
                <a:ea typeface="Source Code Pro Medium" panose="020B0509030403020204" pitchFamily="49" charset="0"/>
              </a:rPr>
              <a:t>context = </a:t>
            </a:r>
            <a:r>
              <a:rPr lang="en-US" sz="1100" dirty="0" err="1">
                <a:latin typeface="Source Code Pro Medium" panose="020B0509030403020204" pitchFamily="49" charset="0"/>
                <a:ea typeface="Source Code Pro Medium" panose="020B0509030403020204" pitchFamily="49" charset="0"/>
              </a:rPr>
              <a:t>zmq.Context</a:t>
            </a:r>
            <a:r>
              <a:rPr lang="en-US" sz="1100" dirty="0">
                <a:latin typeface="Source Code Pro Medium" panose="020B0509030403020204" pitchFamily="49" charset="0"/>
                <a:ea typeface="Source Code Pro Medium" panose="020B0509030403020204" pitchFamily="49" charset="0"/>
              </a:rPr>
              <a:t>()</a:t>
            </a:r>
          </a:p>
          <a:p>
            <a:endParaRPr lang="en-US" sz="1100" dirty="0">
              <a:latin typeface="Source Code Pro Medium" panose="020B0509030403020204" pitchFamily="49" charset="0"/>
              <a:ea typeface="Source Code Pro Medium" panose="020B0509030403020204" pitchFamily="49" charset="0"/>
            </a:endParaRPr>
          </a:p>
          <a:p>
            <a:r>
              <a:rPr lang="en-US" sz="1100" dirty="0">
                <a:latin typeface="Source Code Pro Medium" panose="020B0509030403020204" pitchFamily="49" charset="0"/>
                <a:ea typeface="Source Code Pro Medium" panose="020B0509030403020204" pitchFamily="49" charset="0"/>
              </a:rPr>
              <a:t># Define the socket using the "Context"</a:t>
            </a:r>
          </a:p>
          <a:p>
            <a:r>
              <a:rPr lang="en-US" sz="1100" dirty="0">
                <a:latin typeface="Source Code Pro Medium" panose="020B0509030403020204" pitchFamily="49" charset="0"/>
                <a:ea typeface="Source Code Pro Medium" panose="020B0509030403020204" pitchFamily="49" charset="0"/>
              </a:rPr>
              <a:t>sock = </a:t>
            </a:r>
            <a:r>
              <a:rPr lang="en-US" sz="1100" dirty="0" err="1">
                <a:latin typeface="Source Code Pro Medium" panose="020B0509030403020204" pitchFamily="49" charset="0"/>
                <a:ea typeface="Source Code Pro Medium" panose="020B0509030403020204" pitchFamily="49" charset="0"/>
              </a:rPr>
              <a:t>context.socket</a:t>
            </a:r>
            <a:r>
              <a:rPr lang="en-US" sz="1100" dirty="0">
                <a:latin typeface="Source Code Pro Medium" panose="020B0509030403020204" pitchFamily="49" charset="0"/>
                <a:ea typeface="Source Code Pro Medium" panose="020B0509030403020204" pitchFamily="49" charset="0"/>
              </a:rPr>
              <a:t>(</a:t>
            </a:r>
            <a:r>
              <a:rPr lang="en-US" sz="1100" dirty="0" err="1">
                <a:latin typeface="Source Code Pro Medium" panose="020B0509030403020204" pitchFamily="49" charset="0"/>
                <a:ea typeface="Source Code Pro Medium" panose="020B0509030403020204" pitchFamily="49" charset="0"/>
              </a:rPr>
              <a:t>zmq.SUB</a:t>
            </a:r>
            <a:r>
              <a:rPr lang="en-US" sz="1100" dirty="0">
                <a:latin typeface="Source Code Pro Medium" panose="020B0509030403020204" pitchFamily="49" charset="0"/>
                <a:ea typeface="Source Code Pro Medium" panose="020B0509030403020204" pitchFamily="49" charset="0"/>
              </a:rPr>
              <a:t>)</a:t>
            </a:r>
          </a:p>
          <a:p>
            <a:endParaRPr lang="en-US" sz="1100" dirty="0">
              <a:latin typeface="Source Code Pro Medium" panose="020B0509030403020204" pitchFamily="49" charset="0"/>
              <a:ea typeface="Source Code Pro Medium" panose="020B0509030403020204" pitchFamily="49" charset="0"/>
            </a:endParaRPr>
          </a:p>
          <a:p>
            <a:r>
              <a:rPr lang="en-US" sz="1100" dirty="0">
                <a:latin typeface="Source Code Pro Medium" panose="020B0509030403020204" pitchFamily="49" charset="0"/>
                <a:ea typeface="Source Code Pro Medium" panose="020B0509030403020204" pitchFamily="49" charset="0"/>
              </a:rPr>
              <a:t># Define subscription and messages with prefix to accept.</a:t>
            </a:r>
          </a:p>
          <a:p>
            <a:r>
              <a:rPr lang="en-US" sz="1100" dirty="0" err="1">
                <a:latin typeface="Source Code Pro Medium" panose="020B0509030403020204" pitchFamily="49" charset="0"/>
                <a:ea typeface="Source Code Pro Medium" panose="020B0509030403020204" pitchFamily="49" charset="0"/>
              </a:rPr>
              <a:t>sock.setsockopt</a:t>
            </a:r>
            <a:r>
              <a:rPr lang="en-US" sz="1100" dirty="0">
                <a:latin typeface="Source Code Pro Medium" panose="020B0509030403020204" pitchFamily="49" charset="0"/>
                <a:ea typeface="Source Code Pro Medium" panose="020B0509030403020204" pitchFamily="49" charset="0"/>
              </a:rPr>
              <a:t>(</a:t>
            </a:r>
            <a:r>
              <a:rPr lang="en-US" sz="1100" dirty="0" err="1">
                <a:latin typeface="Source Code Pro Medium" panose="020B0509030403020204" pitchFamily="49" charset="0"/>
                <a:ea typeface="Source Code Pro Medium" panose="020B0509030403020204" pitchFamily="49" charset="0"/>
              </a:rPr>
              <a:t>zmq.SUBSCRIBE</a:t>
            </a:r>
            <a:r>
              <a:rPr lang="en-US" sz="1100" dirty="0">
                <a:latin typeface="Source Code Pro Medium" panose="020B0509030403020204" pitchFamily="49" charset="0"/>
                <a:ea typeface="Source Code Pro Medium" panose="020B0509030403020204" pitchFamily="49" charset="0"/>
              </a:rPr>
              <a:t>, "1")</a:t>
            </a:r>
          </a:p>
          <a:p>
            <a:r>
              <a:rPr lang="en-US" sz="1100" dirty="0" err="1">
                <a:latin typeface="Source Code Pro Medium" panose="020B0509030403020204" pitchFamily="49" charset="0"/>
                <a:ea typeface="Source Code Pro Medium" panose="020B0509030403020204" pitchFamily="49" charset="0"/>
              </a:rPr>
              <a:t>sock.connect</a:t>
            </a:r>
            <a:r>
              <a:rPr lang="en-US" sz="1100" dirty="0">
                <a:latin typeface="Source Code Pro Medium" panose="020B0509030403020204" pitchFamily="49" charset="0"/>
                <a:ea typeface="Source Code Pro Medium" panose="020B0509030403020204" pitchFamily="49" charset="0"/>
              </a:rPr>
              <a:t>("</a:t>
            </a:r>
            <a:r>
              <a:rPr lang="en-US" sz="1100" dirty="0" err="1">
                <a:latin typeface="Source Code Pro Medium" panose="020B0509030403020204" pitchFamily="49" charset="0"/>
                <a:ea typeface="Source Code Pro Medium" panose="020B0509030403020204" pitchFamily="49" charset="0"/>
              </a:rPr>
              <a:t>tcp</a:t>
            </a:r>
            <a:r>
              <a:rPr lang="en-US" sz="1100" dirty="0">
                <a:latin typeface="Source Code Pro Medium" panose="020B0509030403020204" pitchFamily="49" charset="0"/>
                <a:ea typeface="Source Code Pro Medium" panose="020B0509030403020204" pitchFamily="49" charset="0"/>
              </a:rPr>
              <a:t>://127.0.0.1:5680")</a:t>
            </a:r>
          </a:p>
          <a:p>
            <a:endParaRPr lang="en-US" sz="1100" dirty="0">
              <a:latin typeface="Source Code Pro Medium" panose="020B0509030403020204" pitchFamily="49" charset="0"/>
              <a:ea typeface="Source Code Pro Medium" panose="020B0509030403020204" pitchFamily="49" charset="0"/>
            </a:endParaRPr>
          </a:p>
          <a:p>
            <a:r>
              <a:rPr lang="en-US" sz="1100" dirty="0">
                <a:latin typeface="Source Code Pro Medium" panose="020B0509030403020204" pitchFamily="49" charset="0"/>
                <a:ea typeface="Source Code Pro Medium" panose="020B0509030403020204" pitchFamily="49" charset="0"/>
              </a:rPr>
              <a:t>while True:</a:t>
            </a:r>
          </a:p>
          <a:p>
            <a:r>
              <a:rPr lang="en-US" sz="1100" dirty="0">
                <a:latin typeface="Source Code Pro Medium" panose="020B0509030403020204" pitchFamily="49" charset="0"/>
                <a:ea typeface="Source Code Pro Medium" panose="020B0509030403020204" pitchFamily="49" charset="0"/>
              </a:rPr>
              <a:t>    message= </a:t>
            </a:r>
            <a:r>
              <a:rPr lang="en-US" sz="1100" dirty="0" err="1">
                <a:latin typeface="Source Code Pro Medium" panose="020B0509030403020204" pitchFamily="49" charset="0"/>
                <a:ea typeface="Source Code Pro Medium" panose="020B0509030403020204" pitchFamily="49" charset="0"/>
              </a:rPr>
              <a:t>sock.recv</a:t>
            </a:r>
            <a:r>
              <a:rPr lang="en-US" sz="1100" dirty="0">
                <a:latin typeface="Source Code Pro Medium" panose="020B0509030403020204" pitchFamily="49" charset="0"/>
                <a:ea typeface="Source Code Pro Medium" panose="020B0509030403020204" pitchFamily="49" charset="0"/>
              </a:rPr>
              <a:t>()</a:t>
            </a:r>
          </a:p>
          <a:p>
            <a:r>
              <a:rPr lang="en-US" sz="1100" dirty="0">
                <a:latin typeface="Source Code Pro Medium" panose="020B0509030403020204" pitchFamily="49" charset="0"/>
                <a:ea typeface="Source Code Pro Medium" panose="020B0509030403020204" pitchFamily="49" charset="0"/>
              </a:rPr>
              <a:t>    print message</a:t>
            </a:r>
          </a:p>
        </p:txBody>
      </p:sp>
    </p:spTree>
    <p:extLst>
      <p:ext uri="{BB962C8B-B14F-4D97-AF65-F5344CB8AC3E}">
        <p14:creationId xmlns:p14="http://schemas.microsoft.com/office/powerpoint/2010/main" val="83568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5D6E0-39C9-199C-DE06-34D94D38EF4B}"/>
              </a:ext>
            </a:extLst>
          </p:cNvPr>
          <p:cNvSpPr>
            <a:spLocks noGrp="1"/>
          </p:cNvSpPr>
          <p:nvPr>
            <p:ph type="title"/>
          </p:nvPr>
        </p:nvSpPr>
        <p:spPr/>
        <p:txBody>
          <a:bodyPr/>
          <a:lstStyle/>
          <a:p>
            <a:r>
              <a:rPr lang="en-US" dirty="0"/>
              <a:t>ZMQ – Reference Links</a:t>
            </a:r>
          </a:p>
        </p:txBody>
      </p:sp>
      <p:sp>
        <p:nvSpPr>
          <p:cNvPr id="3" name="Footer Placeholder 2">
            <a:extLst>
              <a:ext uri="{FF2B5EF4-FFF2-40B4-BE49-F238E27FC236}">
                <a16:creationId xmlns:a16="http://schemas.microsoft.com/office/drawing/2014/main" id="{6ACF90A1-A1D9-80FA-A2F7-3D7EC38FB0A4}"/>
              </a:ext>
            </a:extLst>
          </p:cNvPr>
          <p:cNvSpPr>
            <a:spLocks noGrp="1"/>
          </p:cNvSpPr>
          <p:nvPr>
            <p:ph type="ftr" sz="quarter" idx="10"/>
          </p:nvPr>
        </p:nvSpPr>
        <p:spPr/>
        <p:txBody>
          <a:bodyPr/>
          <a:lstStyle/>
          <a:p>
            <a:r>
              <a:rPr lang="en-US"/>
              <a:t>Presentation Title | Date | Aptiv Confidential</a:t>
            </a:r>
            <a:endParaRPr lang="en-US" dirty="0"/>
          </a:p>
        </p:txBody>
      </p:sp>
      <p:sp>
        <p:nvSpPr>
          <p:cNvPr id="4" name="Slide Number Placeholder 3">
            <a:extLst>
              <a:ext uri="{FF2B5EF4-FFF2-40B4-BE49-F238E27FC236}">
                <a16:creationId xmlns:a16="http://schemas.microsoft.com/office/drawing/2014/main" id="{91BB22CB-CFE8-CABA-A9FB-CE185B740540}"/>
              </a:ext>
            </a:extLst>
          </p:cNvPr>
          <p:cNvSpPr>
            <a:spLocks noGrp="1"/>
          </p:cNvSpPr>
          <p:nvPr>
            <p:ph type="sldNum" sz="quarter" idx="11"/>
          </p:nvPr>
        </p:nvSpPr>
        <p:spPr/>
        <p:txBody>
          <a:bodyPr/>
          <a:lstStyle/>
          <a:p>
            <a:fld id="{B6D1532F-61F1-B941-ACDF-6BC65E0B4055}" type="slidenum">
              <a:rPr lang="en-US" smtClean="0"/>
              <a:pPr/>
              <a:t>37</a:t>
            </a:fld>
            <a:endParaRPr lang="en-US" dirty="0"/>
          </a:p>
        </p:txBody>
      </p:sp>
      <p:sp>
        <p:nvSpPr>
          <p:cNvPr id="6" name="TextBox 5">
            <a:extLst>
              <a:ext uri="{FF2B5EF4-FFF2-40B4-BE49-F238E27FC236}">
                <a16:creationId xmlns:a16="http://schemas.microsoft.com/office/drawing/2014/main" id="{B673E868-DEB0-3CF9-B364-03C7CEC7F012}"/>
              </a:ext>
            </a:extLst>
          </p:cNvPr>
          <p:cNvSpPr txBox="1"/>
          <p:nvPr/>
        </p:nvSpPr>
        <p:spPr>
          <a:xfrm>
            <a:off x="536372" y="1319315"/>
            <a:ext cx="9152545" cy="1477328"/>
          </a:xfrm>
          <a:prstGeom prst="rect">
            <a:avLst/>
          </a:prstGeom>
          <a:noFill/>
        </p:spPr>
        <p:txBody>
          <a:bodyPr wrap="square">
            <a:spAutoFit/>
          </a:bodyPr>
          <a:lstStyle/>
          <a:p>
            <a:endParaRPr lang="en-US" dirty="0"/>
          </a:p>
          <a:p>
            <a:pPr marL="342900" indent="-342900">
              <a:buFont typeface="+mj-lt"/>
              <a:buAutoNum type="arabicPeriod"/>
            </a:pPr>
            <a:r>
              <a:rPr lang="en-US" dirty="0">
                <a:hlinkClick r:id="rId2"/>
              </a:rPr>
              <a:t>https://zeromq.org/get-started/  </a:t>
            </a:r>
          </a:p>
          <a:p>
            <a:pPr marL="342900" indent="-342900">
              <a:buFont typeface="+mj-lt"/>
              <a:buAutoNum type="arabicPeriod"/>
            </a:pPr>
            <a:r>
              <a:rPr lang="en-US" dirty="0">
                <a:hlinkClick r:id="rId2"/>
              </a:rPr>
              <a:t>https://zguide.zeromq.org/ </a:t>
            </a:r>
          </a:p>
          <a:p>
            <a:pPr marL="342900" indent="-342900">
              <a:buFont typeface="+mj-lt"/>
              <a:buAutoNum type="arabicPeriod"/>
            </a:pPr>
            <a:r>
              <a:rPr lang="en-US" dirty="0">
                <a:hlinkClick r:id="rId2"/>
              </a:rPr>
              <a:t>https://www.digitalocean.com/community/tutorials/how-to-work-with-the-zeromq-messaging-library#about</a:t>
            </a:r>
            <a:endParaRPr lang="en-US" dirty="0"/>
          </a:p>
        </p:txBody>
      </p:sp>
    </p:spTree>
    <p:extLst>
      <p:ext uri="{BB962C8B-B14F-4D97-AF65-F5344CB8AC3E}">
        <p14:creationId xmlns:p14="http://schemas.microsoft.com/office/powerpoint/2010/main" val="21873230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lang="en-US" dirty="0"/>
              <a:t>Thank you.</a:t>
            </a:r>
          </a:p>
        </p:txBody>
      </p:sp>
      <p:sp>
        <p:nvSpPr>
          <p:cNvPr id="6" name="Slide Number Placeholder 5"/>
          <p:cNvSpPr>
            <a:spLocks noGrp="1"/>
          </p:cNvSpPr>
          <p:nvPr>
            <p:ph type="sldNum" sz="quarter" idx="14"/>
          </p:nvPr>
        </p:nvSpPr>
        <p:spPr/>
        <p:txBody>
          <a:bodyPr/>
          <a:lstStyle/>
          <a:p>
            <a:fld id="{B6D1532F-61F1-B941-ACDF-6BC65E0B4055}" type="slidenum">
              <a:rPr lang="en-US" smtClean="0"/>
              <a:pPr/>
              <a:t>38</a:t>
            </a:fld>
            <a:endParaRPr lang="en-US" dirty="0"/>
          </a:p>
        </p:txBody>
      </p:sp>
      <p:sp>
        <p:nvSpPr>
          <p:cNvPr id="8" name="Footer Placeholder 2"/>
          <p:cNvSpPr>
            <a:spLocks noGrp="1"/>
          </p:cNvSpPr>
          <p:nvPr>
            <p:ph type="ftr" sz="quarter" idx="4294967295"/>
          </p:nvPr>
        </p:nvSpPr>
        <p:spPr>
          <a:xfrm>
            <a:off x="1227266" y="6324599"/>
            <a:ext cx="3492500" cy="304801"/>
          </a:xfrm>
          <a:prstGeom prst="rect">
            <a:avLst/>
          </a:prstGeom>
        </p:spPr>
        <p:txBody>
          <a:bodyPr/>
          <a:lstStyle/>
          <a:p>
            <a:r>
              <a:rPr lang="en-US" sz="1000" dirty="0"/>
              <a:t>ReSIM | 20-July-2021 | Aptiv Confidential</a:t>
            </a:r>
          </a:p>
        </p:txBody>
      </p:sp>
    </p:spTree>
    <p:extLst>
      <p:ext uri="{BB962C8B-B14F-4D97-AF65-F5344CB8AC3E}">
        <p14:creationId xmlns:p14="http://schemas.microsoft.com/office/powerpoint/2010/main" val="1955844829"/>
      </p:ext>
    </p:extLst>
  </p:cSld>
  <p:clrMapOvr>
    <a:masterClrMapping/>
  </p:clrMapOvr>
</p:sld>
</file>

<file path=ppt/theme/theme1.xml><?xml version="1.0" encoding="utf-8"?>
<a:theme xmlns:a="http://schemas.openxmlformats.org/drawingml/2006/main" name="Aptiv Master Theme">
  <a:themeElements>
    <a:clrScheme name="Custom 21">
      <a:dk1>
        <a:srgbClr val="000000"/>
      </a:dk1>
      <a:lt1>
        <a:srgbClr val="FFFFFF"/>
      </a:lt1>
      <a:dk2>
        <a:srgbClr val="4C7B86"/>
      </a:dk2>
      <a:lt2>
        <a:srgbClr val="FFFFFF"/>
      </a:lt2>
      <a:accent1>
        <a:srgbClr val="F74018"/>
      </a:accent1>
      <a:accent2>
        <a:srgbClr val="B6D0CF"/>
      </a:accent2>
      <a:accent3>
        <a:srgbClr val="006B63"/>
      </a:accent3>
      <a:accent4>
        <a:srgbClr val="E5E1DA"/>
      </a:accent4>
      <a:accent5>
        <a:srgbClr val="383841"/>
      </a:accent5>
      <a:accent6>
        <a:srgbClr val="4D7B87"/>
      </a:accent6>
      <a:hlink>
        <a:srgbClr val="F74018"/>
      </a:hlink>
      <a:folHlink>
        <a:srgbClr val="F740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ptiv Master Template 11.30.17" id="{75EECCA6-0BFA-DC47-A5EB-29F87041773E}" vid="{9DA35DF2-0795-424C-B9BD-D8A5EE42062A}"/>
    </a:ext>
  </a:extLst>
</a:theme>
</file>

<file path=ppt/theme/theme2.xml><?xml version="1.0" encoding="utf-8"?>
<a:theme xmlns:a="http://schemas.openxmlformats.org/drawingml/2006/main" name="Aptiv Theme Instructions">
  <a:themeElements>
    <a:clrScheme name="Aptiv Theme Colors">
      <a:dk1>
        <a:srgbClr val="000000"/>
      </a:dk1>
      <a:lt1>
        <a:srgbClr val="FFFFFF"/>
      </a:lt1>
      <a:dk2>
        <a:srgbClr val="B7D1CF"/>
      </a:dk2>
      <a:lt2>
        <a:srgbClr val="FFFFFF"/>
      </a:lt2>
      <a:accent1>
        <a:srgbClr val="F74018"/>
      </a:accent1>
      <a:accent2>
        <a:srgbClr val="B6D0CF"/>
      </a:accent2>
      <a:accent3>
        <a:srgbClr val="006B63"/>
      </a:accent3>
      <a:accent4>
        <a:srgbClr val="E5E1DA"/>
      </a:accent4>
      <a:accent5>
        <a:srgbClr val="383841"/>
      </a:accent5>
      <a:accent6>
        <a:srgbClr val="4D7B87"/>
      </a:accent6>
      <a:hlink>
        <a:srgbClr val="F74018"/>
      </a:hlink>
      <a:folHlink>
        <a:srgbClr val="F740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ptiv Master Template 11.30.17" id="{75EECCA6-0BFA-DC47-A5EB-29F87041773E}" vid="{BF0B1E6E-1DD6-F04E-A9C7-BDEA07374E2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FCD14D11E47A04F8A1D8F1AE129B16D" ma:contentTypeVersion="18" ma:contentTypeDescription="Create a new document." ma:contentTypeScope="" ma:versionID="4f29d0adc6eb6eb592621649f45a31f7">
  <xsd:schema xmlns:xsd="http://www.w3.org/2001/XMLSchema" xmlns:xs="http://www.w3.org/2001/XMLSchema" xmlns:p="http://schemas.microsoft.com/office/2006/metadata/properties" xmlns:ns2="0c36092b-8ec2-40bd-b469-d1fe4f1e7785" xmlns:ns3="b5d27259-2aee-4319-bf8a-583a92469da7" xmlns:ns4="660dcfd0-9953-4b1d-8454-643f2e64b2fa" targetNamespace="http://schemas.microsoft.com/office/2006/metadata/properties" ma:root="true" ma:fieldsID="1effe7f7f26e6d1dbc02557a923d47ac" ns2:_="" ns3:_="" ns4:_="">
    <xsd:import namespace="0c36092b-8ec2-40bd-b469-d1fe4f1e7785"/>
    <xsd:import namespace="b5d27259-2aee-4319-bf8a-583a92469da7"/>
    <xsd:import namespace="660dcfd0-9953-4b1d-8454-643f2e64b2fa"/>
    <xsd:element name="properties">
      <xsd:complexType>
        <xsd:sequence>
          <xsd:element name="documentManagement">
            <xsd:complexType>
              <xsd:all>
                <xsd:element ref="ns2:TaxCatchAll" minOccurs="0"/>
                <xsd:element ref="ns2:TaxCatchAllLabel" minOccurs="0"/>
                <xsd:element ref="ns2:fddf08f74f1e4eb0b4a866c10db37afa" minOccurs="0"/>
                <xsd:element ref="ns2:ka0759a5942f41c695b775aef8208f3e" minOccurs="0"/>
                <xsd:element ref="ns2:le32960acc2343b2a783ebfbeb256c3d" minOccurs="0"/>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lcf76f155ced4ddcb4097134ff3c332f" minOccurs="0"/>
                <xsd:element ref="ns3:Labe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36092b-8ec2-40bd-b469-d1fe4f1e7785" elementFormDefault="qualified">
    <xsd:import namespace="http://schemas.microsoft.com/office/2006/documentManagement/types"/>
    <xsd:import namespace="http://schemas.microsoft.com/office/infopath/2007/PartnerControls"/>
    <xsd:element name="TaxCatchAll" ma:index="2" nillable="true" ma:displayName="Taxonomy Catch All Column" ma:hidden="true" ma:list="{0b61abf6-0922-4adc-b246-c47b676c7ed4}" ma:internalName="TaxCatchAll" ma:showField="CatchAllData" ma:web="660dcfd0-9953-4b1d-8454-643f2e64b2fa">
      <xsd:complexType>
        <xsd:complexContent>
          <xsd:extension base="dms:MultiChoiceLookup">
            <xsd:sequence>
              <xsd:element name="Value" type="dms:Lookup" maxOccurs="unbounded" minOccurs="0" nillable="true"/>
            </xsd:sequence>
          </xsd:extension>
        </xsd:complexContent>
      </xsd:complexType>
    </xsd:element>
    <xsd:element name="TaxCatchAllLabel" ma:index="3" nillable="true" ma:displayName="Taxonomy Catch All Column1" ma:hidden="true" ma:list="{0b61abf6-0922-4adc-b246-c47b676c7ed4}" ma:internalName="TaxCatchAllLabel" ma:readOnly="true" ma:showField="CatchAllDataLabel" ma:web="660dcfd0-9953-4b1d-8454-643f2e64b2fa">
      <xsd:complexType>
        <xsd:complexContent>
          <xsd:extension base="dms:MultiChoiceLookup">
            <xsd:sequence>
              <xsd:element name="Value" type="dms:Lookup" maxOccurs="unbounded" minOccurs="0" nillable="true"/>
            </xsd:sequence>
          </xsd:extension>
        </xsd:complexContent>
      </xsd:complexType>
    </xsd:element>
    <xsd:element name="fddf08f74f1e4eb0b4a866c10db37afa" ma:index="7" nillable="true" ma:taxonomy="true" ma:internalName="fddf08f74f1e4eb0b4a866c10db37afa" ma:taxonomyFieldName="emm_Division" ma:displayName="emm_Division" ma:readOnly="false" ma:default="" ma:fieldId="{fddf08f7-4f1e-4eb0-b4a8-66c10db37afa}" ma:sspId="9f8ee6ba-22ae-4b18-a96b-b6990d3e2b67" ma:termSetId="5dde4a48-55d5-4c0a-9779-582059f53b16" ma:anchorId="00000000-0000-0000-0000-000000000000" ma:open="false" ma:isKeyword="false">
      <xsd:complexType>
        <xsd:sequence>
          <xsd:element ref="pc:Terms" minOccurs="0" maxOccurs="1"/>
        </xsd:sequence>
      </xsd:complexType>
    </xsd:element>
    <xsd:element name="ka0759a5942f41c695b775aef8208f3e" ma:index="8" nillable="true" ma:taxonomy="true" ma:internalName="ka0759a5942f41c695b775aef8208f3e" ma:taxonomyFieldName="emm_Function" ma:displayName="emm_Function" ma:readOnly="false" ma:default="" ma:fieldId="{4a0759a5-942f-41c6-95b7-75aef8208f3e}" ma:sspId="9f8ee6ba-22ae-4b18-a96b-b6990d3e2b67" ma:termSetId="2cdd7b0f-fc41-4bc0-b507-1083be529d14" ma:anchorId="00000000-0000-0000-0000-000000000000" ma:open="false" ma:isKeyword="false">
      <xsd:complexType>
        <xsd:sequence>
          <xsd:element ref="pc:Terms" minOccurs="0" maxOccurs="1"/>
        </xsd:sequence>
      </xsd:complexType>
    </xsd:element>
    <xsd:element name="le32960acc2343b2a783ebfbeb256c3d" ma:index="9" nillable="true" ma:taxonomy="true" ma:internalName="le32960acc2343b2a783ebfbeb256c3d" ma:taxonomyFieldName="emm_Language" ma:displayName="emm_Language" ma:readOnly="false" ma:default="" ma:fieldId="{5e32960a-cc23-43b2-a783-ebfbeb256c3d}" ma:sspId="9f8ee6ba-22ae-4b18-a96b-b6990d3e2b67" ma:termSetId="628d4a0e-43e1-471b-bfbd-4dccf339dc9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b5d27259-2aee-4319-bf8a-583a92469da7" elementFormDefault="qualified">
    <xsd:import namespace="http://schemas.microsoft.com/office/2006/documentManagement/types"/>
    <xsd:import namespace="http://schemas.microsoft.com/office/infopath/2007/PartnerControls"/>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AutoTags" ma:index="22" nillable="true" ma:displayName="Tags" ma:internalName="MediaServiceAutoTags"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ServiceDateTaken" ma:index="26" nillable="true" ma:displayName="MediaServiceDateTaken" ma:hidden="true" ma:internalName="MediaServiceDateTaken" ma:readOnly="true">
      <xsd:simpleType>
        <xsd:restriction base="dms:Text"/>
      </xsd:simpleType>
    </xsd:element>
    <xsd:element name="MediaServiceLocation" ma:index="27" nillable="true" ma:displayName="Location" ma:internalName="MediaServiceLocation" ma:readOnly="true">
      <xsd:simpleType>
        <xsd:restriction base="dms:Text"/>
      </xsd:simpleType>
    </xsd:element>
    <xsd:element name="MediaLengthInSeconds" ma:index="28" nillable="true" ma:displayName="MediaLengthInSeconds" ma:hidden="true" ma:internalName="MediaLengthInSeconds" ma:readOnly="true">
      <xsd:simpleType>
        <xsd:restriction base="dms:Unknown"/>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9f8ee6ba-22ae-4b18-a96b-b6990d3e2b67" ma:termSetId="09814cd3-568e-fe90-9814-8d621ff8fb84" ma:anchorId="fba54fb3-c3e1-fe81-a776-ca4b69148c4d" ma:open="true" ma:isKeyword="false">
      <xsd:complexType>
        <xsd:sequence>
          <xsd:element ref="pc:Terms" minOccurs="0" maxOccurs="1"/>
        </xsd:sequence>
      </xsd:complexType>
    </xsd:element>
    <xsd:element name="Label" ma:index="31" nillable="true" ma:displayName="Label" ma:format="Dropdown" ma:internalName="Label">
      <xsd:simpleType>
        <xsd:restriction base="dms:Text">
          <xsd:maxLength value="255"/>
        </xsd:restriction>
      </xsd:simpleType>
    </xsd:element>
    <xsd:element name="MediaServiceObjectDetectorVersions" ma:index="3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60dcfd0-9953-4b1d-8454-643f2e64b2fa"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ka0759a5942f41c695b775aef8208f3e xmlns="0c36092b-8ec2-40bd-b469-d1fe4f1e7785">
      <Terms xmlns="http://schemas.microsoft.com/office/infopath/2007/PartnerControls"/>
    </ka0759a5942f41c695b775aef8208f3e>
    <TaxCatchAll xmlns="0c36092b-8ec2-40bd-b469-d1fe4f1e7785" xsi:nil="true"/>
    <le32960acc2343b2a783ebfbeb256c3d xmlns="0c36092b-8ec2-40bd-b469-d1fe4f1e7785">
      <Terms xmlns="http://schemas.microsoft.com/office/infopath/2007/PartnerControls"/>
    </le32960acc2343b2a783ebfbeb256c3d>
    <fddf08f74f1e4eb0b4a866c10db37afa xmlns="0c36092b-8ec2-40bd-b469-d1fe4f1e7785">
      <Terms xmlns="http://schemas.microsoft.com/office/infopath/2007/PartnerControls"/>
    </fddf08f74f1e4eb0b4a866c10db37afa>
    <TaxCatchAllLabel xmlns="0c36092b-8ec2-40bd-b469-d1fe4f1e7785" xsi:nil="true"/>
    <lcf76f155ced4ddcb4097134ff3c332f xmlns="b5d27259-2aee-4319-bf8a-583a92469da7">
      <Terms xmlns="http://schemas.microsoft.com/office/infopath/2007/PartnerControls"/>
    </lcf76f155ced4ddcb4097134ff3c332f>
    <Label xmlns="b5d27259-2aee-4319-bf8a-583a92469da7" xsi:nil="true"/>
  </documentManagement>
</p:properties>
</file>

<file path=customXml/item4.xml><?xml version="1.0" encoding="utf-8"?>
<?mso-contentType ?>
<SharedContentType xmlns="Microsoft.SharePoint.Taxonomy.ContentTypeSync" SourceId="9f8ee6ba-22ae-4b18-a96b-b6990d3e2b67" ContentTypeId="0x01" PreviousValue="false"/>
</file>

<file path=customXml/itemProps1.xml><?xml version="1.0" encoding="utf-8"?>
<ds:datastoreItem xmlns:ds="http://schemas.openxmlformats.org/officeDocument/2006/customXml" ds:itemID="{6DAC6117-D79C-4874-B9B8-93CF1352DCEA}">
  <ds:schemaRefs>
    <ds:schemaRef ds:uri="http://schemas.microsoft.com/sharepoint/v3/contenttype/forms"/>
  </ds:schemaRefs>
</ds:datastoreItem>
</file>

<file path=customXml/itemProps2.xml><?xml version="1.0" encoding="utf-8"?>
<ds:datastoreItem xmlns:ds="http://schemas.openxmlformats.org/officeDocument/2006/customXml" ds:itemID="{0F9243EF-FE52-479F-9638-A842FAA5D523}"/>
</file>

<file path=customXml/itemProps3.xml><?xml version="1.0" encoding="utf-8"?>
<ds:datastoreItem xmlns:ds="http://schemas.openxmlformats.org/officeDocument/2006/customXml" ds:itemID="{9DF8CE2B-B209-4523-B996-0164EAECBB44}">
  <ds:schemaRefs>
    <ds:schemaRef ds:uri="http://schemas.microsoft.com/office/infopath/2007/PartnerControls"/>
    <ds:schemaRef ds:uri="http://schemas.openxmlformats.org/package/2006/metadata/core-properties"/>
    <ds:schemaRef ds:uri="http://schemas.microsoft.com/office/2006/metadata/properties"/>
    <ds:schemaRef ds:uri="http://schemas.microsoft.com/office/2006/documentManagement/types"/>
    <ds:schemaRef ds:uri="660dcfd0-9953-4b1d-8454-643f2e64b2fa"/>
    <ds:schemaRef ds:uri="b5d27259-2aee-4319-bf8a-583a92469da7"/>
    <ds:schemaRef ds:uri="http://purl.org/dc/dcmitype/"/>
    <ds:schemaRef ds:uri="http://purl.org/dc/terms/"/>
    <ds:schemaRef ds:uri="0c36092b-8ec2-40bd-b469-d1fe4f1e7785"/>
    <ds:schemaRef ds:uri="http://www.w3.org/XML/1998/namespace"/>
    <ds:schemaRef ds:uri="http://purl.org/dc/elements/1.1/"/>
  </ds:schemaRefs>
</ds:datastoreItem>
</file>

<file path=customXml/itemProps4.xml><?xml version="1.0" encoding="utf-8"?>
<ds:datastoreItem xmlns:ds="http://schemas.openxmlformats.org/officeDocument/2006/customXml" ds:itemID="{55574C75-AC5F-434F-9683-015DCD682B9F}">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Aptiv Master Template 11.30.17</Template>
  <TotalTime>0</TotalTime>
  <Words>3372</Words>
  <Application>Microsoft Office PowerPoint</Application>
  <PresentationFormat>Widescreen</PresentationFormat>
  <Paragraphs>499</Paragraphs>
  <Slides>38</Slides>
  <Notes>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38</vt:i4>
      </vt:variant>
    </vt:vector>
  </HeadingPairs>
  <TitlesOfParts>
    <vt:vector size="50" baseType="lpstr">
      <vt:lpstr>.AppleSystemUIFont</vt:lpstr>
      <vt:lpstr>Akkurat Pro</vt:lpstr>
      <vt:lpstr>Arial Regular</vt:lpstr>
      <vt:lpstr>Droid Sans Mono</vt:lpstr>
      <vt:lpstr>Arial</vt:lpstr>
      <vt:lpstr>Bahnschrift SemiCondensed</vt:lpstr>
      <vt:lpstr>Calibri</vt:lpstr>
      <vt:lpstr>Source Code Pro Medium</vt:lpstr>
      <vt:lpstr>Source Sans Pro</vt:lpstr>
      <vt:lpstr>Aptiv Master Theme</vt:lpstr>
      <vt:lpstr>Aptiv Theme Instructions</vt:lpstr>
      <vt:lpstr>Packager Shell Object</vt:lpstr>
      <vt:lpstr>PowerPoint Presentation</vt:lpstr>
      <vt:lpstr>Simulator-Model Environment Critical Areas</vt:lpstr>
      <vt:lpstr>Protocol Buffers </vt:lpstr>
      <vt:lpstr>Protocol Buffers </vt:lpstr>
      <vt:lpstr>Protocol Buffers </vt:lpstr>
      <vt:lpstr>Protocol Buffers</vt:lpstr>
      <vt:lpstr>Open Simulation Interface- OSI</vt:lpstr>
      <vt:lpstr>Open Simulation Interface- OSI</vt:lpstr>
      <vt:lpstr>Open Simulation Interface- OSI</vt:lpstr>
      <vt:lpstr>Open Simulation Interface- OSI</vt:lpstr>
      <vt:lpstr>Open Simulation Interface- OSI</vt:lpstr>
      <vt:lpstr>Open Simulation Interface- OSI</vt:lpstr>
      <vt:lpstr>Open Simulation Interface- OSI</vt:lpstr>
      <vt:lpstr>Open Simulation Interface- OSI</vt:lpstr>
      <vt:lpstr>Open Simulation Interface- OSI</vt:lpstr>
      <vt:lpstr>Open Simulation Interface- OSI</vt:lpstr>
      <vt:lpstr>Open Simulation Interface- OSI</vt:lpstr>
      <vt:lpstr>Functional Mock-Up Interface - FMI</vt:lpstr>
      <vt:lpstr>Functional Mock-Up Interface - FMI</vt:lpstr>
      <vt:lpstr>Functional Mock-Up Interface - FMI</vt:lpstr>
      <vt:lpstr>Functional Mock-Up Interface - FMI</vt:lpstr>
      <vt:lpstr>Functional Mock-Up Interface - FMI</vt:lpstr>
      <vt:lpstr>Functional Mock-Up Interface - FMI</vt:lpstr>
      <vt:lpstr>Functional Mock-Up Interface - FMI</vt:lpstr>
      <vt:lpstr>Functional Mock-Up Interface - FMI</vt:lpstr>
      <vt:lpstr>Functional Mock-Up Interface - FMI</vt:lpstr>
      <vt:lpstr>Functional Mock-Up Interface - FMI</vt:lpstr>
      <vt:lpstr>Functional Mock-Up Interface - FMI</vt:lpstr>
      <vt:lpstr>Functional Mock-Up Interface - FMI</vt:lpstr>
      <vt:lpstr>Functional Mock-Up Interface - FMI</vt:lpstr>
      <vt:lpstr>Functional Mock-Up Interface - FMI</vt:lpstr>
      <vt:lpstr>ZMQ - Introduction </vt:lpstr>
      <vt:lpstr>ZMQ – where does ZMQ fit in OSI model? </vt:lpstr>
      <vt:lpstr>ZMQ – Different Socket </vt:lpstr>
      <vt:lpstr>ZMQ – Communication Setup Example</vt:lpstr>
      <vt:lpstr>ZMQ – Communication Setup Example</vt:lpstr>
      <vt:lpstr>ZMQ – Reference Links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Valdez, Rachelle R</dc:creator>
  <cp:lastModifiedBy>Uh, Abhishek</cp:lastModifiedBy>
  <cp:revision>1042</cp:revision>
  <dcterms:created xsi:type="dcterms:W3CDTF">2017-12-01T02:09:49Z</dcterms:created>
  <dcterms:modified xsi:type="dcterms:W3CDTF">2024-03-12T12:36:49Z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0x0101008FCD14D11E47A04F8A1D8F1AE129B16D</vt:lpwstr>
  </property>
  <property fmtid="{D5CDD505-2E9C-101B-9397-08002B2CF9AE}" pid="3" name="emm_Function">
    <vt:lpwstr/>
  </property>
  <property fmtid="{D5CDD505-2E9C-101B-9397-08002B2CF9AE}" pid="4" name="emm_Division">
    <vt:lpwstr/>
  </property>
  <property fmtid="{D5CDD505-2E9C-101B-9397-08002B2CF9AE}" pid="5" name="emm_Language">
    <vt:lpwstr/>
  </property>
  <property fmtid="{D5CDD505-2E9C-101B-9397-08002B2CF9AE}" pid="6" name="MediaServiceImageTags">
    <vt:lpwstr/>
  </property>
</Properties>
</file>